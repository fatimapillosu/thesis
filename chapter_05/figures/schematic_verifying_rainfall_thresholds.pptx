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4140200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99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4" autoAdjust="0"/>
    <p:restoredTop sz="94660"/>
  </p:normalViewPr>
  <p:slideViewPr>
    <p:cSldViewPr snapToGrid="0">
      <p:cViewPr>
        <p:scale>
          <a:sx n="100" d="100"/>
          <a:sy n="100" d="100"/>
        </p:scale>
        <p:origin x="3648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530264"/>
            <a:ext cx="3519170" cy="112803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701796"/>
            <a:ext cx="3105150" cy="782271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0788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7195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807773"/>
            <a:ext cx="3570923" cy="1347786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2168310"/>
            <a:ext cx="3570923" cy="708769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5068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862523"/>
            <a:ext cx="1759585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862523"/>
            <a:ext cx="1759585" cy="2055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4073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72506"/>
            <a:ext cx="3570923" cy="62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794272"/>
            <a:ext cx="1751498" cy="38926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183532"/>
            <a:ext cx="1751498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794272"/>
            <a:ext cx="1760124" cy="38926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183532"/>
            <a:ext cx="1760124" cy="1740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55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866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953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16006"/>
            <a:ext cx="1335322" cy="75602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466513"/>
            <a:ext cx="2095976" cy="2302563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972026"/>
            <a:ext cx="1335322" cy="180079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5704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16006"/>
            <a:ext cx="1335322" cy="75602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466513"/>
            <a:ext cx="2095976" cy="2302563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972026"/>
            <a:ext cx="1335322" cy="180079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24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69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172505"/>
            <a:ext cx="892731" cy="27458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72505"/>
            <a:ext cx="2626439" cy="27458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8295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72506"/>
            <a:ext cx="3570923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862523"/>
            <a:ext cx="3570923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3003082"/>
            <a:ext cx="93154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DE4C57-8B7F-40F7-BEC2-4789A4EC913E}" type="datetimeFigureOut">
              <a:rPr lang="it-IT" smtClean="0"/>
              <a:t>21/01/2026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3003082"/>
            <a:ext cx="1397318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3003082"/>
            <a:ext cx="93154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DB87F-86EC-4EAB-A1B9-E3F7878892D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184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81">
            <a:extLst>
              <a:ext uri="{FF2B5EF4-FFF2-40B4-BE49-F238E27FC236}">
                <a16:creationId xmlns:a16="http://schemas.microsoft.com/office/drawing/2014/main" id="{B6F80C6F-F445-B70E-D043-77DBB1651BC8}"/>
              </a:ext>
            </a:extLst>
          </p:cNvPr>
          <p:cNvSpPr txBox="1"/>
          <p:nvPr/>
        </p:nvSpPr>
        <p:spPr>
          <a:xfrm>
            <a:off x="-83152" y="-65388"/>
            <a:ext cx="42068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Definition of verifying rainfall thresholds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point-scale and gridded rainfall estimates</a:t>
            </a:r>
            <a:endParaRPr lang="en-GB" sz="1000" u="sng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0DA3BD29-9BB9-E538-778A-78E4A1FBED5C}"/>
              </a:ext>
            </a:extLst>
          </p:cNvPr>
          <p:cNvSpPr/>
          <p:nvPr/>
        </p:nvSpPr>
        <p:spPr>
          <a:xfrm>
            <a:off x="4762786" y="250385"/>
            <a:ext cx="3762375" cy="2870474"/>
          </a:xfrm>
          <a:custGeom>
            <a:avLst/>
            <a:gdLst>
              <a:gd name="connsiteX0" fmla="*/ 0 w 2743200"/>
              <a:gd name="connsiteY0" fmla="*/ 1585390 h 1918765"/>
              <a:gd name="connsiteX1" fmla="*/ 114300 w 2743200"/>
              <a:gd name="connsiteY1" fmla="*/ 1528240 h 1918765"/>
              <a:gd name="connsiteX2" fmla="*/ 228600 w 2743200"/>
              <a:gd name="connsiteY2" fmla="*/ 1261540 h 1918765"/>
              <a:gd name="connsiteX3" fmla="*/ 304800 w 2743200"/>
              <a:gd name="connsiteY3" fmla="*/ 670990 h 1918765"/>
              <a:gd name="connsiteX4" fmla="*/ 400050 w 2743200"/>
              <a:gd name="connsiteY4" fmla="*/ 194740 h 1918765"/>
              <a:gd name="connsiteX5" fmla="*/ 590550 w 2743200"/>
              <a:gd name="connsiteY5" fmla="*/ 4240 h 1918765"/>
              <a:gd name="connsiteX6" fmla="*/ 838200 w 2743200"/>
              <a:gd name="connsiteY6" fmla="*/ 356665 h 1918765"/>
              <a:gd name="connsiteX7" fmla="*/ 1228725 w 2743200"/>
              <a:gd name="connsiteY7" fmla="*/ 1337740 h 1918765"/>
              <a:gd name="connsiteX8" fmla="*/ 2152650 w 2743200"/>
              <a:gd name="connsiteY8" fmla="*/ 1813990 h 1918765"/>
              <a:gd name="connsiteX9" fmla="*/ 2743200 w 2743200"/>
              <a:gd name="connsiteY9" fmla="*/ 1918765 h 1918765"/>
              <a:gd name="connsiteX0" fmla="*/ 0 w 2981325"/>
              <a:gd name="connsiteY0" fmla="*/ 1994965 h 1994965"/>
              <a:gd name="connsiteX1" fmla="*/ 352425 w 2981325"/>
              <a:gd name="connsiteY1" fmla="*/ 1528240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333375 w 2981325"/>
              <a:gd name="connsiteY2" fmla="*/ 1423465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638175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552450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2014297 h 2014297"/>
              <a:gd name="connsiteX1" fmla="*/ 190500 w 2981325"/>
              <a:gd name="connsiteY1" fmla="*/ 1766647 h 2014297"/>
              <a:gd name="connsiteX2" fmla="*/ 333375 w 2981325"/>
              <a:gd name="connsiteY2" fmla="*/ 1442797 h 2014297"/>
              <a:gd name="connsiteX3" fmla="*/ 447675 w 2981325"/>
              <a:gd name="connsiteY3" fmla="*/ 842722 h 2014297"/>
              <a:gd name="connsiteX4" fmla="*/ 552450 w 2981325"/>
              <a:gd name="connsiteY4" fmla="*/ 214072 h 2014297"/>
              <a:gd name="connsiteX5" fmla="*/ 762000 w 2981325"/>
              <a:gd name="connsiteY5" fmla="*/ 4522 h 2014297"/>
              <a:gd name="connsiteX6" fmla="*/ 1076325 w 2981325"/>
              <a:gd name="connsiteY6" fmla="*/ 375997 h 2014297"/>
              <a:gd name="connsiteX7" fmla="*/ 1466850 w 2981325"/>
              <a:gd name="connsiteY7" fmla="*/ 1357072 h 2014297"/>
              <a:gd name="connsiteX8" fmla="*/ 2390775 w 2981325"/>
              <a:gd name="connsiteY8" fmla="*/ 1833322 h 2014297"/>
              <a:gd name="connsiteX9" fmla="*/ 2981325 w 2981325"/>
              <a:gd name="connsiteY9" fmla="*/ 1938097 h 2014297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466850 w 2981325"/>
              <a:gd name="connsiteY7" fmla="*/ 1357501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38300 w 2981325"/>
              <a:gd name="connsiteY8" fmla="*/ 15289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19250 w 2981325"/>
              <a:gd name="connsiteY8" fmla="*/ 1700401 h 2014726"/>
              <a:gd name="connsiteX9" fmla="*/ 2981325 w 2981325"/>
              <a:gd name="connsiteY9" fmla="*/ 193852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619250 w 2943225"/>
              <a:gd name="connsiteY8" fmla="*/ 1700401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61950 w 2943225"/>
              <a:gd name="connsiteY2" fmla="*/ 1317377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292 h 2012292"/>
              <a:gd name="connsiteX1" fmla="*/ 190500 w 2943225"/>
              <a:gd name="connsiteY1" fmla="*/ 1764642 h 2012292"/>
              <a:gd name="connsiteX2" fmla="*/ 361950 w 2943225"/>
              <a:gd name="connsiteY2" fmla="*/ 1316967 h 2012292"/>
              <a:gd name="connsiteX3" fmla="*/ 447675 w 2943225"/>
              <a:gd name="connsiteY3" fmla="*/ 726417 h 2012292"/>
              <a:gd name="connsiteX4" fmla="*/ 552450 w 2943225"/>
              <a:gd name="connsiteY4" fmla="*/ 212067 h 2012292"/>
              <a:gd name="connsiteX5" fmla="*/ 762000 w 2943225"/>
              <a:gd name="connsiteY5" fmla="*/ 2517 h 2012292"/>
              <a:gd name="connsiteX6" fmla="*/ 1000125 w 2943225"/>
              <a:gd name="connsiteY6" fmla="*/ 335892 h 2012292"/>
              <a:gd name="connsiteX7" fmla="*/ 1247775 w 2943225"/>
              <a:gd name="connsiteY7" fmla="*/ 1221717 h 2012292"/>
              <a:gd name="connsiteX8" fmla="*/ 1790700 w 2943225"/>
              <a:gd name="connsiteY8" fmla="*/ 1745592 h 2012292"/>
              <a:gd name="connsiteX9" fmla="*/ 2943225 w 2943225"/>
              <a:gd name="connsiteY9" fmla="*/ 1993242 h 2012292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62000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33425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1102 h 2011102"/>
              <a:gd name="connsiteX1" fmla="*/ 190500 w 2943225"/>
              <a:gd name="connsiteY1" fmla="*/ 176345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123825 w 2943225"/>
              <a:gd name="connsiteY2" fmla="*/ 906202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0697 h 2010697"/>
              <a:gd name="connsiteX1" fmla="*/ 66675 w 2943225"/>
              <a:gd name="connsiteY1" fmla="*/ 1439197 h 2010697"/>
              <a:gd name="connsiteX2" fmla="*/ 123825 w 2943225"/>
              <a:gd name="connsiteY2" fmla="*/ 905797 h 2010697"/>
              <a:gd name="connsiteX3" fmla="*/ 171450 w 2943225"/>
              <a:gd name="connsiteY3" fmla="*/ 410497 h 2010697"/>
              <a:gd name="connsiteX4" fmla="*/ 552450 w 2943225"/>
              <a:gd name="connsiteY4" fmla="*/ 210472 h 2010697"/>
              <a:gd name="connsiteX5" fmla="*/ 733425 w 2943225"/>
              <a:gd name="connsiteY5" fmla="*/ 922 h 2010697"/>
              <a:gd name="connsiteX6" fmla="*/ 942975 w 2943225"/>
              <a:gd name="connsiteY6" fmla="*/ 296197 h 2010697"/>
              <a:gd name="connsiteX7" fmla="*/ 1247775 w 2943225"/>
              <a:gd name="connsiteY7" fmla="*/ 1220122 h 2010697"/>
              <a:gd name="connsiteX8" fmla="*/ 1790700 w 2943225"/>
              <a:gd name="connsiteY8" fmla="*/ 1743997 h 2010697"/>
              <a:gd name="connsiteX9" fmla="*/ 2943225 w 2943225"/>
              <a:gd name="connsiteY9" fmla="*/ 1991647 h 2010697"/>
              <a:gd name="connsiteX0" fmla="*/ 0 w 2943225"/>
              <a:gd name="connsiteY0" fmla="*/ 2025172 h 2025172"/>
              <a:gd name="connsiteX1" fmla="*/ 66675 w 2943225"/>
              <a:gd name="connsiteY1" fmla="*/ 1453672 h 2025172"/>
              <a:gd name="connsiteX2" fmla="*/ 123825 w 2943225"/>
              <a:gd name="connsiteY2" fmla="*/ 920272 h 2025172"/>
              <a:gd name="connsiteX3" fmla="*/ 171450 w 2943225"/>
              <a:gd name="connsiteY3" fmla="*/ 424972 h 2025172"/>
              <a:gd name="connsiteX4" fmla="*/ 238125 w 2943225"/>
              <a:gd name="connsiteY4" fmla="*/ 82072 h 2025172"/>
              <a:gd name="connsiteX5" fmla="*/ 733425 w 2943225"/>
              <a:gd name="connsiteY5" fmla="*/ 15397 h 2025172"/>
              <a:gd name="connsiteX6" fmla="*/ 942975 w 2943225"/>
              <a:gd name="connsiteY6" fmla="*/ 310672 h 2025172"/>
              <a:gd name="connsiteX7" fmla="*/ 1247775 w 2943225"/>
              <a:gd name="connsiteY7" fmla="*/ 1234597 h 2025172"/>
              <a:gd name="connsiteX8" fmla="*/ 1790700 w 2943225"/>
              <a:gd name="connsiteY8" fmla="*/ 1758472 h 2025172"/>
              <a:gd name="connsiteX9" fmla="*/ 2943225 w 2943225"/>
              <a:gd name="connsiteY9" fmla="*/ 2006122 h 2025172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123825 w 2943225"/>
              <a:gd name="connsiteY2" fmla="*/ 1025924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28575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86 h 2130886"/>
              <a:gd name="connsiteX1" fmla="*/ 19050 w 2943225"/>
              <a:gd name="connsiteY1" fmla="*/ 1540336 h 2130886"/>
              <a:gd name="connsiteX2" fmla="*/ 28575 w 2943225"/>
              <a:gd name="connsiteY2" fmla="*/ 997411 h 2130886"/>
              <a:gd name="connsiteX3" fmla="*/ 47625 w 2943225"/>
              <a:gd name="connsiteY3" fmla="*/ 540211 h 2130886"/>
              <a:gd name="connsiteX4" fmla="*/ 238125 w 2943225"/>
              <a:gd name="connsiteY4" fmla="*/ 187786 h 2130886"/>
              <a:gd name="connsiteX5" fmla="*/ 361950 w 2943225"/>
              <a:gd name="connsiteY5" fmla="*/ 6811 h 2130886"/>
              <a:gd name="connsiteX6" fmla="*/ 942975 w 2943225"/>
              <a:gd name="connsiteY6" fmla="*/ 416386 h 2130886"/>
              <a:gd name="connsiteX7" fmla="*/ 1247775 w 2943225"/>
              <a:gd name="connsiteY7" fmla="*/ 1340311 h 2130886"/>
              <a:gd name="connsiteX8" fmla="*/ 1790700 w 2943225"/>
              <a:gd name="connsiteY8" fmla="*/ 1864186 h 2130886"/>
              <a:gd name="connsiteX9" fmla="*/ 2943225 w 2943225"/>
              <a:gd name="connsiteY9" fmla="*/ 2111836 h 2130886"/>
              <a:gd name="connsiteX0" fmla="*/ 0 w 2943225"/>
              <a:gd name="connsiteY0" fmla="*/ 2124665 h 2124665"/>
              <a:gd name="connsiteX1" fmla="*/ 19050 w 2943225"/>
              <a:gd name="connsiteY1" fmla="*/ 1534115 h 2124665"/>
              <a:gd name="connsiteX2" fmla="*/ 28575 w 2943225"/>
              <a:gd name="connsiteY2" fmla="*/ 991190 h 2124665"/>
              <a:gd name="connsiteX3" fmla="*/ 47625 w 2943225"/>
              <a:gd name="connsiteY3" fmla="*/ 533990 h 2124665"/>
              <a:gd name="connsiteX4" fmla="*/ 123825 w 2943225"/>
              <a:gd name="connsiteY4" fmla="*/ 324440 h 2124665"/>
              <a:gd name="connsiteX5" fmla="*/ 361950 w 2943225"/>
              <a:gd name="connsiteY5" fmla="*/ 590 h 2124665"/>
              <a:gd name="connsiteX6" fmla="*/ 942975 w 2943225"/>
              <a:gd name="connsiteY6" fmla="*/ 410165 h 2124665"/>
              <a:gd name="connsiteX7" fmla="*/ 1247775 w 2943225"/>
              <a:gd name="connsiteY7" fmla="*/ 1334090 h 2124665"/>
              <a:gd name="connsiteX8" fmla="*/ 1790700 w 2943225"/>
              <a:gd name="connsiteY8" fmla="*/ 1857965 h 2124665"/>
              <a:gd name="connsiteX9" fmla="*/ 2943225 w 2943225"/>
              <a:gd name="connsiteY9" fmla="*/ 2105615 h 2124665"/>
              <a:gd name="connsiteX0" fmla="*/ 0 w 2943225"/>
              <a:gd name="connsiteY0" fmla="*/ 2001227 h 2001227"/>
              <a:gd name="connsiteX1" fmla="*/ 19050 w 2943225"/>
              <a:gd name="connsiteY1" fmla="*/ 1410677 h 2001227"/>
              <a:gd name="connsiteX2" fmla="*/ 28575 w 2943225"/>
              <a:gd name="connsiteY2" fmla="*/ 867752 h 2001227"/>
              <a:gd name="connsiteX3" fmla="*/ 47625 w 2943225"/>
              <a:gd name="connsiteY3" fmla="*/ 410552 h 2001227"/>
              <a:gd name="connsiteX4" fmla="*/ 123825 w 2943225"/>
              <a:gd name="connsiteY4" fmla="*/ 201002 h 2001227"/>
              <a:gd name="connsiteX5" fmla="*/ 333375 w 2943225"/>
              <a:gd name="connsiteY5" fmla="*/ 977 h 2001227"/>
              <a:gd name="connsiteX6" fmla="*/ 942975 w 2943225"/>
              <a:gd name="connsiteY6" fmla="*/ 286727 h 2001227"/>
              <a:gd name="connsiteX7" fmla="*/ 1247775 w 2943225"/>
              <a:gd name="connsiteY7" fmla="*/ 1210652 h 2001227"/>
              <a:gd name="connsiteX8" fmla="*/ 1790700 w 2943225"/>
              <a:gd name="connsiteY8" fmla="*/ 1734527 h 2001227"/>
              <a:gd name="connsiteX9" fmla="*/ 2943225 w 2943225"/>
              <a:gd name="connsiteY9" fmla="*/ 1982177 h 2001227"/>
              <a:gd name="connsiteX0" fmla="*/ 0 w 2943225"/>
              <a:gd name="connsiteY0" fmla="*/ 2000462 h 2000462"/>
              <a:gd name="connsiteX1" fmla="*/ 19050 w 2943225"/>
              <a:gd name="connsiteY1" fmla="*/ 1409912 h 2000462"/>
              <a:gd name="connsiteX2" fmla="*/ 28575 w 2943225"/>
              <a:gd name="connsiteY2" fmla="*/ 866987 h 2000462"/>
              <a:gd name="connsiteX3" fmla="*/ 47625 w 2943225"/>
              <a:gd name="connsiteY3" fmla="*/ 409787 h 2000462"/>
              <a:gd name="connsiteX4" fmla="*/ 123825 w 2943225"/>
              <a:gd name="connsiteY4" fmla="*/ 200237 h 2000462"/>
              <a:gd name="connsiteX5" fmla="*/ 333375 w 2943225"/>
              <a:gd name="connsiteY5" fmla="*/ 212 h 2000462"/>
              <a:gd name="connsiteX6" fmla="*/ 657225 w 2943225"/>
              <a:gd name="connsiteY6" fmla="*/ 238337 h 2000462"/>
              <a:gd name="connsiteX7" fmla="*/ 1247775 w 2943225"/>
              <a:gd name="connsiteY7" fmla="*/ 1209887 h 2000462"/>
              <a:gd name="connsiteX8" fmla="*/ 1790700 w 2943225"/>
              <a:gd name="connsiteY8" fmla="*/ 1733762 h 2000462"/>
              <a:gd name="connsiteX9" fmla="*/ 2943225 w 2943225"/>
              <a:gd name="connsiteY9" fmla="*/ 1981412 h 2000462"/>
              <a:gd name="connsiteX0" fmla="*/ 0 w 2943225"/>
              <a:gd name="connsiteY0" fmla="*/ 2001004 h 2001004"/>
              <a:gd name="connsiteX1" fmla="*/ 19050 w 2943225"/>
              <a:gd name="connsiteY1" fmla="*/ 1410454 h 2001004"/>
              <a:gd name="connsiteX2" fmla="*/ 28575 w 2943225"/>
              <a:gd name="connsiteY2" fmla="*/ 867529 h 2001004"/>
              <a:gd name="connsiteX3" fmla="*/ 47625 w 2943225"/>
              <a:gd name="connsiteY3" fmla="*/ 410329 h 2001004"/>
              <a:gd name="connsiteX4" fmla="*/ 133350 w 2943225"/>
              <a:gd name="connsiteY4" fmla="*/ 172204 h 2001004"/>
              <a:gd name="connsiteX5" fmla="*/ 333375 w 2943225"/>
              <a:gd name="connsiteY5" fmla="*/ 754 h 2001004"/>
              <a:gd name="connsiteX6" fmla="*/ 657225 w 2943225"/>
              <a:gd name="connsiteY6" fmla="*/ 238879 h 2001004"/>
              <a:gd name="connsiteX7" fmla="*/ 1247775 w 2943225"/>
              <a:gd name="connsiteY7" fmla="*/ 1210429 h 2001004"/>
              <a:gd name="connsiteX8" fmla="*/ 1790700 w 2943225"/>
              <a:gd name="connsiteY8" fmla="*/ 1734304 h 2001004"/>
              <a:gd name="connsiteX9" fmla="*/ 2943225 w 2943225"/>
              <a:gd name="connsiteY9" fmla="*/ 1981954 h 2001004"/>
              <a:gd name="connsiteX0" fmla="*/ 0 w 2943225"/>
              <a:gd name="connsiteY0" fmla="*/ 2002084 h 2002084"/>
              <a:gd name="connsiteX1" fmla="*/ 19050 w 2943225"/>
              <a:gd name="connsiteY1" fmla="*/ 1411534 h 2002084"/>
              <a:gd name="connsiteX2" fmla="*/ 28575 w 2943225"/>
              <a:gd name="connsiteY2" fmla="*/ 868609 h 2002084"/>
              <a:gd name="connsiteX3" fmla="*/ 47625 w 2943225"/>
              <a:gd name="connsiteY3" fmla="*/ 411409 h 2002084"/>
              <a:gd name="connsiteX4" fmla="*/ 161925 w 2943225"/>
              <a:gd name="connsiteY4" fmla="*/ 144709 h 2002084"/>
              <a:gd name="connsiteX5" fmla="*/ 333375 w 2943225"/>
              <a:gd name="connsiteY5" fmla="*/ 1834 h 2002084"/>
              <a:gd name="connsiteX6" fmla="*/ 657225 w 2943225"/>
              <a:gd name="connsiteY6" fmla="*/ 239959 h 2002084"/>
              <a:gd name="connsiteX7" fmla="*/ 1247775 w 2943225"/>
              <a:gd name="connsiteY7" fmla="*/ 1211509 h 2002084"/>
              <a:gd name="connsiteX8" fmla="*/ 1790700 w 2943225"/>
              <a:gd name="connsiteY8" fmla="*/ 1735384 h 2002084"/>
              <a:gd name="connsiteX9" fmla="*/ 2943225 w 2943225"/>
              <a:gd name="connsiteY9" fmla="*/ 1983034 h 2002084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1247775 w 2943225"/>
              <a:gd name="connsiteY7" fmla="*/ 121020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952500 w 2943225"/>
              <a:gd name="connsiteY7" fmla="*/ 103875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417 h 2000417"/>
              <a:gd name="connsiteX1" fmla="*/ 19050 w 2943225"/>
              <a:gd name="connsiteY1" fmla="*/ 1409867 h 2000417"/>
              <a:gd name="connsiteX2" fmla="*/ 28575 w 2943225"/>
              <a:gd name="connsiteY2" fmla="*/ 866942 h 2000417"/>
              <a:gd name="connsiteX3" fmla="*/ 47625 w 2943225"/>
              <a:gd name="connsiteY3" fmla="*/ 409742 h 2000417"/>
              <a:gd name="connsiteX4" fmla="*/ 133350 w 2943225"/>
              <a:gd name="connsiteY4" fmla="*/ 162092 h 2000417"/>
              <a:gd name="connsiteX5" fmla="*/ 333375 w 2943225"/>
              <a:gd name="connsiteY5" fmla="*/ 167 h 2000417"/>
              <a:gd name="connsiteX6" fmla="*/ 600075 w 2943225"/>
              <a:gd name="connsiteY6" fmla="*/ 190667 h 2000417"/>
              <a:gd name="connsiteX7" fmla="*/ 952500 w 2943225"/>
              <a:gd name="connsiteY7" fmla="*/ 1038392 h 2000417"/>
              <a:gd name="connsiteX8" fmla="*/ 1790700 w 2943225"/>
              <a:gd name="connsiteY8" fmla="*/ 1733717 h 2000417"/>
              <a:gd name="connsiteX9" fmla="*/ 2943225 w 2943225"/>
              <a:gd name="connsiteY9" fmla="*/ 1981367 h 2000417"/>
              <a:gd name="connsiteX0" fmla="*/ 0 w 2943225"/>
              <a:gd name="connsiteY0" fmla="*/ 2000433 h 2000433"/>
              <a:gd name="connsiteX1" fmla="*/ 19050 w 2943225"/>
              <a:gd name="connsiteY1" fmla="*/ 1409883 h 2000433"/>
              <a:gd name="connsiteX2" fmla="*/ 28575 w 2943225"/>
              <a:gd name="connsiteY2" fmla="*/ 866958 h 2000433"/>
              <a:gd name="connsiteX3" fmla="*/ 47625 w 2943225"/>
              <a:gd name="connsiteY3" fmla="*/ 466908 h 2000433"/>
              <a:gd name="connsiteX4" fmla="*/ 133350 w 2943225"/>
              <a:gd name="connsiteY4" fmla="*/ 162108 h 2000433"/>
              <a:gd name="connsiteX5" fmla="*/ 333375 w 2943225"/>
              <a:gd name="connsiteY5" fmla="*/ 183 h 2000433"/>
              <a:gd name="connsiteX6" fmla="*/ 600075 w 2943225"/>
              <a:gd name="connsiteY6" fmla="*/ 190683 h 2000433"/>
              <a:gd name="connsiteX7" fmla="*/ 952500 w 2943225"/>
              <a:gd name="connsiteY7" fmla="*/ 1038408 h 2000433"/>
              <a:gd name="connsiteX8" fmla="*/ 1790700 w 2943225"/>
              <a:gd name="connsiteY8" fmla="*/ 1733733 h 2000433"/>
              <a:gd name="connsiteX9" fmla="*/ 2943225 w 2943225"/>
              <a:gd name="connsiteY9" fmla="*/ 1981383 h 2000433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790700 w 2943225"/>
              <a:gd name="connsiteY8" fmla="*/ 1734221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619250 w 2943225"/>
              <a:gd name="connsiteY8" fmla="*/ 166754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485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143126 w 2943225"/>
              <a:gd name="connsiteY9" fmla="*/ 1867571 h 2000921"/>
              <a:gd name="connsiteX10" fmla="*/ 2943225 w 2943225"/>
              <a:gd name="connsiteY10" fmla="*/ 1981871 h 2000921"/>
              <a:gd name="connsiteX0" fmla="*/ 0 w 2952750"/>
              <a:gd name="connsiteY0" fmla="*/ 2000921 h 2010446"/>
              <a:gd name="connsiteX1" fmla="*/ 19050 w 2952750"/>
              <a:gd name="connsiteY1" fmla="*/ 1410371 h 2010446"/>
              <a:gd name="connsiteX2" fmla="*/ 28575 w 2952750"/>
              <a:gd name="connsiteY2" fmla="*/ 867446 h 2010446"/>
              <a:gd name="connsiteX3" fmla="*/ 47625 w 2952750"/>
              <a:gd name="connsiteY3" fmla="*/ 467396 h 2010446"/>
              <a:gd name="connsiteX4" fmla="*/ 133350 w 2952750"/>
              <a:gd name="connsiteY4" fmla="*/ 162596 h 2010446"/>
              <a:gd name="connsiteX5" fmla="*/ 333375 w 2952750"/>
              <a:gd name="connsiteY5" fmla="*/ 671 h 2010446"/>
              <a:gd name="connsiteX6" fmla="*/ 600075 w 2952750"/>
              <a:gd name="connsiteY6" fmla="*/ 219746 h 2010446"/>
              <a:gd name="connsiteX7" fmla="*/ 857250 w 2952750"/>
              <a:gd name="connsiteY7" fmla="*/ 857921 h 2010446"/>
              <a:gd name="connsiteX8" fmla="*/ 1400175 w 2952750"/>
              <a:gd name="connsiteY8" fmla="*/ 1572296 h 2010446"/>
              <a:gd name="connsiteX9" fmla="*/ 2143126 w 2952750"/>
              <a:gd name="connsiteY9" fmla="*/ 1867571 h 2010446"/>
              <a:gd name="connsiteX10" fmla="*/ 2952750 w 2952750"/>
              <a:gd name="connsiteY10" fmla="*/ 2010446 h 2010446"/>
              <a:gd name="connsiteX0" fmla="*/ 0 w 2924175"/>
              <a:gd name="connsiteY0" fmla="*/ 2000921 h 2000921"/>
              <a:gd name="connsiteX1" fmla="*/ 19050 w 2924175"/>
              <a:gd name="connsiteY1" fmla="*/ 1410371 h 2000921"/>
              <a:gd name="connsiteX2" fmla="*/ 28575 w 2924175"/>
              <a:gd name="connsiteY2" fmla="*/ 867446 h 2000921"/>
              <a:gd name="connsiteX3" fmla="*/ 47625 w 2924175"/>
              <a:gd name="connsiteY3" fmla="*/ 467396 h 2000921"/>
              <a:gd name="connsiteX4" fmla="*/ 133350 w 2924175"/>
              <a:gd name="connsiteY4" fmla="*/ 162596 h 2000921"/>
              <a:gd name="connsiteX5" fmla="*/ 333375 w 2924175"/>
              <a:gd name="connsiteY5" fmla="*/ 671 h 2000921"/>
              <a:gd name="connsiteX6" fmla="*/ 600075 w 2924175"/>
              <a:gd name="connsiteY6" fmla="*/ 219746 h 2000921"/>
              <a:gd name="connsiteX7" fmla="*/ 857250 w 2924175"/>
              <a:gd name="connsiteY7" fmla="*/ 857921 h 2000921"/>
              <a:gd name="connsiteX8" fmla="*/ 1400175 w 2924175"/>
              <a:gd name="connsiteY8" fmla="*/ 1572296 h 2000921"/>
              <a:gd name="connsiteX9" fmla="*/ 2143126 w 2924175"/>
              <a:gd name="connsiteY9" fmla="*/ 1867571 h 2000921"/>
              <a:gd name="connsiteX10" fmla="*/ 2924175 w 2924175"/>
              <a:gd name="connsiteY10" fmla="*/ 1991396 h 2000921"/>
              <a:gd name="connsiteX0" fmla="*/ 22491 w 2946666"/>
              <a:gd name="connsiteY0" fmla="*/ 2018264 h 2018264"/>
              <a:gd name="connsiteX1" fmla="*/ 41541 w 2946666"/>
              <a:gd name="connsiteY1" fmla="*/ 1427714 h 2018264"/>
              <a:gd name="connsiteX2" fmla="*/ 51066 w 2946666"/>
              <a:gd name="connsiteY2" fmla="*/ 884789 h 2018264"/>
              <a:gd name="connsiteX3" fmla="*/ 70116 w 2946666"/>
              <a:gd name="connsiteY3" fmla="*/ 484739 h 2018264"/>
              <a:gd name="connsiteX4" fmla="*/ 12966 w 2946666"/>
              <a:gd name="connsiteY4" fmla="*/ 65639 h 2018264"/>
              <a:gd name="connsiteX5" fmla="*/ 355866 w 2946666"/>
              <a:gd name="connsiteY5" fmla="*/ 18014 h 2018264"/>
              <a:gd name="connsiteX6" fmla="*/ 622566 w 2946666"/>
              <a:gd name="connsiteY6" fmla="*/ 237089 h 2018264"/>
              <a:gd name="connsiteX7" fmla="*/ 879741 w 2946666"/>
              <a:gd name="connsiteY7" fmla="*/ 875264 h 2018264"/>
              <a:gd name="connsiteX8" fmla="*/ 1422666 w 2946666"/>
              <a:gd name="connsiteY8" fmla="*/ 1589639 h 2018264"/>
              <a:gd name="connsiteX9" fmla="*/ 2165617 w 2946666"/>
              <a:gd name="connsiteY9" fmla="*/ 1884914 h 2018264"/>
              <a:gd name="connsiteX10" fmla="*/ 2946666 w 2946666"/>
              <a:gd name="connsiteY10" fmla="*/ 2008739 h 2018264"/>
              <a:gd name="connsiteX0" fmla="*/ 28065 w 2952240"/>
              <a:gd name="connsiteY0" fmla="*/ 2017834 h 2017834"/>
              <a:gd name="connsiteX1" fmla="*/ 47115 w 2952240"/>
              <a:gd name="connsiteY1" fmla="*/ 1427284 h 2017834"/>
              <a:gd name="connsiteX2" fmla="*/ 56640 w 2952240"/>
              <a:gd name="connsiteY2" fmla="*/ 884359 h 2017834"/>
              <a:gd name="connsiteX3" fmla="*/ 47115 w 2952240"/>
              <a:gd name="connsiteY3" fmla="*/ 474784 h 2017834"/>
              <a:gd name="connsiteX4" fmla="*/ 18540 w 2952240"/>
              <a:gd name="connsiteY4" fmla="*/ 65209 h 2017834"/>
              <a:gd name="connsiteX5" fmla="*/ 361440 w 2952240"/>
              <a:gd name="connsiteY5" fmla="*/ 17584 h 2017834"/>
              <a:gd name="connsiteX6" fmla="*/ 628140 w 2952240"/>
              <a:gd name="connsiteY6" fmla="*/ 236659 h 2017834"/>
              <a:gd name="connsiteX7" fmla="*/ 885315 w 2952240"/>
              <a:gd name="connsiteY7" fmla="*/ 874834 h 2017834"/>
              <a:gd name="connsiteX8" fmla="*/ 1428240 w 2952240"/>
              <a:gd name="connsiteY8" fmla="*/ 1589209 h 2017834"/>
              <a:gd name="connsiteX9" fmla="*/ 2171191 w 2952240"/>
              <a:gd name="connsiteY9" fmla="*/ 1884484 h 2017834"/>
              <a:gd name="connsiteX10" fmla="*/ 2952240 w 2952240"/>
              <a:gd name="connsiteY10" fmla="*/ 2008309 h 2017834"/>
              <a:gd name="connsiteX0" fmla="*/ 27386 w 2951561"/>
              <a:gd name="connsiteY0" fmla="*/ 2017834 h 2017834"/>
              <a:gd name="connsiteX1" fmla="*/ 46436 w 2951561"/>
              <a:gd name="connsiteY1" fmla="*/ 1427284 h 2017834"/>
              <a:gd name="connsiteX2" fmla="*/ 27386 w 2951561"/>
              <a:gd name="connsiteY2" fmla="*/ 884359 h 2017834"/>
              <a:gd name="connsiteX3" fmla="*/ 46436 w 2951561"/>
              <a:gd name="connsiteY3" fmla="*/ 474784 h 2017834"/>
              <a:gd name="connsiteX4" fmla="*/ 17861 w 2951561"/>
              <a:gd name="connsiteY4" fmla="*/ 65209 h 2017834"/>
              <a:gd name="connsiteX5" fmla="*/ 360761 w 2951561"/>
              <a:gd name="connsiteY5" fmla="*/ 17584 h 2017834"/>
              <a:gd name="connsiteX6" fmla="*/ 627461 w 2951561"/>
              <a:gd name="connsiteY6" fmla="*/ 236659 h 2017834"/>
              <a:gd name="connsiteX7" fmla="*/ 884636 w 2951561"/>
              <a:gd name="connsiteY7" fmla="*/ 874834 h 2017834"/>
              <a:gd name="connsiteX8" fmla="*/ 1427561 w 2951561"/>
              <a:gd name="connsiteY8" fmla="*/ 1589209 h 2017834"/>
              <a:gd name="connsiteX9" fmla="*/ 2170512 w 2951561"/>
              <a:gd name="connsiteY9" fmla="*/ 1884484 h 2017834"/>
              <a:gd name="connsiteX10" fmla="*/ 2951561 w 2951561"/>
              <a:gd name="connsiteY10" fmla="*/ 2008309 h 2017834"/>
              <a:gd name="connsiteX0" fmla="*/ 11230 w 2935405"/>
              <a:gd name="connsiteY0" fmla="*/ 2014361 h 2014361"/>
              <a:gd name="connsiteX1" fmla="*/ 30280 w 2935405"/>
              <a:gd name="connsiteY1" fmla="*/ 1423811 h 2014361"/>
              <a:gd name="connsiteX2" fmla="*/ 11230 w 2935405"/>
              <a:gd name="connsiteY2" fmla="*/ 880886 h 2014361"/>
              <a:gd name="connsiteX3" fmla="*/ 30280 w 2935405"/>
              <a:gd name="connsiteY3" fmla="*/ 471311 h 2014361"/>
              <a:gd name="connsiteX4" fmla="*/ 20755 w 2935405"/>
              <a:gd name="connsiteY4" fmla="*/ 71261 h 2014361"/>
              <a:gd name="connsiteX5" fmla="*/ 344605 w 2935405"/>
              <a:gd name="connsiteY5" fmla="*/ 14111 h 2014361"/>
              <a:gd name="connsiteX6" fmla="*/ 611305 w 2935405"/>
              <a:gd name="connsiteY6" fmla="*/ 233186 h 2014361"/>
              <a:gd name="connsiteX7" fmla="*/ 868480 w 2935405"/>
              <a:gd name="connsiteY7" fmla="*/ 871361 h 2014361"/>
              <a:gd name="connsiteX8" fmla="*/ 1411405 w 2935405"/>
              <a:gd name="connsiteY8" fmla="*/ 1585736 h 2014361"/>
              <a:gd name="connsiteX9" fmla="*/ 2154356 w 2935405"/>
              <a:gd name="connsiteY9" fmla="*/ 1881011 h 2014361"/>
              <a:gd name="connsiteX10" fmla="*/ 2935405 w 2935405"/>
              <a:gd name="connsiteY10" fmla="*/ 2004836 h 2014361"/>
              <a:gd name="connsiteX0" fmla="*/ 11230 w 2935405"/>
              <a:gd name="connsiteY0" fmla="*/ 2014361 h 2014361"/>
              <a:gd name="connsiteX1" fmla="*/ 11230 w 2935405"/>
              <a:gd name="connsiteY1" fmla="*/ 880886 h 2014361"/>
              <a:gd name="connsiteX2" fmla="*/ 30280 w 2935405"/>
              <a:gd name="connsiteY2" fmla="*/ 471311 h 2014361"/>
              <a:gd name="connsiteX3" fmla="*/ 20755 w 2935405"/>
              <a:gd name="connsiteY3" fmla="*/ 71261 h 2014361"/>
              <a:gd name="connsiteX4" fmla="*/ 344605 w 2935405"/>
              <a:gd name="connsiteY4" fmla="*/ 14111 h 2014361"/>
              <a:gd name="connsiteX5" fmla="*/ 611305 w 2935405"/>
              <a:gd name="connsiteY5" fmla="*/ 233186 h 2014361"/>
              <a:gd name="connsiteX6" fmla="*/ 868480 w 2935405"/>
              <a:gd name="connsiteY6" fmla="*/ 871361 h 2014361"/>
              <a:gd name="connsiteX7" fmla="*/ 1411405 w 2935405"/>
              <a:gd name="connsiteY7" fmla="*/ 1585736 h 2014361"/>
              <a:gd name="connsiteX8" fmla="*/ 2154356 w 2935405"/>
              <a:gd name="connsiteY8" fmla="*/ 1881011 h 2014361"/>
              <a:gd name="connsiteX9" fmla="*/ 2935405 w 2935405"/>
              <a:gd name="connsiteY9" fmla="*/ 2004836 h 2014361"/>
              <a:gd name="connsiteX0" fmla="*/ 11230 w 2935405"/>
              <a:gd name="connsiteY0" fmla="*/ 2014361 h 2014361"/>
              <a:gd name="connsiteX1" fmla="*/ 30280 w 2935405"/>
              <a:gd name="connsiteY1" fmla="*/ 471311 h 2014361"/>
              <a:gd name="connsiteX2" fmla="*/ 20755 w 2935405"/>
              <a:gd name="connsiteY2" fmla="*/ 71261 h 2014361"/>
              <a:gd name="connsiteX3" fmla="*/ 344605 w 2935405"/>
              <a:gd name="connsiteY3" fmla="*/ 14111 h 2014361"/>
              <a:gd name="connsiteX4" fmla="*/ 611305 w 2935405"/>
              <a:gd name="connsiteY4" fmla="*/ 233186 h 2014361"/>
              <a:gd name="connsiteX5" fmla="*/ 868480 w 2935405"/>
              <a:gd name="connsiteY5" fmla="*/ 871361 h 2014361"/>
              <a:gd name="connsiteX6" fmla="*/ 1411405 w 2935405"/>
              <a:gd name="connsiteY6" fmla="*/ 1585736 h 2014361"/>
              <a:gd name="connsiteX7" fmla="*/ 2154356 w 2935405"/>
              <a:gd name="connsiteY7" fmla="*/ 1881011 h 2014361"/>
              <a:gd name="connsiteX8" fmla="*/ 2935405 w 2935405"/>
              <a:gd name="connsiteY8" fmla="*/ 2004836 h 2014361"/>
              <a:gd name="connsiteX0" fmla="*/ 17387 w 2941562"/>
              <a:gd name="connsiteY0" fmla="*/ 2115051 h 2115051"/>
              <a:gd name="connsiteX1" fmla="*/ 26912 w 2941562"/>
              <a:gd name="connsiteY1" fmla="*/ 171951 h 2115051"/>
              <a:gd name="connsiteX2" fmla="*/ 350762 w 2941562"/>
              <a:gd name="connsiteY2" fmla="*/ 114801 h 2115051"/>
              <a:gd name="connsiteX3" fmla="*/ 617462 w 2941562"/>
              <a:gd name="connsiteY3" fmla="*/ 333876 h 2115051"/>
              <a:gd name="connsiteX4" fmla="*/ 874637 w 2941562"/>
              <a:gd name="connsiteY4" fmla="*/ 972051 h 2115051"/>
              <a:gd name="connsiteX5" fmla="*/ 1417562 w 2941562"/>
              <a:gd name="connsiteY5" fmla="*/ 1686426 h 2115051"/>
              <a:gd name="connsiteX6" fmla="*/ 2160513 w 2941562"/>
              <a:gd name="connsiteY6" fmla="*/ 1981701 h 2115051"/>
              <a:gd name="connsiteX7" fmla="*/ 2941562 w 2941562"/>
              <a:gd name="connsiteY7" fmla="*/ 2105526 h 2115051"/>
              <a:gd name="connsiteX0" fmla="*/ 22292 w 2946467"/>
              <a:gd name="connsiteY0" fmla="*/ 2002142 h 2002142"/>
              <a:gd name="connsiteX1" fmla="*/ 31817 w 2946467"/>
              <a:gd name="connsiteY1" fmla="*/ 59042 h 2002142"/>
              <a:gd name="connsiteX2" fmla="*/ 422342 w 2946467"/>
              <a:gd name="connsiteY2" fmla="*/ 478142 h 2002142"/>
              <a:gd name="connsiteX3" fmla="*/ 622367 w 2946467"/>
              <a:gd name="connsiteY3" fmla="*/ 220967 h 2002142"/>
              <a:gd name="connsiteX4" fmla="*/ 879542 w 2946467"/>
              <a:gd name="connsiteY4" fmla="*/ 859142 h 2002142"/>
              <a:gd name="connsiteX5" fmla="*/ 1422467 w 2946467"/>
              <a:gd name="connsiteY5" fmla="*/ 1573517 h 2002142"/>
              <a:gd name="connsiteX6" fmla="*/ 2165418 w 2946467"/>
              <a:gd name="connsiteY6" fmla="*/ 1868792 h 2002142"/>
              <a:gd name="connsiteX7" fmla="*/ 2946467 w 2946467"/>
              <a:gd name="connsiteY7" fmla="*/ 1992617 h 2002142"/>
              <a:gd name="connsiteX0" fmla="*/ 10153 w 2934328"/>
              <a:gd name="connsiteY0" fmla="*/ 2020062 h 2020062"/>
              <a:gd name="connsiteX1" fmla="*/ 38728 w 2934328"/>
              <a:gd name="connsiteY1" fmla="*/ 57912 h 2020062"/>
              <a:gd name="connsiteX2" fmla="*/ 410203 w 2934328"/>
              <a:gd name="connsiteY2" fmla="*/ 496062 h 2020062"/>
              <a:gd name="connsiteX3" fmla="*/ 610228 w 2934328"/>
              <a:gd name="connsiteY3" fmla="*/ 238887 h 2020062"/>
              <a:gd name="connsiteX4" fmla="*/ 867403 w 2934328"/>
              <a:gd name="connsiteY4" fmla="*/ 877062 h 2020062"/>
              <a:gd name="connsiteX5" fmla="*/ 1410328 w 2934328"/>
              <a:gd name="connsiteY5" fmla="*/ 1591437 h 2020062"/>
              <a:gd name="connsiteX6" fmla="*/ 2153279 w 2934328"/>
              <a:gd name="connsiteY6" fmla="*/ 1886712 h 2020062"/>
              <a:gd name="connsiteX7" fmla="*/ 2934328 w 2934328"/>
              <a:gd name="connsiteY7" fmla="*/ 2010537 h 2020062"/>
              <a:gd name="connsiteX0" fmla="*/ 0 w 2924175"/>
              <a:gd name="connsiteY0" fmla="*/ 2016852 h 2016852"/>
              <a:gd name="connsiteX1" fmla="*/ 2857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0 w 2924175"/>
              <a:gd name="connsiteY0" fmla="*/ 2016852 h 2016852"/>
              <a:gd name="connsiteX1" fmla="*/ 952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11806 w 2935981"/>
              <a:gd name="connsiteY0" fmla="*/ 2044354 h 2044354"/>
              <a:gd name="connsiteX1" fmla="*/ 21331 w 2935981"/>
              <a:gd name="connsiteY1" fmla="*/ 82204 h 2044354"/>
              <a:gd name="connsiteX2" fmla="*/ 268981 w 2935981"/>
              <a:gd name="connsiteY2" fmla="*/ 358429 h 2044354"/>
              <a:gd name="connsiteX3" fmla="*/ 611881 w 2935981"/>
              <a:gd name="connsiteY3" fmla="*/ 263179 h 2044354"/>
              <a:gd name="connsiteX4" fmla="*/ 869056 w 2935981"/>
              <a:gd name="connsiteY4" fmla="*/ 901354 h 2044354"/>
              <a:gd name="connsiteX5" fmla="*/ 1411981 w 2935981"/>
              <a:gd name="connsiteY5" fmla="*/ 1615729 h 2044354"/>
              <a:gd name="connsiteX6" fmla="*/ 2154932 w 2935981"/>
              <a:gd name="connsiteY6" fmla="*/ 1911004 h 2044354"/>
              <a:gd name="connsiteX7" fmla="*/ 2935981 w 2935981"/>
              <a:gd name="connsiteY7" fmla="*/ 2034829 h 204435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69056 w 2935981"/>
              <a:gd name="connsiteY4" fmla="*/ 9132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945256 w 2935981"/>
              <a:gd name="connsiteY4" fmla="*/ 12561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0 w 2914650"/>
              <a:gd name="connsiteY0" fmla="*/ 94064 h 2046689"/>
              <a:gd name="connsiteX1" fmla="*/ 247650 w 2914650"/>
              <a:gd name="connsiteY1" fmla="*/ 370289 h 2046689"/>
              <a:gd name="connsiteX2" fmla="*/ 552450 w 2914650"/>
              <a:gd name="connsiteY2" fmla="*/ 884639 h 2046689"/>
              <a:gd name="connsiteX3" fmla="*/ 866775 w 2914650"/>
              <a:gd name="connsiteY3" fmla="*/ 1313264 h 2046689"/>
              <a:gd name="connsiteX4" fmla="*/ 1314450 w 2914650"/>
              <a:gd name="connsiteY4" fmla="*/ 1646639 h 2046689"/>
              <a:gd name="connsiteX5" fmla="*/ 2133601 w 2914650"/>
              <a:gd name="connsiteY5" fmla="*/ 1922864 h 2046689"/>
              <a:gd name="connsiteX6" fmla="*/ 2914650 w 2914650"/>
              <a:gd name="connsiteY6" fmla="*/ 2046689 h 2046689"/>
              <a:gd name="connsiteX0" fmla="*/ 0 w 2667000"/>
              <a:gd name="connsiteY0" fmla="*/ 0 h 1676400"/>
              <a:gd name="connsiteX1" fmla="*/ 304800 w 2667000"/>
              <a:gd name="connsiteY1" fmla="*/ 514350 h 1676400"/>
              <a:gd name="connsiteX2" fmla="*/ 619125 w 2667000"/>
              <a:gd name="connsiteY2" fmla="*/ 942975 h 1676400"/>
              <a:gd name="connsiteX3" fmla="*/ 1066800 w 2667000"/>
              <a:gd name="connsiteY3" fmla="*/ 1276350 h 1676400"/>
              <a:gd name="connsiteX4" fmla="*/ 1885951 w 2667000"/>
              <a:gd name="connsiteY4" fmla="*/ 1552575 h 1676400"/>
              <a:gd name="connsiteX5" fmla="*/ 2667000 w 2667000"/>
              <a:gd name="connsiteY5" fmla="*/ 1676400 h 16764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876300 w 2667000"/>
              <a:gd name="connsiteY3" fmla="*/ 16954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89194"/>
              <a:gd name="connsiteX1" fmla="*/ 266700 w 2667000"/>
              <a:gd name="connsiteY1" fmla="*/ 923925 h 1889194"/>
              <a:gd name="connsiteX2" fmla="*/ 533400 w 2667000"/>
              <a:gd name="connsiteY2" fmla="*/ 1362075 h 1889194"/>
              <a:gd name="connsiteX3" fmla="*/ 876300 w 2667000"/>
              <a:gd name="connsiteY3" fmla="*/ 1695450 h 1889194"/>
              <a:gd name="connsiteX4" fmla="*/ 1466851 w 2667000"/>
              <a:gd name="connsiteY4" fmla="*/ 1876425 h 1889194"/>
              <a:gd name="connsiteX5" fmla="*/ 2667000 w 2667000"/>
              <a:gd name="connsiteY5" fmla="*/ 1866900 h 1889194"/>
              <a:gd name="connsiteX0" fmla="*/ 0 w 2667000"/>
              <a:gd name="connsiteY0" fmla="*/ 0 h 1876425"/>
              <a:gd name="connsiteX1" fmla="*/ 266700 w 2667000"/>
              <a:gd name="connsiteY1" fmla="*/ 923925 h 1876425"/>
              <a:gd name="connsiteX2" fmla="*/ 533400 w 2667000"/>
              <a:gd name="connsiteY2" fmla="*/ 1362075 h 1876425"/>
              <a:gd name="connsiteX3" fmla="*/ 876300 w 2667000"/>
              <a:gd name="connsiteY3" fmla="*/ 1695450 h 1876425"/>
              <a:gd name="connsiteX4" fmla="*/ 1466851 w 2667000"/>
              <a:gd name="connsiteY4" fmla="*/ 1876425 h 1876425"/>
              <a:gd name="connsiteX5" fmla="*/ 2667000 w 2667000"/>
              <a:gd name="connsiteY5" fmla="*/ 1866900 h 1876425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876300 w 2667000"/>
              <a:gd name="connsiteY3" fmla="*/ 169545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66700 w 2667000"/>
              <a:gd name="connsiteY1" fmla="*/ 923925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533400 w 2667000"/>
              <a:gd name="connsiteY2" fmla="*/ 1362075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923925 w 2667000"/>
              <a:gd name="connsiteY3" fmla="*/ 1676400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495426 w 2667000"/>
              <a:gd name="connsiteY4" fmla="*/ 183832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1114428 w 2667000"/>
              <a:gd name="connsiteY4" fmla="*/ 1748806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667000 w 2667000"/>
              <a:gd name="connsiteY6" fmla="*/ 1866900 h 1866900"/>
              <a:gd name="connsiteX0" fmla="*/ 0 w 2667000"/>
              <a:gd name="connsiteY0" fmla="*/ 0 h 1866900"/>
              <a:gd name="connsiteX1" fmla="*/ 219075 w 2667000"/>
              <a:gd name="connsiteY1" fmla="*/ 955002 h 1866900"/>
              <a:gd name="connsiteX2" fmla="*/ 457200 w 2667000"/>
              <a:gd name="connsiteY2" fmla="*/ 1374506 h 1866900"/>
              <a:gd name="connsiteX3" fmla="*/ 676275 w 2667000"/>
              <a:gd name="connsiteY3" fmla="*/ 1583168 h 1866900"/>
              <a:gd name="connsiteX4" fmla="*/ 990603 w 2667000"/>
              <a:gd name="connsiteY4" fmla="*/ 1723944 h 1866900"/>
              <a:gd name="connsiteX5" fmla="*/ 1495426 w 2667000"/>
              <a:gd name="connsiteY5" fmla="*/ 1838325 h 1866900"/>
              <a:gd name="connsiteX6" fmla="*/ 2057403 w 2667000"/>
              <a:gd name="connsiteY6" fmla="*/ 1854470 h 1866900"/>
              <a:gd name="connsiteX7" fmla="*/ 2667000 w 2667000"/>
              <a:gd name="connsiteY7" fmla="*/ 1866900 h 1866900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38325 h 1873116"/>
              <a:gd name="connsiteX6" fmla="*/ 2057403 w 3762375"/>
              <a:gd name="connsiteY6" fmla="*/ 1854470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38325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90603 w 3762375"/>
              <a:gd name="connsiteY4" fmla="*/ 1723944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762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457200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219075 w 3762375"/>
              <a:gd name="connsiteY1" fmla="*/ 955002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714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71450 w 3762375"/>
              <a:gd name="connsiteY1" fmla="*/ 911494 h 1873116"/>
              <a:gd name="connsiteX2" fmla="*/ 333375 w 3762375"/>
              <a:gd name="connsiteY2" fmla="*/ 1374506 h 1873116"/>
              <a:gd name="connsiteX3" fmla="*/ 600075 w 3762375"/>
              <a:gd name="connsiteY3" fmla="*/ 1583168 h 1873116"/>
              <a:gd name="connsiteX4" fmla="*/ 952503 w 3762375"/>
              <a:gd name="connsiteY4" fmla="*/ 1699082 h 1873116"/>
              <a:gd name="connsiteX5" fmla="*/ 1495426 w 3762375"/>
              <a:gd name="connsiteY5" fmla="*/ 1813463 h 1873116"/>
              <a:gd name="connsiteX6" fmla="*/ 2057403 w 3762375"/>
              <a:gd name="connsiteY6" fmla="*/ 1835824 h 1873116"/>
              <a:gd name="connsiteX7" fmla="*/ 3762375 w 3762375"/>
              <a:gd name="connsiteY7" fmla="*/ 1873116 h 1873116"/>
              <a:gd name="connsiteX0" fmla="*/ 0 w 3762375"/>
              <a:gd name="connsiteY0" fmla="*/ 0 h 1873116"/>
              <a:gd name="connsiteX1" fmla="*/ 104778 w 3762375"/>
              <a:gd name="connsiteY1" fmla="*/ 443551 h 1873116"/>
              <a:gd name="connsiteX2" fmla="*/ 171450 w 3762375"/>
              <a:gd name="connsiteY2" fmla="*/ 911494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71450 w 3762375"/>
              <a:gd name="connsiteY2" fmla="*/ 911494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333375 w 3762375"/>
              <a:gd name="connsiteY3" fmla="*/ 1374506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600075 w 3762375"/>
              <a:gd name="connsiteY4" fmla="*/ 1583168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42925 w 3762375"/>
              <a:gd name="connsiteY4" fmla="*/ 1589384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952503 w 3762375"/>
              <a:gd name="connsiteY5" fmla="*/ 1699082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954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57326 w 3762375"/>
              <a:gd name="connsiteY6" fmla="*/ 1813463 h 1873116"/>
              <a:gd name="connsiteX7" fmla="*/ 2057403 w 3762375"/>
              <a:gd name="connsiteY7" fmla="*/ 1835824 h 1873116"/>
              <a:gd name="connsiteX8" fmla="*/ 3762375 w 3762375"/>
              <a:gd name="connsiteY8" fmla="*/ 1873116 h 1873116"/>
              <a:gd name="connsiteX0" fmla="*/ 0 w 3762375"/>
              <a:gd name="connsiteY0" fmla="*/ 0 h 1873116"/>
              <a:gd name="connsiteX1" fmla="*/ 66678 w 3762375"/>
              <a:gd name="connsiteY1" fmla="*/ 449767 h 1873116"/>
              <a:gd name="connsiteX2" fmla="*/ 142875 w 3762375"/>
              <a:gd name="connsiteY2" fmla="*/ 930141 h 1873116"/>
              <a:gd name="connsiteX3" fmla="*/ 295275 w 3762375"/>
              <a:gd name="connsiteY3" fmla="*/ 1368291 h 1873116"/>
              <a:gd name="connsiteX4" fmla="*/ 571500 w 3762375"/>
              <a:gd name="connsiteY4" fmla="*/ 1595599 h 1873116"/>
              <a:gd name="connsiteX5" fmla="*/ 876303 w 3762375"/>
              <a:gd name="connsiteY5" fmla="*/ 1711513 h 1873116"/>
              <a:gd name="connsiteX6" fmla="*/ 1457326 w 3762375"/>
              <a:gd name="connsiteY6" fmla="*/ 1813463 h 1873116"/>
              <a:gd name="connsiteX7" fmla="*/ 2038353 w 3762375"/>
              <a:gd name="connsiteY7" fmla="*/ 1848255 h 1873116"/>
              <a:gd name="connsiteX8" fmla="*/ 3762375 w 3762375"/>
              <a:gd name="connsiteY8" fmla="*/ 1873116 h 1873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62375" h="1873116">
                <a:moveTo>
                  <a:pt x="0" y="0"/>
                </a:moveTo>
                <a:cubicBezTo>
                  <a:pt x="17463" y="73925"/>
                  <a:pt x="38103" y="297851"/>
                  <a:pt x="66678" y="449767"/>
                </a:cubicBezTo>
                <a:cubicBezTo>
                  <a:pt x="95253" y="601683"/>
                  <a:pt x="104776" y="777054"/>
                  <a:pt x="142875" y="930141"/>
                </a:cubicBezTo>
                <a:cubicBezTo>
                  <a:pt x="180974" y="1083228"/>
                  <a:pt x="223838" y="1257381"/>
                  <a:pt x="295275" y="1368291"/>
                </a:cubicBezTo>
                <a:cubicBezTo>
                  <a:pt x="366712" y="1479201"/>
                  <a:pt x="461962" y="1533216"/>
                  <a:pt x="571500" y="1595599"/>
                </a:cubicBezTo>
                <a:cubicBezTo>
                  <a:pt x="681038" y="1657982"/>
                  <a:pt x="739778" y="1668987"/>
                  <a:pt x="876303" y="1711513"/>
                </a:cubicBezTo>
                <a:cubicBezTo>
                  <a:pt x="1165228" y="1778901"/>
                  <a:pt x="1279526" y="1791709"/>
                  <a:pt x="1457326" y="1813463"/>
                </a:cubicBezTo>
                <a:cubicBezTo>
                  <a:pt x="1635126" y="1835217"/>
                  <a:pt x="1843091" y="1843492"/>
                  <a:pt x="2038353" y="1848255"/>
                </a:cubicBezTo>
                <a:lnTo>
                  <a:pt x="3762375" y="1873116"/>
                </a:lnTo>
              </a:path>
            </a:pathLst>
          </a:custGeom>
          <a:noFill/>
          <a:ln>
            <a:solidFill>
              <a:srgbClr val="009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8D6D67B-25F9-9033-E516-D38A85A1C184}"/>
              </a:ext>
            </a:extLst>
          </p:cNvPr>
          <p:cNvCxnSpPr>
            <a:cxnSpLocks/>
          </p:cNvCxnSpPr>
          <p:nvPr/>
        </p:nvCxnSpPr>
        <p:spPr>
          <a:xfrm flipH="1">
            <a:off x="4753262" y="3130384"/>
            <a:ext cx="3943352" cy="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9394979-46EA-4AD5-4DD3-EA00E05F6853}"/>
              </a:ext>
            </a:extLst>
          </p:cNvPr>
          <p:cNvCxnSpPr>
            <a:cxnSpLocks/>
          </p:cNvCxnSpPr>
          <p:nvPr/>
        </p:nvCxnSpPr>
        <p:spPr>
          <a:xfrm flipV="1">
            <a:off x="4753258" y="53809"/>
            <a:ext cx="2" cy="307657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A0B868F1-2AAB-9342-9893-C3E51BC4AD79}"/>
              </a:ext>
            </a:extLst>
          </p:cNvPr>
          <p:cNvSpPr/>
          <p:nvPr/>
        </p:nvSpPr>
        <p:spPr>
          <a:xfrm>
            <a:off x="4762783" y="1680859"/>
            <a:ext cx="1932978" cy="1445477"/>
          </a:xfrm>
          <a:custGeom>
            <a:avLst/>
            <a:gdLst>
              <a:gd name="connsiteX0" fmla="*/ 0 w 2743200"/>
              <a:gd name="connsiteY0" fmla="*/ 1585390 h 1918765"/>
              <a:gd name="connsiteX1" fmla="*/ 114300 w 2743200"/>
              <a:gd name="connsiteY1" fmla="*/ 1528240 h 1918765"/>
              <a:gd name="connsiteX2" fmla="*/ 228600 w 2743200"/>
              <a:gd name="connsiteY2" fmla="*/ 1261540 h 1918765"/>
              <a:gd name="connsiteX3" fmla="*/ 304800 w 2743200"/>
              <a:gd name="connsiteY3" fmla="*/ 670990 h 1918765"/>
              <a:gd name="connsiteX4" fmla="*/ 400050 w 2743200"/>
              <a:gd name="connsiteY4" fmla="*/ 194740 h 1918765"/>
              <a:gd name="connsiteX5" fmla="*/ 590550 w 2743200"/>
              <a:gd name="connsiteY5" fmla="*/ 4240 h 1918765"/>
              <a:gd name="connsiteX6" fmla="*/ 838200 w 2743200"/>
              <a:gd name="connsiteY6" fmla="*/ 356665 h 1918765"/>
              <a:gd name="connsiteX7" fmla="*/ 1228725 w 2743200"/>
              <a:gd name="connsiteY7" fmla="*/ 1337740 h 1918765"/>
              <a:gd name="connsiteX8" fmla="*/ 2152650 w 2743200"/>
              <a:gd name="connsiteY8" fmla="*/ 1813990 h 1918765"/>
              <a:gd name="connsiteX9" fmla="*/ 2743200 w 2743200"/>
              <a:gd name="connsiteY9" fmla="*/ 1918765 h 1918765"/>
              <a:gd name="connsiteX0" fmla="*/ 0 w 2981325"/>
              <a:gd name="connsiteY0" fmla="*/ 1994965 h 1994965"/>
              <a:gd name="connsiteX1" fmla="*/ 352425 w 2981325"/>
              <a:gd name="connsiteY1" fmla="*/ 1528240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466725 w 2981325"/>
              <a:gd name="connsiteY2" fmla="*/ 1261540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4965 h 1994965"/>
              <a:gd name="connsiteX1" fmla="*/ 190500 w 2981325"/>
              <a:gd name="connsiteY1" fmla="*/ 1747315 h 1994965"/>
              <a:gd name="connsiteX2" fmla="*/ 333375 w 2981325"/>
              <a:gd name="connsiteY2" fmla="*/ 1423465 h 1994965"/>
              <a:gd name="connsiteX3" fmla="*/ 542925 w 2981325"/>
              <a:gd name="connsiteY3" fmla="*/ 670990 h 1994965"/>
              <a:gd name="connsiteX4" fmla="*/ 638175 w 2981325"/>
              <a:gd name="connsiteY4" fmla="*/ 194740 h 1994965"/>
              <a:gd name="connsiteX5" fmla="*/ 828675 w 2981325"/>
              <a:gd name="connsiteY5" fmla="*/ 4240 h 1994965"/>
              <a:gd name="connsiteX6" fmla="*/ 1076325 w 2981325"/>
              <a:gd name="connsiteY6" fmla="*/ 356665 h 1994965"/>
              <a:gd name="connsiteX7" fmla="*/ 1466850 w 2981325"/>
              <a:gd name="connsiteY7" fmla="*/ 1337740 h 1994965"/>
              <a:gd name="connsiteX8" fmla="*/ 2390775 w 2981325"/>
              <a:gd name="connsiteY8" fmla="*/ 1813990 h 1994965"/>
              <a:gd name="connsiteX9" fmla="*/ 2981325 w 2981325"/>
              <a:gd name="connsiteY9" fmla="*/ 1918765 h 1994965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638175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1995892 h 1995892"/>
              <a:gd name="connsiteX1" fmla="*/ 190500 w 2981325"/>
              <a:gd name="connsiteY1" fmla="*/ 1748242 h 1995892"/>
              <a:gd name="connsiteX2" fmla="*/ 333375 w 2981325"/>
              <a:gd name="connsiteY2" fmla="*/ 1424392 h 1995892"/>
              <a:gd name="connsiteX3" fmla="*/ 447675 w 2981325"/>
              <a:gd name="connsiteY3" fmla="*/ 824317 h 1995892"/>
              <a:gd name="connsiteX4" fmla="*/ 552450 w 2981325"/>
              <a:gd name="connsiteY4" fmla="*/ 195667 h 1995892"/>
              <a:gd name="connsiteX5" fmla="*/ 828675 w 2981325"/>
              <a:gd name="connsiteY5" fmla="*/ 5167 h 1995892"/>
              <a:gd name="connsiteX6" fmla="*/ 1076325 w 2981325"/>
              <a:gd name="connsiteY6" fmla="*/ 357592 h 1995892"/>
              <a:gd name="connsiteX7" fmla="*/ 1466850 w 2981325"/>
              <a:gd name="connsiteY7" fmla="*/ 1338667 h 1995892"/>
              <a:gd name="connsiteX8" fmla="*/ 2390775 w 2981325"/>
              <a:gd name="connsiteY8" fmla="*/ 1814917 h 1995892"/>
              <a:gd name="connsiteX9" fmla="*/ 2981325 w 2981325"/>
              <a:gd name="connsiteY9" fmla="*/ 1919692 h 1995892"/>
              <a:gd name="connsiteX0" fmla="*/ 0 w 2981325"/>
              <a:gd name="connsiteY0" fmla="*/ 2014297 h 2014297"/>
              <a:gd name="connsiteX1" fmla="*/ 190500 w 2981325"/>
              <a:gd name="connsiteY1" fmla="*/ 1766647 h 2014297"/>
              <a:gd name="connsiteX2" fmla="*/ 333375 w 2981325"/>
              <a:gd name="connsiteY2" fmla="*/ 1442797 h 2014297"/>
              <a:gd name="connsiteX3" fmla="*/ 447675 w 2981325"/>
              <a:gd name="connsiteY3" fmla="*/ 842722 h 2014297"/>
              <a:gd name="connsiteX4" fmla="*/ 552450 w 2981325"/>
              <a:gd name="connsiteY4" fmla="*/ 214072 h 2014297"/>
              <a:gd name="connsiteX5" fmla="*/ 762000 w 2981325"/>
              <a:gd name="connsiteY5" fmla="*/ 4522 h 2014297"/>
              <a:gd name="connsiteX6" fmla="*/ 1076325 w 2981325"/>
              <a:gd name="connsiteY6" fmla="*/ 375997 h 2014297"/>
              <a:gd name="connsiteX7" fmla="*/ 1466850 w 2981325"/>
              <a:gd name="connsiteY7" fmla="*/ 1357072 h 2014297"/>
              <a:gd name="connsiteX8" fmla="*/ 2390775 w 2981325"/>
              <a:gd name="connsiteY8" fmla="*/ 1833322 h 2014297"/>
              <a:gd name="connsiteX9" fmla="*/ 2981325 w 2981325"/>
              <a:gd name="connsiteY9" fmla="*/ 1938097 h 2014297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466850 w 2981325"/>
              <a:gd name="connsiteY7" fmla="*/ 1357501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2390775 w 2981325"/>
              <a:gd name="connsiteY8" fmla="*/ 18337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38300 w 2981325"/>
              <a:gd name="connsiteY8" fmla="*/ 1528951 h 2014726"/>
              <a:gd name="connsiteX9" fmla="*/ 2981325 w 2981325"/>
              <a:gd name="connsiteY9" fmla="*/ 1938526 h 2014726"/>
              <a:gd name="connsiteX0" fmla="*/ 0 w 2981325"/>
              <a:gd name="connsiteY0" fmla="*/ 2014726 h 2014726"/>
              <a:gd name="connsiteX1" fmla="*/ 190500 w 2981325"/>
              <a:gd name="connsiteY1" fmla="*/ 1767076 h 2014726"/>
              <a:gd name="connsiteX2" fmla="*/ 333375 w 2981325"/>
              <a:gd name="connsiteY2" fmla="*/ 1443226 h 2014726"/>
              <a:gd name="connsiteX3" fmla="*/ 447675 w 2981325"/>
              <a:gd name="connsiteY3" fmla="*/ 843151 h 2014726"/>
              <a:gd name="connsiteX4" fmla="*/ 552450 w 2981325"/>
              <a:gd name="connsiteY4" fmla="*/ 214501 h 2014726"/>
              <a:gd name="connsiteX5" fmla="*/ 762000 w 2981325"/>
              <a:gd name="connsiteY5" fmla="*/ 4951 h 2014726"/>
              <a:gd name="connsiteX6" fmla="*/ 981075 w 2981325"/>
              <a:gd name="connsiteY6" fmla="*/ 385951 h 2014726"/>
              <a:gd name="connsiteX7" fmla="*/ 1200150 w 2981325"/>
              <a:gd name="connsiteY7" fmla="*/ 1081276 h 2014726"/>
              <a:gd name="connsiteX8" fmla="*/ 1619250 w 2981325"/>
              <a:gd name="connsiteY8" fmla="*/ 1700401 h 2014726"/>
              <a:gd name="connsiteX9" fmla="*/ 2981325 w 2981325"/>
              <a:gd name="connsiteY9" fmla="*/ 193852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619250 w 2943225"/>
              <a:gd name="connsiteY8" fmla="*/ 1700401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0150 w 2943225"/>
              <a:gd name="connsiteY7" fmla="*/ 1081276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4726 h 2014726"/>
              <a:gd name="connsiteX1" fmla="*/ 190500 w 2943225"/>
              <a:gd name="connsiteY1" fmla="*/ 1767076 h 2014726"/>
              <a:gd name="connsiteX2" fmla="*/ 333375 w 2943225"/>
              <a:gd name="connsiteY2" fmla="*/ 1443226 h 2014726"/>
              <a:gd name="connsiteX3" fmla="*/ 447675 w 2943225"/>
              <a:gd name="connsiteY3" fmla="*/ 843151 h 2014726"/>
              <a:gd name="connsiteX4" fmla="*/ 552450 w 2943225"/>
              <a:gd name="connsiteY4" fmla="*/ 214501 h 2014726"/>
              <a:gd name="connsiteX5" fmla="*/ 762000 w 2943225"/>
              <a:gd name="connsiteY5" fmla="*/ 4951 h 2014726"/>
              <a:gd name="connsiteX6" fmla="*/ 981075 w 2943225"/>
              <a:gd name="connsiteY6" fmla="*/ 385951 h 2014726"/>
              <a:gd name="connsiteX7" fmla="*/ 1209675 w 2943225"/>
              <a:gd name="connsiteY7" fmla="*/ 1128901 h 2014726"/>
              <a:gd name="connsiteX8" fmla="*/ 1762125 w 2943225"/>
              <a:gd name="connsiteY8" fmla="*/ 1767076 h 2014726"/>
              <a:gd name="connsiteX9" fmla="*/ 2943225 w 2943225"/>
              <a:gd name="connsiteY9" fmla="*/ 1995676 h 2014726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09675 w 2943225"/>
              <a:gd name="connsiteY7" fmla="*/ 112687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62125 w 2943225"/>
              <a:gd name="connsiteY8" fmla="*/ 176505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33375 w 2943225"/>
              <a:gd name="connsiteY2" fmla="*/ 1441202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702 h 2012702"/>
              <a:gd name="connsiteX1" fmla="*/ 190500 w 2943225"/>
              <a:gd name="connsiteY1" fmla="*/ 1765052 h 2012702"/>
              <a:gd name="connsiteX2" fmla="*/ 361950 w 2943225"/>
              <a:gd name="connsiteY2" fmla="*/ 1317377 h 2012702"/>
              <a:gd name="connsiteX3" fmla="*/ 447675 w 2943225"/>
              <a:gd name="connsiteY3" fmla="*/ 841127 h 2012702"/>
              <a:gd name="connsiteX4" fmla="*/ 552450 w 2943225"/>
              <a:gd name="connsiteY4" fmla="*/ 212477 h 2012702"/>
              <a:gd name="connsiteX5" fmla="*/ 762000 w 2943225"/>
              <a:gd name="connsiteY5" fmla="*/ 2927 h 2012702"/>
              <a:gd name="connsiteX6" fmla="*/ 1000125 w 2943225"/>
              <a:gd name="connsiteY6" fmla="*/ 336302 h 2012702"/>
              <a:gd name="connsiteX7" fmla="*/ 1247775 w 2943225"/>
              <a:gd name="connsiteY7" fmla="*/ 1222127 h 2012702"/>
              <a:gd name="connsiteX8" fmla="*/ 1790700 w 2943225"/>
              <a:gd name="connsiteY8" fmla="*/ 1746002 h 2012702"/>
              <a:gd name="connsiteX9" fmla="*/ 2943225 w 2943225"/>
              <a:gd name="connsiteY9" fmla="*/ 1993652 h 2012702"/>
              <a:gd name="connsiteX0" fmla="*/ 0 w 2943225"/>
              <a:gd name="connsiteY0" fmla="*/ 2012292 h 2012292"/>
              <a:gd name="connsiteX1" fmla="*/ 190500 w 2943225"/>
              <a:gd name="connsiteY1" fmla="*/ 1764642 h 2012292"/>
              <a:gd name="connsiteX2" fmla="*/ 361950 w 2943225"/>
              <a:gd name="connsiteY2" fmla="*/ 1316967 h 2012292"/>
              <a:gd name="connsiteX3" fmla="*/ 447675 w 2943225"/>
              <a:gd name="connsiteY3" fmla="*/ 726417 h 2012292"/>
              <a:gd name="connsiteX4" fmla="*/ 552450 w 2943225"/>
              <a:gd name="connsiteY4" fmla="*/ 212067 h 2012292"/>
              <a:gd name="connsiteX5" fmla="*/ 762000 w 2943225"/>
              <a:gd name="connsiteY5" fmla="*/ 2517 h 2012292"/>
              <a:gd name="connsiteX6" fmla="*/ 1000125 w 2943225"/>
              <a:gd name="connsiteY6" fmla="*/ 335892 h 2012292"/>
              <a:gd name="connsiteX7" fmla="*/ 1247775 w 2943225"/>
              <a:gd name="connsiteY7" fmla="*/ 1221717 h 2012292"/>
              <a:gd name="connsiteX8" fmla="*/ 1790700 w 2943225"/>
              <a:gd name="connsiteY8" fmla="*/ 1745592 h 2012292"/>
              <a:gd name="connsiteX9" fmla="*/ 2943225 w 2943225"/>
              <a:gd name="connsiteY9" fmla="*/ 1993242 h 2012292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62000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2629 h 2012629"/>
              <a:gd name="connsiteX1" fmla="*/ 190500 w 2943225"/>
              <a:gd name="connsiteY1" fmla="*/ 1764979 h 2012629"/>
              <a:gd name="connsiteX2" fmla="*/ 361950 w 2943225"/>
              <a:gd name="connsiteY2" fmla="*/ 1317304 h 2012629"/>
              <a:gd name="connsiteX3" fmla="*/ 447675 w 2943225"/>
              <a:gd name="connsiteY3" fmla="*/ 726754 h 2012629"/>
              <a:gd name="connsiteX4" fmla="*/ 552450 w 2943225"/>
              <a:gd name="connsiteY4" fmla="*/ 212404 h 2012629"/>
              <a:gd name="connsiteX5" fmla="*/ 733425 w 2943225"/>
              <a:gd name="connsiteY5" fmla="*/ 2854 h 2012629"/>
              <a:gd name="connsiteX6" fmla="*/ 952500 w 2943225"/>
              <a:gd name="connsiteY6" fmla="*/ 345754 h 2012629"/>
              <a:gd name="connsiteX7" fmla="*/ 1247775 w 2943225"/>
              <a:gd name="connsiteY7" fmla="*/ 1222054 h 2012629"/>
              <a:gd name="connsiteX8" fmla="*/ 1790700 w 2943225"/>
              <a:gd name="connsiteY8" fmla="*/ 1745929 h 2012629"/>
              <a:gd name="connsiteX9" fmla="*/ 2943225 w 2943225"/>
              <a:gd name="connsiteY9" fmla="*/ 1993579 h 2012629"/>
              <a:gd name="connsiteX0" fmla="*/ 0 w 2943225"/>
              <a:gd name="connsiteY0" fmla="*/ 2011102 h 2011102"/>
              <a:gd name="connsiteX1" fmla="*/ 190500 w 2943225"/>
              <a:gd name="connsiteY1" fmla="*/ 176345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361950 w 2943225"/>
              <a:gd name="connsiteY2" fmla="*/ 1315777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1102 h 2011102"/>
              <a:gd name="connsiteX1" fmla="*/ 66675 w 2943225"/>
              <a:gd name="connsiteY1" fmla="*/ 1439602 h 2011102"/>
              <a:gd name="connsiteX2" fmla="*/ 123825 w 2943225"/>
              <a:gd name="connsiteY2" fmla="*/ 906202 h 2011102"/>
              <a:gd name="connsiteX3" fmla="*/ 447675 w 2943225"/>
              <a:gd name="connsiteY3" fmla="*/ 725227 h 2011102"/>
              <a:gd name="connsiteX4" fmla="*/ 552450 w 2943225"/>
              <a:gd name="connsiteY4" fmla="*/ 210877 h 2011102"/>
              <a:gd name="connsiteX5" fmla="*/ 733425 w 2943225"/>
              <a:gd name="connsiteY5" fmla="*/ 1327 h 2011102"/>
              <a:gd name="connsiteX6" fmla="*/ 942975 w 2943225"/>
              <a:gd name="connsiteY6" fmla="*/ 296602 h 2011102"/>
              <a:gd name="connsiteX7" fmla="*/ 1247775 w 2943225"/>
              <a:gd name="connsiteY7" fmla="*/ 1220527 h 2011102"/>
              <a:gd name="connsiteX8" fmla="*/ 1790700 w 2943225"/>
              <a:gd name="connsiteY8" fmla="*/ 1744402 h 2011102"/>
              <a:gd name="connsiteX9" fmla="*/ 2943225 w 2943225"/>
              <a:gd name="connsiteY9" fmla="*/ 1992052 h 2011102"/>
              <a:gd name="connsiteX0" fmla="*/ 0 w 2943225"/>
              <a:gd name="connsiteY0" fmla="*/ 2010697 h 2010697"/>
              <a:gd name="connsiteX1" fmla="*/ 66675 w 2943225"/>
              <a:gd name="connsiteY1" fmla="*/ 1439197 h 2010697"/>
              <a:gd name="connsiteX2" fmla="*/ 123825 w 2943225"/>
              <a:gd name="connsiteY2" fmla="*/ 905797 h 2010697"/>
              <a:gd name="connsiteX3" fmla="*/ 171450 w 2943225"/>
              <a:gd name="connsiteY3" fmla="*/ 410497 h 2010697"/>
              <a:gd name="connsiteX4" fmla="*/ 552450 w 2943225"/>
              <a:gd name="connsiteY4" fmla="*/ 210472 h 2010697"/>
              <a:gd name="connsiteX5" fmla="*/ 733425 w 2943225"/>
              <a:gd name="connsiteY5" fmla="*/ 922 h 2010697"/>
              <a:gd name="connsiteX6" fmla="*/ 942975 w 2943225"/>
              <a:gd name="connsiteY6" fmla="*/ 296197 h 2010697"/>
              <a:gd name="connsiteX7" fmla="*/ 1247775 w 2943225"/>
              <a:gd name="connsiteY7" fmla="*/ 1220122 h 2010697"/>
              <a:gd name="connsiteX8" fmla="*/ 1790700 w 2943225"/>
              <a:gd name="connsiteY8" fmla="*/ 1743997 h 2010697"/>
              <a:gd name="connsiteX9" fmla="*/ 2943225 w 2943225"/>
              <a:gd name="connsiteY9" fmla="*/ 1991647 h 2010697"/>
              <a:gd name="connsiteX0" fmla="*/ 0 w 2943225"/>
              <a:gd name="connsiteY0" fmla="*/ 2025172 h 2025172"/>
              <a:gd name="connsiteX1" fmla="*/ 66675 w 2943225"/>
              <a:gd name="connsiteY1" fmla="*/ 1453672 h 2025172"/>
              <a:gd name="connsiteX2" fmla="*/ 123825 w 2943225"/>
              <a:gd name="connsiteY2" fmla="*/ 920272 h 2025172"/>
              <a:gd name="connsiteX3" fmla="*/ 171450 w 2943225"/>
              <a:gd name="connsiteY3" fmla="*/ 424972 h 2025172"/>
              <a:gd name="connsiteX4" fmla="*/ 238125 w 2943225"/>
              <a:gd name="connsiteY4" fmla="*/ 82072 h 2025172"/>
              <a:gd name="connsiteX5" fmla="*/ 733425 w 2943225"/>
              <a:gd name="connsiteY5" fmla="*/ 15397 h 2025172"/>
              <a:gd name="connsiteX6" fmla="*/ 942975 w 2943225"/>
              <a:gd name="connsiteY6" fmla="*/ 310672 h 2025172"/>
              <a:gd name="connsiteX7" fmla="*/ 1247775 w 2943225"/>
              <a:gd name="connsiteY7" fmla="*/ 1234597 h 2025172"/>
              <a:gd name="connsiteX8" fmla="*/ 1790700 w 2943225"/>
              <a:gd name="connsiteY8" fmla="*/ 1758472 h 2025172"/>
              <a:gd name="connsiteX9" fmla="*/ 2943225 w 2943225"/>
              <a:gd name="connsiteY9" fmla="*/ 2006122 h 2025172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123825 w 2943225"/>
              <a:gd name="connsiteY2" fmla="*/ 1025924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66675 w 2943225"/>
              <a:gd name="connsiteY1" fmla="*/ 155932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57150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24 h 2130824"/>
              <a:gd name="connsiteX1" fmla="*/ 19050 w 2943225"/>
              <a:gd name="connsiteY1" fmla="*/ 1540274 h 2130824"/>
              <a:gd name="connsiteX2" fmla="*/ 28575 w 2943225"/>
              <a:gd name="connsiteY2" fmla="*/ 997349 h 2130824"/>
              <a:gd name="connsiteX3" fmla="*/ 171450 w 2943225"/>
              <a:gd name="connsiteY3" fmla="*/ 530624 h 2130824"/>
              <a:gd name="connsiteX4" fmla="*/ 238125 w 2943225"/>
              <a:gd name="connsiteY4" fmla="*/ 187724 h 2130824"/>
              <a:gd name="connsiteX5" fmla="*/ 361950 w 2943225"/>
              <a:gd name="connsiteY5" fmla="*/ 6749 h 2130824"/>
              <a:gd name="connsiteX6" fmla="*/ 942975 w 2943225"/>
              <a:gd name="connsiteY6" fmla="*/ 416324 h 2130824"/>
              <a:gd name="connsiteX7" fmla="*/ 1247775 w 2943225"/>
              <a:gd name="connsiteY7" fmla="*/ 1340249 h 2130824"/>
              <a:gd name="connsiteX8" fmla="*/ 1790700 w 2943225"/>
              <a:gd name="connsiteY8" fmla="*/ 1864124 h 2130824"/>
              <a:gd name="connsiteX9" fmla="*/ 2943225 w 2943225"/>
              <a:gd name="connsiteY9" fmla="*/ 2111774 h 2130824"/>
              <a:gd name="connsiteX0" fmla="*/ 0 w 2943225"/>
              <a:gd name="connsiteY0" fmla="*/ 2130886 h 2130886"/>
              <a:gd name="connsiteX1" fmla="*/ 19050 w 2943225"/>
              <a:gd name="connsiteY1" fmla="*/ 1540336 h 2130886"/>
              <a:gd name="connsiteX2" fmla="*/ 28575 w 2943225"/>
              <a:gd name="connsiteY2" fmla="*/ 997411 h 2130886"/>
              <a:gd name="connsiteX3" fmla="*/ 47625 w 2943225"/>
              <a:gd name="connsiteY3" fmla="*/ 540211 h 2130886"/>
              <a:gd name="connsiteX4" fmla="*/ 238125 w 2943225"/>
              <a:gd name="connsiteY4" fmla="*/ 187786 h 2130886"/>
              <a:gd name="connsiteX5" fmla="*/ 361950 w 2943225"/>
              <a:gd name="connsiteY5" fmla="*/ 6811 h 2130886"/>
              <a:gd name="connsiteX6" fmla="*/ 942975 w 2943225"/>
              <a:gd name="connsiteY6" fmla="*/ 416386 h 2130886"/>
              <a:gd name="connsiteX7" fmla="*/ 1247775 w 2943225"/>
              <a:gd name="connsiteY7" fmla="*/ 1340311 h 2130886"/>
              <a:gd name="connsiteX8" fmla="*/ 1790700 w 2943225"/>
              <a:gd name="connsiteY8" fmla="*/ 1864186 h 2130886"/>
              <a:gd name="connsiteX9" fmla="*/ 2943225 w 2943225"/>
              <a:gd name="connsiteY9" fmla="*/ 2111836 h 2130886"/>
              <a:gd name="connsiteX0" fmla="*/ 0 w 2943225"/>
              <a:gd name="connsiteY0" fmla="*/ 2124665 h 2124665"/>
              <a:gd name="connsiteX1" fmla="*/ 19050 w 2943225"/>
              <a:gd name="connsiteY1" fmla="*/ 1534115 h 2124665"/>
              <a:gd name="connsiteX2" fmla="*/ 28575 w 2943225"/>
              <a:gd name="connsiteY2" fmla="*/ 991190 h 2124665"/>
              <a:gd name="connsiteX3" fmla="*/ 47625 w 2943225"/>
              <a:gd name="connsiteY3" fmla="*/ 533990 h 2124665"/>
              <a:gd name="connsiteX4" fmla="*/ 123825 w 2943225"/>
              <a:gd name="connsiteY4" fmla="*/ 324440 h 2124665"/>
              <a:gd name="connsiteX5" fmla="*/ 361950 w 2943225"/>
              <a:gd name="connsiteY5" fmla="*/ 590 h 2124665"/>
              <a:gd name="connsiteX6" fmla="*/ 942975 w 2943225"/>
              <a:gd name="connsiteY6" fmla="*/ 410165 h 2124665"/>
              <a:gd name="connsiteX7" fmla="*/ 1247775 w 2943225"/>
              <a:gd name="connsiteY7" fmla="*/ 1334090 h 2124665"/>
              <a:gd name="connsiteX8" fmla="*/ 1790700 w 2943225"/>
              <a:gd name="connsiteY8" fmla="*/ 1857965 h 2124665"/>
              <a:gd name="connsiteX9" fmla="*/ 2943225 w 2943225"/>
              <a:gd name="connsiteY9" fmla="*/ 2105615 h 2124665"/>
              <a:gd name="connsiteX0" fmla="*/ 0 w 2943225"/>
              <a:gd name="connsiteY0" fmla="*/ 2001227 h 2001227"/>
              <a:gd name="connsiteX1" fmla="*/ 19050 w 2943225"/>
              <a:gd name="connsiteY1" fmla="*/ 1410677 h 2001227"/>
              <a:gd name="connsiteX2" fmla="*/ 28575 w 2943225"/>
              <a:gd name="connsiteY2" fmla="*/ 867752 h 2001227"/>
              <a:gd name="connsiteX3" fmla="*/ 47625 w 2943225"/>
              <a:gd name="connsiteY3" fmla="*/ 410552 h 2001227"/>
              <a:gd name="connsiteX4" fmla="*/ 123825 w 2943225"/>
              <a:gd name="connsiteY4" fmla="*/ 201002 h 2001227"/>
              <a:gd name="connsiteX5" fmla="*/ 333375 w 2943225"/>
              <a:gd name="connsiteY5" fmla="*/ 977 h 2001227"/>
              <a:gd name="connsiteX6" fmla="*/ 942975 w 2943225"/>
              <a:gd name="connsiteY6" fmla="*/ 286727 h 2001227"/>
              <a:gd name="connsiteX7" fmla="*/ 1247775 w 2943225"/>
              <a:gd name="connsiteY7" fmla="*/ 1210652 h 2001227"/>
              <a:gd name="connsiteX8" fmla="*/ 1790700 w 2943225"/>
              <a:gd name="connsiteY8" fmla="*/ 1734527 h 2001227"/>
              <a:gd name="connsiteX9" fmla="*/ 2943225 w 2943225"/>
              <a:gd name="connsiteY9" fmla="*/ 1982177 h 2001227"/>
              <a:gd name="connsiteX0" fmla="*/ 0 w 2943225"/>
              <a:gd name="connsiteY0" fmla="*/ 2000462 h 2000462"/>
              <a:gd name="connsiteX1" fmla="*/ 19050 w 2943225"/>
              <a:gd name="connsiteY1" fmla="*/ 1409912 h 2000462"/>
              <a:gd name="connsiteX2" fmla="*/ 28575 w 2943225"/>
              <a:gd name="connsiteY2" fmla="*/ 866987 h 2000462"/>
              <a:gd name="connsiteX3" fmla="*/ 47625 w 2943225"/>
              <a:gd name="connsiteY3" fmla="*/ 409787 h 2000462"/>
              <a:gd name="connsiteX4" fmla="*/ 123825 w 2943225"/>
              <a:gd name="connsiteY4" fmla="*/ 200237 h 2000462"/>
              <a:gd name="connsiteX5" fmla="*/ 333375 w 2943225"/>
              <a:gd name="connsiteY5" fmla="*/ 212 h 2000462"/>
              <a:gd name="connsiteX6" fmla="*/ 657225 w 2943225"/>
              <a:gd name="connsiteY6" fmla="*/ 238337 h 2000462"/>
              <a:gd name="connsiteX7" fmla="*/ 1247775 w 2943225"/>
              <a:gd name="connsiteY7" fmla="*/ 1209887 h 2000462"/>
              <a:gd name="connsiteX8" fmla="*/ 1790700 w 2943225"/>
              <a:gd name="connsiteY8" fmla="*/ 1733762 h 2000462"/>
              <a:gd name="connsiteX9" fmla="*/ 2943225 w 2943225"/>
              <a:gd name="connsiteY9" fmla="*/ 1981412 h 2000462"/>
              <a:gd name="connsiteX0" fmla="*/ 0 w 2943225"/>
              <a:gd name="connsiteY0" fmla="*/ 2001004 h 2001004"/>
              <a:gd name="connsiteX1" fmla="*/ 19050 w 2943225"/>
              <a:gd name="connsiteY1" fmla="*/ 1410454 h 2001004"/>
              <a:gd name="connsiteX2" fmla="*/ 28575 w 2943225"/>
              <a:gd name="connsiteY2" fmla="*/ 867529 h 2001004"/>
              <a:gd name="connsiteX3" fmla="*/ 47625 w 2943225"/>
              <a:gd name="connsiteY3" fmla="*/ 410329 h 2001004"/>
              <a:gd name="connsiteX4" fmla="*/ 133350 w 2943225"/>
              <a:gd name="connsiteY4" fmla="*/ 172204 h 2001004"/>
              <a:gd name="connsiteX5" fmla="*/ 333375 w 2943225"/>
              <a:gd name="connsiteY5" fmla="*/ 754 h 2001004"/>
              <a:gd name="connsiteX6" fmla="*/ 657225 w 2943225"/>
              <a:gd name="connsiteY6" fmla="*/ 238879 h 2001004"/>
              <a:gd name="connsiteX7" fmla="*/ 1247775 w 2943225"/>
              <a:gd name="connsiteY7" fmla="*/ 1210429 h 2001004"/>
              <a:gd name="connsiteX8" fmla="*/ 1790700 w 2943225"/>
              <a:gd name="connsiteY8" fmla="*/ 1734304 h 2001004"/>
              <a:gd name="connsiteX9" fmla="*/ 2943225 w 2943225"/>
              <a:gd name="connsiteY9" fmla="*/ 1981954 h 2001004"/>
              <a:gd name="connsiteX0" fmla="*/ 0 w 2943225"/>
              <a:gd name="connsiteY0" fmla="*/ 2002084 h 2002084"/>
              <a:gd name="connsiteX1" fmla="*/ 19050 w 2943225"/>
              <a:gd name="connsiteY1" fmla="*/ 1411534 h 2002084"/>
              <a:gd name="connsiteX2" fmla="*/ 28575 w 2943225"/>
              <a:gd name="connsiteY2" fmla="*/ 868609 h 2002084"/>
              <a:gd name="connsiteX3" fmla="*/ 47625 w 2943225"/>
              <a:gd name="connsiteY3" fmla="*/ 411409 h 2002084"/>
              <a:gd name="connsiteX4" fmla="*/ 161925 w 2943225"/>
              <a:gd name="connsiteY4" fmla="*/ 144709 h 2002084"/>
              <a:gd name="connsiteX5" fmla="*/ 333375 w 2943225"/>
              <a:gd name="connsiteY5" fmla="*/ 1834 h 2002084"/>
              <a:gd name="connsiteX6" fmla="*/ 657225 w 2943225"/>
              <a:gd name="connsiteY6" fmla="*/ 239959 h 2002084"/>
              <a:gd name="connsiteX7" fmla="*/ 1247775 w 2943225"/>
              <a:gd name="connsiteY7" fmla="*/ 1211509 h 2002084"/>
              <a:gd name="connsiteX8" fmla="*/ 1790700 w 2943225"/>
              <a:gd name="connsiteY8" fmla="*/ 1735384 h 2002084"/>
              <a:gd name="connsiteX9" fmla="*/ 2943225 w 2943225"/>
              <a:gd name="connsiteY9" fmla="*/ 1983034 h 2002084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1247775 w 2943225"/>
              <a:gd name="connsiteY7" fmla="*/ 121020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782 h 2000782"/>
              <a:gd name="connsiteX1" fmla="*/ 19050 w 2943225"/>
              <a:gd name="connsiteY1" fmla="*/ 1410232 h 2000782"/>
              <a:gd name="connsiteX2" fmla="*/ 28575 w 2943225"/>
              <a:gd name="connsiteY2" fmla="*/ 867307 h 2000782"/>
              <a:gd name="connsiteX3" fmla="*/ 47625 w 2943225"/>
              <a:gd name="connsiteY3" fmla="*/ 410107 h 2000782"/>
              <a:gd name="connsiteX4" fmla="*/ 161925 w 2943225"/>
              <a:gd name="connsiteY4" fmla="*/ 143407 h 2000782"/>
              <a:gd name="connsiteX5" fmla="*/ 333375 w 2943225"/>
              <a:gd name="connsiteY5" fmla="*/ 532 h 2000782"/>
              <a:gd name="connsiteX6" fmla="*/ 600075 w 2943225"/>
              <a:gd name="connsiteY6" fmla="*/ 191032 h 2000782"/>
              <a:gd name="connsiteX7" fmla="*/ 952500 w 2943225"/>
              <a:gd name="connsiteY7" fmla="*/ 1038757 h 2000782"/>
              <a:gd name="connsiteX8" fmla="*/ 1790700 w 2943225"/>
              <a:gd name="connsiteY8" fmla="*/ 1734082 h 2000782"/>
              <a:gd name="connsiteX9" fmla="*/ 2943225 w 2943225"/>
              <a:gd name="connsiteY9" fmla="*/ 1981732 h 2000782"/>
              <a:gd name="connsiteX0" fmla="*/ 0 w 2943225"/>
              <a:gd name="connsiteY0" fmla="*/ 2000417 h 2000417"/>
              <a:gd name="connsiteX1" fmla="*/ 19050 w 2943225"/>
              <a:gd name="connsiteY1" fmla="*/ 1409867 h 2000417"/>
              <a:gd name="connsiteX2" fmla="*/ 28575 w 2943225"/>
              <a:gd name="connsiteY2" fmla="*/ 866942 h 2000417"/>
              <a:gd name="connsiteX3" fmla="*/ 47625 w 2943225"/>
              <a:gd name="connsiteY3" fmla="*/ 409742 h 2000417"/>
              <a:gd name="connsiteX4" fmla="*/ 133350 w 2943225"/>
              <a:gd name="connsiteY4" fmla="*/ 162092 h 2000417"/>
              <a:gd name="connsiteX5" fmla="*/ 333375 w 2943225"/>
              <a:gd name="connsiteY5" fmla="*/ 167 h 2000417"/>
              <a:gd name="connsiteX6" fmla="*/ 600075 w 2943225"/>
              <a:gd name="connsiteY6" fmla="*/ 190667 h 2000417"/>
              <a:gd name="connsiteX7" fmla="*/ 952500 w 2943225"/>
              <a:gd name="connsiteY7" fmla="*/ 1038392 h 2000417"/>
              <a:gd name="connsiteX8" fmla="*/ 1790700 w 2943225"/>
              <a:gd name="connsiteY8" fmla="*/ 1733717 h 2000417"/>
              <a:gd name="connsiteX9" fmla="*/ 2943225 w 2943225"/>
              <a:gd name="connsiteY9" fmla="*/ 1981367 h 2000417"/>
              <a:gd name="connsiteX0" fmla="*/ 0 w 2943225"/>
              <a:gd name="connsiteY0" fmla="*/ 2000433 h 2000433"/>
              <a:gd name="connsiteX1" fmla="*/ 19050 w 2943225"/>
              <a:gd name="connsiteY1" fmla="*/ 1409883 h 2000433"/>
              <a:gd name="connsiteX2" fmla="*/ 28575 w 2943225"/>
              <a:gd name="connsiteY2" fmla="*/ 866958 h 2000433"/>
              <a:gd name="connsiteX3" fmla="*/ 47625 w 2943225"/>
              <a:gd name="connsiteY3" fmla="*/ 466908 h 2000433"/>
              <a:gd name="connsiteX4" fmla="*/ 133350 w 2943225"/>
              <a:gd name="connsiteY4" fmla="*/ 162108 h 2000433"/>
              <a:gd name="connsiteX5" fmla="*/ 333375 w 2943225"/>
              <a:gd name="connsiteY5" fmla="*/ 183 h 2000433"/>
              <a:gd name="connsiteX6" fmla="*/ 600075 w 2943225"/>
              <a:gd name="connsiteY6" fmla="*/ 190683 h 2000433"/>
              <a:gd name="connsiteX7" fmla="*/ 952500 w 2943225"/>
              <a:gd name="connsiteY7" fmla="*/ 1038408 h 2000433"/>
              <a:gd name="connsiteX8" fmla="*/ 1790700 w 2943225"/>
              <a:gd name="connsiteY8" fmla="*/ 1733733 h 2000433"/>
              <a:gd name="connsiteX9" fmla="*/ 2943225 w 2943225"/>
              <a:gd name="connsiteY9" fmla="*/ 1981383 h 2000433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790700 w 2943225"/>
              <a:gd name="connsiteY8" fmla="*/ 1734221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619250 w 2943225"/>
              <a:gd name="connsiteY8" fmla="*/ 166754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952500 w 2943225"/>
              <a:gd name="connsiteY7" fmla="*/ 1038896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943225 w 2943225"/>
              <a:gd name="connsiteY9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38351 w 2943225"/>
              <a:gd name="connsiteY9" fmla="*/ 17723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104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057401 w 2943225"/>
              <a:gd name="connsiteY9" fmla="*/ 1848521 h 2000921"/>
              <a:gd name="connsiteX10" fmla="*/ 2943225 w 2943225"/>
              <a:gd name="connsiteY10" fmla="*/ 1981871 h 2000921"/>
              <a:gd name="connsiteX0" fmla="*/ 0 w 2943225"/>
              <a:gd name="connsiteY0" fmla="*/ 2000921 h 2000921"/>
              <a:gd name="connsiteX1" fmla="*/ 19050 w 2943225"/>
              <a:gd name="connsiteY1" fmla="*/ 1410371 h 2000921"/>
              <a:gd name="connsiteX2" fmla="*/ 28575 w 2943225"/>
              <a:gd name="connsiteY2" fmla="*/ 867446 h 2000921"/>
              <a:gd name="connsiteX3" fmla="*/ 47625 w 2943225"/>
              <a:gd name="connsiteY3" fmla="*/ 467396 h 2000921"/>
              <a:gd name="connsiteX4" fmla="*/ 133350 w 2943225"/>
              <a:gd name="connsiteY4" fmla="*/ 162596 h 2000921"/>
              <a:gd name="connsiteX5" fmla="*/ 333375 w 2943225"/>
              <a:gd name="connsiteY5" fmla="*/ 671 h 2000921"/>
              <a:gd name="connsiteX6" fmla="*/ 600075 w 2943225"/>
              <a:gd name="connsiteY6" fmla="*/ 219746 h 2000921"/>
              <a:gd name="connsiteX7" fmla="*/ 857250 w 2943225"/>
              <a:gd name="connsiteY7" fmla="*/ 857921 h 2000921"/>
              <a:gd name="connsiteX8" fmla="*/ 1400175 w 2943225"/>
              <a:gd name="connsiteY8" fmla="*/ 1572296 h 2000921"/>
              <a:gd name="connsiteX9" fmla="*/ 2143126 w 2943225"/>
              <a:gd name="connsiteY9" fmla="*/ 1867571 h 2000921"/>
              <a:gd name="connsiteX10" fmla="*/ 2943225 w 2943225"/>
              <a:gd name="connsiteY10" fmla="*/ 1981871 h 2000921"/>
              <a:gd name="connsiteX0" fmla="*/ 0 w 2952750"/>
              <a:gd name="connsiteY0" fmla="*/ 2000921 h 2010446"/>
              <a:gd name="connsiteX1" fmla="*/ 19050 w 2952750"/>
              <a:gd name="connsiteY1" fmla="*/ 1410371 h 2010446"/>
              <a:gd name="connsiteX2" fmla="*/ 28575 w 2952750"/>
              <a:gd name="connsiteY2" fmla="*/ 867446 h 2010446"/>
              <a:gd name="connsiteX3" fmla="*/ 47625 w 2952750"/>
              <a:gd name="connsiteY3" fmla="*/ 467396 h 2010446"/>
              <a:gd name="connsiteX4" fmla="*/ 133350 w 2952750"/>
              <a:gd name="connsiteY4" fmla="*/ 162596 h 2010446"/>
              <a:gd name="connsiteX5" fmla="*/ 333375 w 2952750"/>
              <a:gd name="connsiteY5" fmla="*/ 671 h 2010446"/>
              <a:gd name="connsiteX6" fmla="*/ 600075 w 2952750"/>
              <a:gd name="connsiteY6" fmla="*/ 219746 h 2010446"/>
              <a:gd name="connsiteX7" fmla="*/ 857250 w 2952750"/>
              <a:gd name="connsiteY7" fmla="*/ 857921 h 2010446"/>
              <a:gd name="connsiteX8" fmla="*/ 1400175 w 2952750"/>
              <a:gd name="connsiteY8" fmla="*/ 1572296 h 2010446"/>
              <a:gd name="connsiteX9" fmla="*/ 2143126 w 2952750"/>
              <a:gd name="connsiteY9" fmla="*/ 1867571 h 2010446"/>
              <a:gd name="connsiteX10" fmla="*/ 2952750 w 2952750"/>
              <a:gd name="connsiteY10" fmla="*/ 2010446 h 2010446"/>
              <a:gd name="connsiteX0" fmla="*/ 0 w 2924175"/>
              <a:gd name="connsiteY0" fmla="*/ 2000921 h 2000921"/>
              <a:gd name="connsiteX1" fmla="*/ 19050 w 2924175"/>
              <a:gd name="connsiteY1" fmla="*/ 1410371 h 2000921"/>
              <a:gd name="connsiteX2" fmla="*/ 28575 w 2924175"/>
              <a:gd name="connsiteY2" fmla="*/ 867446 h 2000921"/>
              <a:gd name="connsiteX3" fmla="*/ 47625 w 2924175"/>
              <a:gd name="connsiteY3" fmla="*/ 467396 h 2000921"/>
              <a:gd name="connsiteX4" fmla="*/ 133350 w 2924175"/>
              <a:gd name="connsiteY4" fmla="*/ 162596 h 2000921"/>
              <a:gd name="connsiteX5" fmla="*/ 333375 w 2924175"/>
              <a:gd name="connsiteY5" fmla="*/ 671 h 2000921"/>
              <a:gd name="connsiteX6" fmla="*/ 600075 w 2924175"/>
              <a:gd name="connsiteY6" fmla="*/ 219746 h 2000921"/>
              <a:gd name="connsiteX7" fmla="*/ 857250 w 2924175"/>
              <a:gd name="connsiteY7" fmla="*/ 857921 h 2000921"/>
              <a:gd name="connsiteX8" fmla="*/ 1400175 w 2924175"/>
              <a:gd name="connsiteY8" fmla="*/ 1572296 h 2000921"/>
              <a:gd name="connsiteX9" fmla="*/ 2143126 w 2924175"/>
              <a:gd name="connsiteY9" fmla="*/ 1867571 h 2000921"/>
              <a:gd name="connsiteX10" fmla="*/ 2924175 w 2924175"/>
              <a:gd name="connsiteY10" fmla="*/ 1991396 h 2000921"/>
              <a:gd name="connsiteX0" fmla="*/ 22491 w 2946666"/>
              <a:gd name="connsiteY0" fmla="*/ 2018264 h 2018264"/>
              <a:gd name="connsiteX1" fmla="*/ 41541 w 2946666"/>
              <a:gd name="connsiteY1" fmla="*/ 1427714 h 2018264"/>
              <a:gd name="connsiteX2" fmla="*/ 51066 w 2946666"/>
              <a:gd name="connsiteY2" fmla="*/ 884789 h 2018264"/>
              <a:gd name="connsiteX3" fmla="*/ 70116 w 2946666"/>
              <a:gd name="connsiteY3" fmla="*/ 484739 h 2018264"/>
              <a:gd name="connsiteX4" fmla="*/ 12966 w 2946666"/>
              <a:gd name="connsiteY4" fmla="*/ 65639 h 2018264"/>
              <a:gd name="connsiteX5" fmla="*/ 355866 w 2946666"/>
              <a:gd name="connsiteY5" fmla="*/ 18014 h 2018264"/>
              <a:gd name="connsiteX6" fmla="*/ 622566 w 2946666"/>
              <a:gd name="connsiteY6" fmla="*/ 237089 h 2018264"/>
              <a:gd name="connsiteX7" fmla="*/ 879741 w 2946666"/>
              <a:gd name="connsiteY7" fmla="*/ 875264 h 2018264"/>
              <a:gd name="connsiteX8" fmla="*/ 1422666 w 2946666"/>
              <a:gd name="connsiteY8" fmla="*/ 1589639 h 2018264"/>
              <a:gd name="connsiteX9" fmla="*/ 2165617 w 2946666"/>
              <a:gd name="connsiteY9" fmla="*/ 1884914 h 2018264"/>
              <a:gd name="connsiteX10" fmla="*/ 2946666 w 2946666"/>
              <a:gd name="connsiteY10" fmla="*/ 2008739 h 2018264"/>
              <a:gd name="connsiteX0" fmla="*/ 28065 w 2952240"/>
              <a:gd name="connsiteY0" fmla="*/ 2017834 h 2017834"/>
              <a:gd name="connsiteX1" fmla="*/ 47115 w 2952240"/>
              <a:gd name="connsiteY1" fmla="*/ 1427284 h 2017834"/>
              <a:gd name="connsiteX2" fmla="*/ 56640 w 2952240"/>
              <a:gd name="connsiteY2" fmla="*/ 884359 h 2017834"/>
              <a:gd name="connsiteX3" fmla="*/ 47115 w 2952240"/>
              <a:gd name="connsiteY3" fmla="*/ 474784 h 2017834"/>
              <a:gd name="connsiteX4" fmla="*/ 18540 w 2952240"/>
              <a:gd name="connsiteY4" fmla="*/ 65209 h 2017834"/>
              <a:gd name="connsiteX5" fmla="*/ 361440 w 2952240"/>
              <a:gd name="connsiteY5" fmla="*/ 17584 h 2017834"/>
              <a:gd name="connsiteX6" fmla="*/ 628140 w 2952240"/>
              <a:gd name="connsiteY6" fmla="*/ 236659 h 2017834"/>
              <a:gd name="connsiteX7" fmla="*/ 885315 w 2952240"/>
              <a:gd name="connsiteY7" fmla="*/ 874834 h 2017834"/>
              <a:gd name="connsiteX8" fmla="*/ 1428240 w 2952240"/>
              <a:gd name="connsiteY8" fmla="*/ 1589209 h 2017834"/>
              <a:gd name="connsiteX9" fmla="*/ 2171191 w 2952240"/>
              <a:gd name="connsiteY9" fmla="*/ 1884484 h 2017834"/>
              <a:gd name="connsiteX10" fmla="*/ 2952240 w 2952240"/>
              <a:gd name="connsiteY10" fmla="*/ 2008309 h 2017834"/>
              <a:gd name="connsiteX0" fmla="*/ 27386 w 2951561"/>
              <a:gd name="connsiteY0" fmla="*/ 2017834 h 2017834"/>
              <a:gd name="connsiteX1" fmla="*/ 46436 w 2951561"/>
              <a:gd name="connsiteY1" fmla="*/ 1427284 h 2017834"/>
              <a:gd name="connsiteX2" fmla="*/ 27386 w 2951561"/>
              <a:gd name="connsiteY2" fmla="*/ 884359 h 2017834"/>
              <a:gd name="connsiteX3" fmla="*/ 46436 w 2951561"/>
              <a:gd name="connsiteY3" fmla="*/ 474784 h 2017834"/>
              <a:gd name="connsiteX4" fmla="*/ 17861 w 2951561"/>
              <a:gd name="connsiteY4" fmla="*/ 65209 h 2017834"/>
              <a:gd name="connsiteX5" fmla="*/ 360761 w 2951561"/>
              <a:gd name="connsiteY5" fmla="*/ 17584 h 2017834"/>
              <a:gd name="connsiteX6" fmla="*/ 627461 w 2951561"/>
              <a:gd name="connsiteY6" fmla="*/ 236659 h 2017834"/>
              <a:gd name="connsiteX7" fmla="*/ 884636 w 2951561"/>
              <a:gd name="connsiteY7" fmla="*/ 874834 h 2017834"/>
              <a:gd name="connsiteX8" fmla="*/ 1427561 w 2951561"/>
              <a:gd name="connsiteY8" fmla="*/ 1589209 h 2017834"/>
              <a:gd name="connsiteX9" fmla="*/ 2170512 w 2951561"/>
              <a:gd name="connsiteY9" fmla="*/ 1884484 h 2017834"/>
              <a:gd name="connsiteX10" fmla="*/ 2951561 w 2951561"/>
              <a:gd name="connsiteY10" fmla="*/ 2008309 h 2017834"/>
              <a:gd name="connsiteX0" fmla="*/ 11230 w 2935405"/>
              <a:gd name="connsiteY0" fmla="*/ 2014361 h 2014361"/>
              <a:gd name="connsiteX1" fmla="*/ 30280 w 2935405"/>
              <a:gd name="connsiteY1" fmla="*/ 1423811 h 2014361"/>
              <a:gd name="connsiteX2" fmla="*/ 11230 w 2935405"/>
              <a:gd name="connsiteY2" fmla="*/ 880886 h 2014361"/>
              <a:gd name="connsiteX3" fmla="*/ 30280 w 2935405"/>
              <a:gd name="connsiteY3" fmla="*/ 471311 h 2014361"/>
              <a:gd name="connsiteX4" fmla="*/ 20755 w 2935405"/>
              <a:gd name="connsiteY4" fmla="*/ 71261 h 2014361"/>
              <a:gd name="connsiteX5" fmla="*/ 344605 w 2935405"/>
              <a:gd name="connsiteY5" fmla="*/ 14111 h 2014361"/>
              <a:gd name="connsiteX6" fmla="*/ 611305 w 2935405"/>
              <a:gd name="connsiteY6" fmla="*/ 233186 h 2014361"/>
              <a:gd name="connsiteX7" fmla="*/ 868480 w 2935405"/>
              <a:gd name="connsiteY7" fmla="*/ 871361 h 2014361"/>
              <a:gd name="connsiteX8" fmla="*/ 1411405 w 2935405"/>
              <a:gd name="connsiteY8" fmla="*/ 1585736 h 2014361"/>
              <a:gd name="connsiteX9" fmla="*/ 2154356 w 2935405"/>
              <a:gd name="connsiteY9" fmla="*/ 1881011 h 2014361"/>
              <a:gd name="connsiteX10" fmla="*/ 2935405 w 2935405"/>
              <a:gd name="connsiteY10" fmla="*/ 2004836 h 2014361"/>
              <a:gd name="connsiteX0" fmla="*/ 11230 w 2935405"/>
              <a:gd name="connsiteY0" fmla="*/ 2014361 h 2014361"/>
              <a:gd name="connsiteX1" fmla="*/ 11230 w 2935405"/>
              <a:gd name="connsiteY1" fmla="*/ 880886 h 2014361"/>
              <a:gd name="connsiteX2" fmla="*/ 30280 w 2935405"/>
              <a:gd name="connsiteY2" fmla="*/ 471311 h 2014361"/>
              <a:gd name="connsiteX3" fmla="*/ 20755 w 2935405"/>
              <a:gd name="connsiteY3" fmla="*/ 71261 h 2014361"/>
              <a:gd name="connsiteX4" fmla="*/ 344605 w 2935405"/>
              <a:gd name="connsiteY4" fmla="*/ 14111 h 2014361"/>
              <a:gd name="connsiteX5" fmla="*/ 611305 w 2935405"/>
              <a:gd name="connsiteY5" fmla="*/ 233186 h 2014361"/>
              <a:gd name="connsiteX6" fmla="*/ 868480 w 2935405"/>
              <a:gd name="connsiteY6" fmla="*/ 871361 h 2014361"/>
              <a:gd name="connsiteX7" fmla="*/ 1411405 w 2935405"/>
              <a:gd name="connsiteY7" fmla="*/ 1585736 h 2014361"/>
              <a:gd name="connsiteX8" fmla="*/ 2154356 w 2935405"/>
              <a:gd name="connsiteY8" fmla="*/ 1881011 h 2014361"/>
              <a:gd name="connsiteX9" fmla="*/ 2935405 w 2935405"/>
              <a:gd name="connsiteY9" fmla="*/ 2004836 h 2014361"/>
              <a:gd name="connsiteX0" fmla="*/ 11230 w 2935405"/>
              <a:gd name="connsiteY0" fmla="*/ 2014361 h 2014361"/>
              <a:gd name="connsiteX1" fmla="*/ 30280 w 2935405"/>
              <a:gd name="connsiteY1" fmla="*/ 471311 h 2014361"/>
              <a:gd name="connsiteX2" fmla="*/ 20755 w 2935405"/>
              <a:gd name="connsiteY2" fmla="*/ 71261 h 2014361"/>
              <a:gd name="connsiteX3" fmla="*/ 344605 w 2935405"/>
              <a:gd name="connsiteY3" fmla="*/ 14111 h 2014361"/>
              <a:gd name="connsiteX4" fmla="*/ 611305 w 2935405"/>
              <a:gd name="connsiteY4" fmla="*/ 233186 h 2014361"/>
              <a:gd name="connsiteX5" fmla="*/ 868480 w 2935405"/>
              <a:gd name="connsiteY5" fmla="*/ 871361 h 2014361"/>
              <a:gd name="connsiteX6" fmla="*/ 1411405 w 2935405"/>
              <a:gd name="connsiteY6" fmla="*/ 1585736 h 2014361"/>
              <a:gd name="connsiteX7" fmla="*/ 2154356 w 2935405"/>
              <a:gd name="connsiteY7" fmla="*/ 1881011 h 2014361"/>
              <a:gd name="connsiteX8" fmla="*/ 2935405 w 2935405"/>
              <a:gd name="connsiteY8" fmla="*/ 2004836 h 2014361"/>
              <a:gd name="connsiteX0" fmla="*/ 17387 w 2941562"/>
              <a:gd name="connsiteY0" fmla="*/ 2115051 h 2115051"/>
              <a:gd name="connsiteX1" fmla="*/ 26912 w 2941562"/>
              <a:gd name="connsiteY1" fmla="*/ 171951 h 2115051"/>
              <a:gd name="connsiteX2" fmla="*/ 350762 w 2941562"/>
              <a:gd name="connsiteY2" fmla="*/ 114801 h 2115051"/>
              <a:gd name="connsiteX3" fmla="*/ 617462 w 2941562"/>
              <a:gd name="connsiteY3" fmla="*/ 333876 h 2115051"/>
              <a:gd name="connsiteX4" fmla="*/ 874637 w 2941562"/>
              <a:gd name="connsiteY4" fmla="*/ 972051 h 2115051"/>
              <a:gd name="connsiteX5" fmla="*/ 1417562 w 2941562"/>
              <a:gd name="connsiteY5" fmla="*/ 1686426 h 2115051"/>
              <a:gd name="connsiteX6" fmla="*/ 2160513 w 2941562"/>
              <a:gd name="connsiteY6" fmla="*/ 1981701 h 2115051"/>
              <a:gd name="connsiteX7" fmla="*/ 2941562 w 2941562"/>
              <a:gd name="connsiteY7" fmla="*/ 2105526 h 2115051"/>
              <a:gd name="connsiteX0" fmla="*/ 22292 w 2946467"/>
              <a:gd name="connsiteY0" fmla="*/ 2002142 h 2002142"/>
              <a:gd name="connsiteX1" fmla="*/ 31817 w 2946467"/>
              <a:gd name="connsiteY1" fmla="*/ 59042 h 2002142"/>
              <a:gd name="connsiteX2" fmla="*/ 422342 w 2946467"/>
              <a:gd name="connsiteY2" fmla="*/ 478142 h 2002142"/>
              <a:gd name="connsiteX3" fmla="*/ 622367 w 2946467"/>
              <a:gd name="connsiteY3" fmla="*/ 220967 h 2002142"/>
              <a:gd name="connsiteX4" fmla="*/ 879542 w 2946467"/>
              <a:gd name="connsiteY4" fmla="*/ 859142 h 2002142"/>
              <a:gd name="connsiteX5" fmla="*/ 1422467 w 2946467"/>
              <a:gd name="connsiteY5" fmla="*/ 1573517 h 2002142"/>
              <a:gd name="connsiteX6" fmla="*/ 2165418 w 2946467"/>
              <a:gd name="connsiteY6" fmla="*/ 1868792 h 2002142"/>
              <a:gd name="connsiteX7" fmla="*/ 2946467 w 2946467"/>
              <a:gd name="connsiteY7" fmla="*/ 1992617 h 2002142"/>
              <a:gd name="connsiteX0" fmla="*/ 10153 w 2934328"/>
              <a:gd name="connsiteY0" fmla="*/ 2020062 h 2020062"/>
              <a:gd name="connsiteX1" fmla="*/ 38728 w 2934328"/>
              <a:gd name="connsiteY1" fmla="*/ 57912 h 2020062"/>
              <a:gd name="connsiteX2" fmla="*/ 410203 w 2934328"/>
              <a:gd name="connsiteY2" fmla="*/ 496062 h 2020062"/>
              <a:gd name="connsiteX3" fmla="*/ 610228 w 2934328"/>
              <a:gd name="connsiteY3" fmla="*/ 238887 h 2020062"/>
              <a:gd name="connsiteX4" fmla="*/ 867403 w 2934328"/>
              <a:gd name="connsiteY4" fmla="*/ 877062 h 2020062"/>
              <a:gd name="connsiteX5" fmla="*/ 1410328 w 2934328"/>
              <a:gd name="connsiteY5" fmla="*/ 1591437 h 2020062"/>
              <a:gd name="connsiteX6" fmla="*/ 2153279 w 2934328"/>
              <a:gd name="connsiteY6" fmla="*/ 1886712 h 2020062"/>
              <a:gd name="connsiteX7" fmla="*/ 2934328 w 2934328"/>
              <a:gd name="connsiteY7" fmla="*/ 2010537 h 2020062"/>
              <a:gd name="connsiteX0" fmla="*/ 0 w 2924175"/>
              <a:gd name="connsiteY0" fmla="*/ 2016852 h 2016852"/>
              <a:gd name="connsiteX1" fmla="*/ 2857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0 w 2924175"/>
              <a:gd name="connsiteY0" fmla="*/ 2016852 h 2016852"/>
              <a:gd name="connsiteX1" fmla="*/ 9525 w 2924175"/>
              <a:gd name="connsiteY1" fmla="*/ 54702 h 2016852"/>
              <a:gd name="connsiteX2" fmla="*/ 400050 w 2924175"/>
              <a:gd name="connsiteY2" fmla="*/ 492852 h 2016852"/>
              <a:gd name="connsiteX3" fmla="*/ 600075 w 2924175"/>
              <a:gd name="connsiteY3" fmla="*/ 235677 h 2016852"/>
              <a:gd name="connsiteX4" fmla="*/ 857250 w 2924175"/>
              <a:gd name="connsiteY4" fmla="*/ 873852 h 2016852"/>
              <a:gd name="connsiteX5" fmla="*/ 1400175 w 2924175"/>
              <a:gd name="connsiteY5" fmla="*/ 1588227 h 2016852"/>
              <a:gd name="connsiteX6" fmla="*/ 2143126 w 2924175"/>
              <a:gd name="connsiteY6" fmla="*/ 1883502 h 2016852"/>
              <a:gd name="connsiteX7" fmla="*/ 2924175 w 2924175"/>
              <a:gd name="connsiteY7" fmla="*/ 2007327 h 2016852"/>
              <a:gd name="connsiteX0" fmla="*/ 11806 w 2935981"/>
              <a:gd name="connsiteY0" fmla="*/ 2044354 h 2044354"/>
              <a:gd name="connsiteX1" fmla="*/ 21331 w 2935981"/>
              <a:gd name="connsiteY1" fmla="*/ 82204 h 2044354"/>
              <a:gd name="connsiteX2" fmla="*/ 268981 w 2935981"/>
              <a:gd name="connsiteY2" fmla="*/ 358429 h 2044354"/>
              <a:gd name="connsiteX3" fmla="*/ 611881 w 2935981"/>
              <a:gd name="connsiteY3" fmla="*/ 263179 h 2044354"/>
              <a:gd name="connsiteX4" fmla="*/ 869056 w 2935981"/>
              <a:gd name="connsiteY4" fmla="*/ 901354 h 2044354"/>
              <a:gd name="connsiteX5" fmla="*/ 1411981 w 2935981"/>
              <a:gd name="connsiteY5" fmla="*/ 1615729 h 2044354"/>
              <a:gd name="connsiteX6" fmla="*/ 2154932 w 2935981"/>
              <a:gd name="connsiteY6" fmla="*/ 1911004 h 2044354"/>
              <a:gd name="connsiteX7" fmla="*/ 2935981 w 2935981"/>
              <a:gd name="connsiteY7" fmla="*/ 2034829 h 204435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69056 w 2935981"/>
              <a:gd name="connsiteY4" fmla="*/ 9132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945256 w 2935981"/>
              <a:gd name="connsiteY4" fmla="*/ 125611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411981 w 2935981"/>
              <a:gd name="connsiteY5" fmla="*/ 162758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11806 w 2935981"/>
              <a:gd name="connsiteY0" fmla="*/ 2056214 h 2056214"/>
              <a:gd name="connsiteX1" fmla="*/ 21331 w 2935981"/>
              <a:gd name="connsiteY1" fmla="*/ 94064 h 2056214"/>
              <a:gd name="connsiteX2" fmla="*/ 268981 w 2935981"/>
              <a:gd name="connsiteY2" fmla="*/ 370289 h 2056214"/>
              <a:gd name="connsiteX3" fmla="*/ 573781 w 2935981"/>
              <a:gd name="connsiteY3" fmla="*/ 884639 h 2056214"/>
              <a:gd name="connsiteX4" fmla="*/ 888106 w 2935981"/>
              <a:gd name="connsiteY4" fmla="*/ 1313264 h 2056214"/>
              <a:gd name="connsiteX5" fmla="*/ 1335781 w 2935981"/>
              <a:gd name="connsiteY5" fmla="*/ 1646639 h 2056214"/>
              <a:gd name="connsiteX6" fmla="*/ 2154932 w 2935981"/>
              <a:gd name="connsiteY6" fmla="*/ 1922864 h 2056214"/>
              <a:gd name="connsiteX7" fmla="*/ 2935981 w 2935981"/>
              <a:gd name="connsiteY7" fmla="*/ 2046689 h 2056214"/>
              <a:gd name="connsiteX0" fmla="*/ 0 w 2914650"/>
              <a:gd name="connsiteY0" fmla="*/ 94064 h 2046689"/>
              <a:gd name="connsiteX1" fmla="*/ 247650 w 2914650"/>
              <a:gd name="connsiteY1" fmla="*/ 370289 h 2046689"/>
              <a:gd name="connsiteX2" fmla="*/ 552450 w 2914650"/>
              <a:gd name="connsiteY2" fmla="*/ 884639 h 2046689"/>
              <a:gd name="connsiteX3" fmla="*/ 866775 w 2914650"/>
              <a:gd name="connsiteY3" fmla="*/ 1313264 h 2046689"/>
              <a:gd name="connsiteX4" fmla="*/ 1314450 w 2914650"/>
              <a:gd name="connsiteY4" fmla="*/ 1646639 h 2046689"/>
              <a:gd name="connsiteX5" fmla="*/ 2133601 w 2914650"/>
              <a:gd name="connsiteY5" fmla="*/ 1922864 h 2046689"/>
              <a:gd name="connsiteX6" fmla="*/ 2914650 w 2914650"/>
              <a:gd name="connsiteY6" fmla="*/ 2046689 h 2046689"/>
              <a:gd name="connsiteX0" fmla="*/ 0 w 2667000"/>
              <a:gd name="connsiteY0" fmla="*/ 0 h 1676400"/>
              <a:gd name="connsiteX1" fmla="*/ 304800 w 2667000"/>
              <a:gd name="connsiteY1" fmla="*/ 514350 h 1676400"/>
              <a:gd name="connsiteX2" fmla="*/ 619125 w 2667000"/>
              <a:gd name="connsiteY2" fmla="*/ 942975 h 1676400"/>
              <a:gd name="connsiteX3" fmla="*/ 1066800 w 2667000"/>
              <a:gd name="connsiteY3" fmla="*/ 1276350 h 1676400"/>
              <a:gd name="connsiteX4" fmla="*/ 1885951 w 2667000"/>
              <a:gd name="connsiteY4" fmla="*/ 1552575 h 1676400"/>
              <a:gd name="connsiteX5" fmla="*/ 2667000 w 2667000"/>
              <a:gd name="connsiteY5" fmla="*/ 1676400 h 16764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67000"/>
              <a:gd name="connsiteY0" fmla="*/ 0 h 1866900"/>
              <a:gd name="connsiteX1" fmla="*/ 304800 w 2667000"/>
              <a:gd name="connsiteY1" fmla="*/ 704850 h 1866900"/>
              <a:gd name="connsiteX2" fmla="*/ 619125 w 2667000"/>
              <a:gd name="connsiteY2" fmla="*/ 1133475 h 1866900"/>
              <a:gd name="connsiteX3" fmla="*/ 1066800 w 2667000"/>
              <a:gd name="connsiteY3" fmla="*/ 1466850 h 1866900"/>
              <a:gd name="connsiteX4" fmla="*/ 1885951 w 2667000"/>
              <a:gd name="connsiteY4" fmla="*/ 1743075 h 1866900"/>
              <a:gd name="connsiteX5" fmla="*/ 2667000 w 2667000"/>
              <a:gd name="connsiteY5" fmla="*/ 1866900 h 1866900"/>
              <a:gd name="connsiteX0" fmla="*/ 0 w 2647950"/>
              <a:gd name="connsiteY0" fmla="*/ 0 h 1866900"/>
              <a:gd name="connsiteX1" fmla="*/ 304800 w 2647950"/>
              <a:gd name="connsiteY1" fmla="*/ 704850 h 1866900"/>
              <a:gd name="connsiteX2" fmla="*/ 619125 w 2647950"/>
              <a:gd name="connsiteY2" fmla="*/ 1133475 h 1866900"/>
              <a:gd name="connsiteX3" fmla="*/ 1066800 w 2647950"/>
              <a:gd name="connsiteY3" fmla="*/ 1466850 h 1866900"/>
              <a:gd name="connsiteX4" fmla="*/ 1885951 w 2647950"/>
              <a:gd name="connsiteY4" fmla="*/ 1743075 h 1866900"/>
              <a:gd name="connsiteX5" fmla="*/ 2647950 w 2647950"/>
              <a:gd name="connsiteY5" fmla="*/ 1866900 h 1866900"/>
              <a:gd name="connsiteX0" fmla="*/ 0 w 1885951"/>
              <a:gd name="connsiteY0" fmla="*/ 0 h 1743075"/>
              <a:gd name="connsiteX1" fmla="*/ 304800 w 1885951"/>
              <a:gd name="connsiteY1" fmla="*/ 704850 h 1743075"/>
              <a:gd name="connsiteX2" fmla="*/ 619125 w 1885951"/>
              <a:gd name="connsiteY2" fmla="*/ 1133475 h 1743075"/>
              <a:gd name="connsiteX3" fmla="*/ 1066800 w 1885951"/>
              <a:gd name="connsiteY3" fmla="*/ 1466850 h 1743075"/>
              <a:gd name="connsiteX4" fmla="*/ 1885951 w 1885951"/>
              <a:gd name="connsiteY4" fmla="*/ 1743075 h 1743075"/>
              <a:gd name="connsiteX0" fmla="*/ 0 w 1828801"/>
              <a:gd name="connsiteY0" fmla="*/ 0 h 1877993"/>
              <a:gd name="connsiteX1" fmla="*/ 304800 w 1828801"/>
              <a:gd name="connsiteY1" fmla="*/ 704850 h 1877993"/>
              <a:gd name="connsiteX2" fmla="*/ 619125 w 1828801"/>
              <a:gd name="connsiteY2" fmla="*/ 1133475 h 1877993"/>
              <a:gd name="connsiteX3" fmla="*/ 1066800 w 1828801"/>
              <a:gd name="connsiteY3" fmla="*/ 1466850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304800 w 1828801"/>
              <a:gd name="connsiteY1" fmla="*/ 704850 h 1877993"/>
              <a:gd name="connsiteX2" fmla="*/ 619125 w 1828801"/>
              <a:gd name="connsiteY2" fmla="*/ 1133475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619125 w 1828801"/>
              <a:gd name="connsiteY2" fmla="*/ 1133475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000125 w 1828801"/>
              <a:gd name="connsiteY3" fmla="*/ 150539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108265 w 1828801"/>
              <a:gd name="connsiteY3" fmla="*/ 1567759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86777 w 1828801"/>
              <a:gd name="connsiteY1" fmla="*/ 654961 h 1877993"/>
              <a:gd name="connsiteX2" fmla="*/ 583079 w 1828801"/>
              <a:gd name="connsiteY2" fmla="*/ 1108531 h 1877993"/>
              <a:gd name="connsiteX3" fmla="*/ 1099254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99254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27161 w 1828801"/>
              <a:gd name="connsiteY3" fmla="*/ 1517871 h 1877993"/>
              <a:gd name="connsiteX4" fmla="*/ 1828801 w 1828801"/>
              <a:gd name="connsiteY4" fmla="*/ 1877993 h 1877993"/>
              <a:gd name="connsiteX0" fmla="*/ 0 w 1828801"/>
              <a:gd name="connsiteY0" fmla="*/ 0 h 1877993"/>
              <a:gd name="connsiteX1" fmla="*/ 259742 w 1828801"/>
              <a:gd name="connsiteY1" fmla="*/ 642587 h 1877993"/>
              <a:gd name="connsiteX2" fmla="*/ 583079 w 1828801"/>
              <a:gd name="connsiteY2" fmla="*/ 1108531 h 1877993"/>
              <a:gd name="connsiteX3" fmla="*/ 1027161 w 1828801"/>
              <a:gd name="connsiteY3" fmla="*/ 1517871 h 1877993"/>
              <a:gd name="connsiteX4" fmla="*/ 1828801 w 1828801"/>
              <a:gd name="connsiteY4" fmla="*/ 1877993 h 1877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8801" h="1877993">
                <a:moveTo>
                  <a:pt x="0" y="0"/>
                </a:moveTo>
                <a:cubicBezTo>
                  <a:pt x="101600" y="369887"/>
                  <a:pt x="162562" y="457832"/>
                  <a:pt x="259742" y="642587"/>
                </a:cubicBezTo>
                <a:cubicBezTo>
                  <a:pt x="356922" y="827342"/>
                  <a:pt x="455176" y="962651"/>
                  <a:pt x="583079" y="1108531"/>
                </a:cubicBezTo>
                <a:cubicBezTo>
                  <a:pt x="710982" y="1254411"/>
                  <a:pt x="830311" y="1365471"/>
                  <a:pt x="1027161" y="1517871"/>
                </a:cubicBezTo>
                <a:cubicBezTo>
                  <a:pt x="1320287" y="1722622"/>
                  <a:pt x="1533526" y="1819256"/>
                  <a:pt x="1828801" y="1877993"/>
                </a:cubicBezTo>
              </a:path>
            </a:pathLst>
          </a:custGeom>
          <a:noFill/>
          <a:ln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6E5C58-08EC-A1A2-C85C-F9FCD24F7F08}"/>
              </a:ext>
            </a:extLst>
          </p:cNvPr>
          <p:cNvSpPr txBox="1"/>
          <p:nvPr/>
        </p:nvSpPr>
        <p:spPr>
          <a:xfrm rot="16200000">
            <a:off x="674670" y="1621597"/>
            <a:ext cx="18772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Probability density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01B7001-0D8F-D179-0E4A-1EF9FEF622E2}"/>
              </a:ext>
            </a:extLst>
          </p:cNvPr>
          <p:cNvSpPr txBox="1"/>
          <p:nvPr/>
        </p:nvSpPr>
        <p:spPr>
          <a:xfrm>
            <a:off x="1721012" y="3074422"/>
            <a:ext cx="24027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Rainfall (mm/24h)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0F7001D-92F6-7150-5535-6FD7A71A1F8A}"/>
              </a:ext>
            </a:extLst>
          </p:cNvPr>
          <p:cNvSpPr txBox="1"/>
          <p:nvPr/>
        </p:nvSpPr>
        <p:spPr>
          <a:xfrm>
            <a:off x="135508" y="393237"/>
            <a:ext cx="1130402" cy="374571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RESOLUTION OF RAINFALL ESTIMATES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DC3BEB2-454E-19A7-92A3-DDCA65962411}"/>
              </a:ext>
            </a:extLst>
          </p:cNvPr>
          <p:cNvSpPr txBox="1"/>
          <p:nvPr/>
        </p:nvSpPr>
        <p:spPr>
          <a:xfrm rot="16200000">
            <a:off x="-450857" y="1328275"/>
            <a:ext cx="10556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POINT SCALE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38647C-70D0-6445-AB69-5A2BD90B5B93}"/>
              </a:ext>
            </a:extLst>
          </p:cNvPr>
          <p:cNvSpPr txBox="1"/>
          <p:nvPr/>
        </p:nvSpPr>
        <p:spPr>
          <a:xfrm rot="16200000">
            <a:off x="-206472" y="2522710"/>
            <a:ext cx="5668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GRIDDED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2FAA06D-DDE9-2ADD-747D-C3C50786AE5C}"/>
              </a:ext>
            </a:extLst>
          </p:cNvPr>
          <p:cNvSpPr txBox="1"/>
          <p:nvPr/>
        </p:nvSpPr>
        <p:spPr>
          <a:xfrm>
            <a:off x="167277" y="908192"/>
            <a:ext cx="1066865" cy="1055608"/>
          </a:xfrm>
          <a:prstGeom prst="round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Historical point-scale observations</a:t>
            </a:r>
          </a:p>
          <a:p>
            <a:pPr algn="ctr"/>
            <a:endParaRPr lang="en-US" sz="800" dirty="0">
              <a:solidFill>
                <a:srgbClr val="009999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or</a:t>
            </a:r>
          </a:p>
          <a:p>
            <a:pPr algn="ctr"/>
            <a:endParaRPr lang="en-US" sz="800" dirty="0">
              <a:solidFill>
                <a:srgbClr val="009999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ERA5-ecPoint rainfall estimates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8BC306-006D-A3D2-5976-61D8BD14E1ED}"/>
              </a:ext>
            </a:extLst>
          </p:cNvPr>
          <p:cNvSpPr txBox="1"/>
          <p:nvPr/>
        </p:nvSpPr>
        <p:spPr>
          <a:xfrm>
            <a:off x="167277" y="2375043"/>
            <a:ext cx="1066865" cy="510778"/>
          </a:xfrm>
          <a:prstGeom prst="round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Gridded blended or modelled rainfall estimates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F18C9BE-530D-994A-B6AE-7647993A9132}"/>
              </a:ext>
            </a:extLst>
          </p:cNvPr>
          <p:cNvSpPr txBox="1"/>
          <p:nvPr/>
        </p:nvSpPr>
        <p:spPr>
          <a:xfrm>
            <a:off x="75912" y="2067266"/>
            <a:ext cx="1249595" cy="238363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or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081A298-D89E-4F14-807F-07EE788B2A87}"/>
              </a:ext>
            </a:extLst>
          </p:cNvPr>
          <p:cNvCxnSpPr>
            <a:cxnSpLocks/>
          </p:cNvCxnSpPr>
          <p:nvPr/>
        </p:nvCxnSpPr>
        <p:spPr>
          <a:xfrm flipV="1">
            <a:off x="1315074" y="1435995"/>
            <a:ext cx="180000" cy="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7302B89-6C7B-52DB-96D7-A5011A21FE72}"/>
              </a:ext>
            </a:extLst>
          </p:cNvPr>
          <p:cNvCxnSpPr>
            <a:cxnSpLocks/>
          </p:cNvCxnSpPr>
          <p:nvPr/>
        </p:nvCxnSpPr>
        <p:spPr>
          <a:xfrm flipV="1">
            <a:off x="1315074" y="2630431"/>
            <a:ext cx="180000" cy="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424FDA-F2C3-DE63-F21C-6772F8B5B8F6}"/>
              </a:ext>
            </a:extLst>
          </p:cNvPr>
          <p:cNvSpPr txBox="1"/>
          <p:nvPr/>
        </p:nvSpPr>
        <p:spPr>
          <a:xfrm>
            <a:off x="1949448" y="2678036"/>
            <a:ext cx="1176943" cy="461665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(Gridded)</a:t>
            </a:r>
          </a:p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verifying rainfall threshold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7B54E3B-E7AB-A677-EEA0-DB017D160EC5}"/>
              </a:ext>
            </a:extLst>
          </p:cNvPr>
          <p:cNvSpPr txBox="1"/>
          <p:nvPr/>
        </p:nvSpPr>
        <p:spPr>
          <a:xfrm>
            <a:off x="3044281" y="2668717"/>
            <a:ext cx="1176943" cy="461665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(Point)</a:t>
            </a: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verifying rainfall threshold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D9ADA3-A60D-E106-EE13-5467D5692F2F}"/>
              </a:ext>
            </a:extLst>
          </p:cNvPr>
          <p:cNvSpPr txBox="1"/>
          <p:nvPr/>
        </p:nvSpPr>
        <p:spPr>
          <a:xfrm>
            <a:off x="1721013" y="393237"/>
            <a:ext cx="2419188" cy="374571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TYPES OF RAINFALL DISTRIBUTIONS </a:t>
            </a:r>
          </a:p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BASED ON THE RAINFALL ESTIMATES’ RESOLUTION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D8D8F3-3619-BEB6-47D9-A78EC9897308}"/>
              </a:ext>
            </a:extLst>
          </p:cNvPr>
          <p:cNvSpPr txBox="1"/>
          <p:nvPr/>
        </p:nvSpPr>
        <p:spPr>
          <a:xfrm>
            <a:off x="2857946" y="2806395"/>
            <a:ext cx="454781" cy="238363"/>
          </a:xfrm>
          <a:prstGeom prst="round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2F7AE519-2885-2AE0-032C-CD88933B2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172" y="767810"/>
            <a:ext cx="2465361" cy="1938130"/>
          </a:xfrm>
          <a:prstGeom prst="rect">
            <a:avLst/>
          </a:prstGeom>
        </p:spPr>
      </p:pic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7ABC4DD-2A8C-488F-1B5F-46EB12ECAFC1}"/>
              </a:ext>
            </a:extLst>
          </p:cNvPr>
          <p:cNvCxnSpPr>
            <a:cxnSpLocks/>
          </p:cNvCxnSpPr>
          <p:nvPr/>
        </p:nvCxnSpPr>
        <p:spPr>
          <a:xfrm flipV="1">
            <a:off x="3632752" y="1541069"/>
            <a:ext cx="0" cy="112687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32BA22B-09F7-81CF-C7D2-96180B319A88}"/>
              </a:ext>
            </a:extLst>
          </p:cNvPr>
          <p:cNvCxnSpPr>
            <a:cxnSpLocks/>
          </p:cNvCxnSpPr>
          <p:nvPr/>
        </p:nvCxnSpPr>
        <p:spPr>
          <a:xfrm flipV="1">
            <a:off x="2537919" y="1541069"/>
            <a:ext cx="0" cy="112687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headEnd type="triangle" w="sm" len="sm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186B2EB7-D95B-7FBE-8B82-B63C263B90EB}"/>
              </a:ext>
            </a:extLst>
          </p:cNvPr>
          <p:cNvSpPr txBox="1"/>
          <p:nvPr/>
        </p:nvSpPr>
        <p:spPr>
          <a:xfrm>
            <a:off x="1951194" y="1202515"/>
            <a:ext cx="1176943" cy="338554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US" sz="800" baseline="300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percentile</a:t>
            </a:r>
          </a:p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(e.g., 95</a:t>
            </a:r>
            <a:r>
              <a:rPr lang="en-US" sz="800" baseline="300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E62392E-CD69-DD91-20F9-46EE5C2E15DD}"/>
              </a:ext>
            </a:extLst>
          </p:cNvPr>
          <p:cNvSpPr txBox="1"/>
          <p:nvPr/>
        </p:nvSpPr>
        <p:spPr>
          <a:xfrm>
            <a:off x="3044281" y="1202515"/>
            <a:ext cx="1176943" cy="338554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US" sz="800" baseline="300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percentile</a:t>
            </a:r>
          </a:p>
          <a:p>
            <a:pPr algn="ctr"/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(e.g., 95</a:t>
            </a:r>
            <a:r>
              <a:rPr lang="en-US" sz="800" baseline="300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800" dirty="0">
                <a:solidFill>
                  <a:srgbClr val="009999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2385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82</Words>
  <Application>Microsoft Office PowerPoint</Application>
  <PresentationFormat>Custom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2026-01-21T16:27:25Z</dcterms:created>
  <dcterms:modified xsi:type="dcterms:W3CDTF">2026-01-21T21:26:58Z</dcterms:modified>
</cp:coreProperties>
</file>