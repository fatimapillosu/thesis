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4140200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A9D20A-C011-4E55-BE77-B4602C89A585}" v="2" dt="2026-01-22T12:12:04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4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163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ima Pillosu" userId="a6295d4dc9e22643" providerId="LiveId" clId="{87453732-75AC-4426-B5D3-B7C69C2D4F54}"/>
    <pc:docChg chg="undo custSel modSld">
      <pc:chgData name="Fatima Pillosu" userId="a6295d4dc9e22643" providerId="LiveId" clId="{87453732-75AC-4426-B5D3-B7C69C2D4F54}" dt="2026-01-22T12:20:56.369" v="216" actId="20577"/>
      <pc:docMkLst>
        <pc:docMk/>
      </pc:docMkLst>
      <pc:sldChg chg="addSp modSp mod">
        <pc:chgData name="Fatima Pillosu" userId="a6295d4dc9e22643" providerId="LiveId" clId="{87453732-75AC-4426-B5D3-B7C69C2D4F54}" dt="2026-01-22T12:20:56.369" v="216" actId="20577"/>
        <pc:sldMkLst>
          <pc:docMk/>
          <pc:sldMk cId="1792385995" sldId="256"/>
        </pc:sldMkLst>
        <pc:spChg chg="add mod">
          <ac:chgData name="Fatima Pillosu" userId="a6295d4dc9e22643" providerId="LiveId" clId="{87453732-75AC-4426-B5D3-B7C69C2D4F54}" dt="2026-01-22T12:13:21.664" v="200" actId="1582"/>
          <ac:spMkLst>
            <pc:docMk/>
            <pc:sldMk cId="1792385995" sldId="256"/>
            <ac:spMk id="2" creationId="{6475B653-DA3F-5CA6-A884-8D9DA7B69587}"/>
          </ac:spMkLst>
        </pc:spChg>
        <pc:spChg chg="add mod">
          <ac:chgData name="Fatima Pillosu" userId="a6295d4dc9e22643" providerId="LiveId" clId="{87453732-75AC-4426-B5D3-B7C69C2D4F54}" dt="2026-01-22T12:12:25.184" v="192" actId="1076"/>
          <ac:spMkLst>
            <pc:docMk/>
            <pc:sldMk cId="1792385995" sldId="256"/>
            <ac:spMk id="3" creationId="{09C68351-2A61-BBB7-2367-244CD19CFD46}"/>
          </ac:spMkLst>
        </pc:spChg>
        <pc:spChg chg="mod">
          <ac:chgData name="Fatima Pillosu" userId="a6295d4dc9e22643" providerId="LiveId" clId="{87453732-75AC-4426-B5D3-B7C69C2D4F54}" dt="2026-01-22T12:06:13.867" v="42" actId="20577"/>
          <ac:spMkLst>
            <pc:docMk/>
            <pc:sldMk cId="1792385995" sldId="256"/>
            <ac:spMk id="89" creationId="{90F7001D-92F6-7150-5535-6FD7A71A1F8A}"/>
          </ac:spMkLst>
        </pc:spChg>
        <pc:spChg chg="mod">
          <ac:chgData name="Fatima Pillosu" userId="a6295d4dc9e22643" providerId="LiveId" clId="{87453732-75AC-4426-B5D3-B7C69C2D4F54}" dt="2026-01-22T12:20:56.369" v="216" actId="20577"/>
          <ac:spMkLst>
            <pc:docMk/>
            <pc:sldMk cId="1792385995" sldId="256"/>
            <ac:spMk id="90" creationId="{3DC3BEB2-454E-19A7-92A3-DDCA65962411}"/>
          </ac:spMkLst>
        </pc:spChg>
        <pc:spChg chg="mod">
          <ac:chgData name="Fatima Pillosu" userId="a6295d4dc9e22643" providerId="LiveId" clId="{87453732-75AC-4426-B5D3-B7C69C2D4F54}" dt="2026-01-22T12:05:59.308" v="38" actId="255"/>
          <ac:spMkLst>
            <pc:docMk/>
            <pc:sldMk cId="1792385995" sldId="256"/>
            <ac:spMk id="92" creationId="{52FAA06D-DDE9-2ADD-747D-C3C50786AE5C}"/>
          </ac:spMkLst>
        </pc:spChg>
        <pc:spChg chg="mod">
          <ac:chgData name="Fatima Pillosu" userId="a6295d4dc9e22643" providerId="LiveId" clId="{87453732-75AC-4426-B5D3-B7C69C2D4F54}" dt="2026-01-22T12:11:17.698" v="170" actId="1037"/>
          <ac:spMkLst>
            <pc:docMk/>
            <pc:sldMk cId="1792385995" sldId="256"/>
            <ac:spMk id="97" creationId="{58424FDA-F2C3-DE63-F21C-6772F8B5B8F6}"/>
          </ac:spMkLst>
        </pc:spChg>
        <pc:spChg chg="mod">
          <ac:chgData name="Fatima Pillosu" userId="a6295d4dc9e22643" providerId="LiveId" clId="{87453732-75AC-4426-B5D3-B7C69C2D4F54}" dt="2026-01-22T12:11:28.602" v="179" actId="1038"/>
          <ac:spMkLst>
            <pc:docMk/>
            <pc:sldMk cId="1792385995" sldId="256"/>
            <ac:spMk id="98" creationId="{17B54E3B-E7AB-A677-EEA0-DB017D160EC5}"/>
          </ac:spMkLst>
        </pc:spChg>
        <pc:spChg chg="mod">
          <ac:chgData name="Fatima Pillosu" userId="a6295d4dc9e22643" providerId="LiveId" clId="{87453732-75AC-4426-B5D3-B7C69C2D4F54}" dt="2026-01-22T12:20:49.334" v="210" actId="20577"/>
          <ac:spMkLst>
            <pc:docMk/>
            <pc:sldMk cId="1792385995" sldId="256"/>
            <ac:spMk id="99" creationId="{33D9ADA3-A60D-E106-EE13-5467D5692F2F}"/>
          </ac:spMkLst>
        </pc:spChg>
        <pc:spChg chg="mod">
          <ac:chgData name="Fatima Pillosu" userId="a6295d4dc9e22643" providerId="LiveId" clId="{87453732-75AC-4426-B5D3-B7C69C2D4F54}" dt="2026-01-22T12:13:40.817" v="201" actId="408"/>
          <ac:spMkLst>
            <pc:docMk/>
            <pc:sldMk cId="1792385995" sldId="256"/>
            <ac:spMk id="100" creationId="{26D8D8F3-3619-BEB6-47D9-A78EC9897308}"/>
          </ac:spMkLst>
        </pc:spChg>
        <pc:spChg chg="mod">
          <ac:chgData name="Fatima Pillosu" userId="a6295d4dc9e22643" providerId="LiveId" clId="{87453732-75AC-4426-B5D3-B7C69C2D4F54}" dt="2026-01-22T12:11:17.698" v="170" actId="1037"/>
          <ac:spMkLst>
            <pc:docMk/>
            <pc:sldMk cId="1792385995" sldId="256"/>
            <ac:spMk id="104" creationId="{186B2EB7-D95B-7FBE-8B82-B63C263B90EB}"/>
          </ac:spMkLst>
        </pc:spChg>
        <pc:spChg chg="mod">
          <ac:chgData name="Fatima Pillosu" userId="a6295d4dc9e22643" providerId="LiveId" clId="{87453732-75AC-4426-B5D3-B7C69C2D4F54}" dt="2026-01-22T12:11:28.602" v="179" actId="1038"/>
          <ac:spMkLst>
            <pc:docMk/>
            <pc:sldMk cId="1792385995" sldId="256"/>
            <ac:spMk id="105" creationId="{5E62392E-CD69-DD91-20F9-46EE5C2E15DD}"/>
          </ac:spMkLst>
        </pc:spChg>
        <pc:picChg chg="mod">
          <ac:chgData name="Fatima Pillosu" userId="a6295d4dc9e22643" providerId="LiveId" clId="{87453732-75AC-4426-B5D3-B7C69C2D4F54}" dt="2026-01-22T12:09:40.234" v="58" actId="1076"/>
          <ac:picMkLst>
            <pc:docMk/>
            <pc:sldMk cId="1792385995" sldId="256"/>
            <ac:picMk id="101" creationId="{2F7AE519-2885-2AE0-032C-CD88933B29C1}"/>
          </ac:picMkLst>
        </pc:picChg>
        <pc:cxnChg chg="add mod">
          <ac:chgData name="Fatima Pillosu" userId="a6295d4dc9e22643" providerId="LiveId" clId="{87453732-75AC-4426-B5D3-B7C69C2D4F54}" dt="2026-01-22T12:12:54.057" v="199" actId="1076"/>
          <ac:cxnSpMkLst>
            <pc:docMk/>
            <pc:sldMk cId="1792385995" sldId="256"/>
            <ac:cxnSpMk id="4" creationId="{7442856A-86B3-26DD-9F34-BB3AF79B144F}"/>
          </ac:cxnSpMkLst>
        </pc:cxnChg>
        <pc:cxnChg chg="mod">
          <ac:chgData name="Fatima Pillosu" userId="a6295d4dc9e22643" providerId="LiveId" clId="{87453732-75AC-4426-B5D3-B7C69C2D4F54}" dt="2026-01-22T12:11:56.133" v="184" actId="208"/>
          <ac:cxnSpMkLst>
            <pc:docMk/>
            <pc:sldMk cId="1792385995" sldId="256"/>
            <ac:cxnSpMk id="102" creationId="{47ABC4DD-2A8C-488F-1B5F-46EB12ECAFC1}"/>
          </ac:cxnSpMkLst>
        </pc:cxnChg>
        <pc:cxnChg chg="mod">
          <ac:chgData name="Fatima Pillosu" userId="a6295d4dc9e22643" providerId="LiveId" clId="{87453732-75AC-4426-B5D3-B7C69C2D4F54}" dt="2026-01-22T12:12:06.825" v="188" actId="208"/>
          <ac:cxnSpMkLst>
            <pc:docMk/>
            <pc:sldMk cId="1792385995" sldId="256"/>
            <ac:cxnSpMk id="103" creationId="{D32BA22B-09F7-81CF-C7D2-96180B319A88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515" y="530264"/>
            <a:ext cx="3519170" cy="1128031"/>
          </a:xfrm>
        </p:spPr>
        <p:txBody>
          <a:bodyPr anchor="b"/>
          <a:lstStyle>
            <a:lvl1pPr algn="ctr"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7525" y="1701796"/>
            <a:ext cx="3105150" cy="782271"/>
          </a:xfrm>
        </p:spPr>
        <p:txBody>
          <a:bodyPr/>
          <a:lstStyle>
            <a:lvl1pPr marL="0" indent="0" algn="ctr">
              <a:buNone/>
              <a:defRPr sz="1087"/>
            </a:lvl1pPr>
            <a:lvl2pPr marL="207020" indent="0" algn="ctr">
              <a:buNone/>
              <a:defRPr sz="906"/>
            </a:lvl2pPr>
            <a:lvl3pPr marL="414040" indent="0" algn="ctr">
              <a:buNone/>
              <a:defRPr sz="815"/>
            </a:lvl3pPr>
            <a:lvl4pPr marL="621060" indent="0" algn="ctr">
              <a:buNone/>
              <a:defRPr sz="724"/>
            </a:lvl4pPr>
            <a:lvl5pPr marL="828081" indent="0" algn="ctr">
              <a:buNone/>
              <a:defRPr sz="724"/>
            </a:lvl5pPr>
            <a:lvl6pPr marL="1035101" indent="0" algn="ctr">
              <a:buNone/>
              <a:defRPr sz="724"/>
            </a:lvl6pPr>
            <a:lvl7pPr marL="1242121" indent="0" algn="ctr">
              <a:buNone/>
              <a:defRPr sz="724"/>
            </a:lvl7pPr>
            <a:lvl8pPr marL="1449141" indent="0" algn="ctr">
              <a:buNone/>
              <a:defRPr sz="724"/>
            </a:lvl8pPr>
            <a:lvl9pPr marL="1656161" indent="0" algn="ctr">
              <a:buNone/>
              <a:defRPr sz="72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0788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07195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482" y="807773"/>
            <a:ext cx="3570923" cy="1347786"/>
          </a:xfrm>
        </p:spPr>
        <p:txBody>
          <a:bodyPr anchor="b"/>
          <a:lstStyle>
            <a:lvl1pPr>
              <a:defRPr sz="271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2482" y="2168310"/>
            <a:ext cx="3570923" cy="708769"/>
          </a:xfrm>
        </p:spPr>
        <p:txBody>
          <a:bodyPr/>
          <a:lstStyle>
            <a:lvl1pPr marL="0" indent="0">
              <a:buNone/>
              <a:defRPr sz="1087">
                <a:solidFill>
                  <a:schemeClr val="tx1">
                    <a:tint val="82000"/>
                  </a:schemeClr>
                </a:solidFill>
              </a:defRPr>
            </a:lvl1pPr>
            <a:lvl2pPr marL="207020" indent="0">
              <a:buNone/>
              <a:defRPr sz="906">
                <a:solidFill>
                  <a:schemeClr val="tx1">
                    <a:tint val="82000"/>
                  </a:schemeClr>
                </a:solidFill>
              </a:defRPr>
            </a:lvl2pPr>
            <a:lvl3pPr marL="414040" indent="0">
              <a:buNone/>
              <a:defRPr sz="815">
                <a:solidFill>
                  <a:schemeClr val="tx1">
                    <a:tint val="82000"/>
                  </a:schemeClr>
                </a:solidFill>
              </a:defRPr>
            </a:lvl3pPr>
            <a:lvl4pPr marL="621060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4pPr>
            <a:lvl5pPr marL="82808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5pPr>
            <a:lvl6pPr marL="103510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6pPr>
            <a:lvl7pPr marL="124212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7pPr>
            <a:lvl8pPr marL="144914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8pPr>
            <a:lvl9pPr marL="1656161" indent="0">
              <a:buNone/>
              <a:defRPr sz="72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5068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84639" y="862523"/>
            <a:ext cx="1759585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95976" y="862523"/>
            <a:ext cx="1759585" cy="2055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407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172506"/>
            <a:ext cx="3570923" cy="62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5179" y="794272"/>
            <a:ext cx="1751498" cy="38926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5179" y="1183532"/>
            <a:ext cx="1751498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095977" y="794272"/>
            <a:ext cx="1760124" cy="389260"/>
          </a:xfrm>
        </p:spPr>
        <p:txBody>
          <a:bodyPr anchor="b"/>
          <a:lstStyle>
            <a:lvl1pPr marL="0" indent="0">
              <a:buNone/>
              <a:defRPr sz="1087" b="1"/>
            </a:lvl1pPr>
            <a:lvl2pPr marL="207020" indent="0">
              <a:buNone/>
              <a:defRPr sz="906" b="1"/>
            </a:lvl2pPr>
            <a:lvl3pPr marL="414040" indent="0">
              <a:buNone/>
              <a:defRPr sz="815" b="1"/>
            </a:lvl3pPr>
            <a:lvl4pPr marL="621060" indent="0">
              <a:buNone/>
              <a:defRPr sz="724" b="1"/>
            </a:lvl4pPr>
            <a:lvl5pPr marL="828081" indent="0">
              <a:buNone/>
              <a:defRPr sz="724" b="1"/>
            </a:lvl5pPr>
            <a:lvl6pPr marL="1035101" indent="0">
              <a:buNone/>
              <a:defRPr sz="724" b="1"/>
            </a:lvl6pPr>
            <a:lvl7pPr marL="1242121" indent="0">
              <a:buNone/>
              <a:defRPr sz="724" b="1"/>
            </a:lvl7pPr>
            <a:lvl8pPr marL="1449141" indent="0">
              <a:buNone/>
              <a:defRPr sz="724" b="1"/>
            </a:lvl8pPr>
            <a:lvl9pPr marL="1656161" indent="0">
              <a:buNone/>
              <a:defRPr sz="72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95977" y="1183532"/>
            <a:ext cx="1760124" cy="17407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455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87866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4953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16006"/>
            <a:ext cx="1335322" cy="75602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0124" y="466513"/>
            <a:ext cx="2095976" cy="2302563"/>
          </a:xfrm>
        </p:spPr>
        <p:txBody>
          <a:bodyPr/>
          <a:lstStyle>
            <a:lvl1pPr>
              <a:defRPr sz="1449"/>
            </a:lvl1pPr>
            <a:lvl2pPr>
              <a:defRPr sz="1268"/>
            </a:lvl2pPr>
            <a:lvl3pPr>
              <a:defRPr sz="1087"/>
            </a:lvl3pPr>
            <a:lvl4pPr>
              <a:defRPr sz="906"/>
            </a:lvl4pPr>
            <a:lvl5pPr>
              <a:defRPr sz="906"/>
            </a:lvl5pPr>
            <a:lvl6pPr>
              <a:defRPr sz="906"/>
            </a:lvl6pPr>
            <a:lvl7pPr>
              <a:defRPr sz="906"/>
            </a:lvl7pPr>
            <a:lvl8pPr>
              <a:defRPr sz="906"/>
            </a:lvl8pPr>
            <a:lvl9pPr>
              <a:defRPr sz="90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972026"/>
            <a:ext cx="1335322" cy="1800799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75704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178" y="216006"/>
            <a:ext cx="1335322" cy="756021"/>
          </a:xfrm>
        </p:spPr>
        <p:txBody>
          <a:bodyPr anchor="b"/>
          <a:lstStyle>
            <a:lvl1pPr>
              <a:defRPr sz="144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60124" y="466513"/>
            <a:ext cx="2095976" cy="2302563"/>
          </a:xfrm>
        </p:spPr>
        <p:txBody>
          <a:bodyPr anchor="t"/>
          <a:lstStyle>
            <a:lvl1pPr marL="0" indent="0">
              <a:buNone/>
              <a:defRPr sz="1449"/>
            </a:lvl1pPr>
            <a:lvl2pPr marL="207020" indent="0">
              <a:buNone/>
              <a:defRPr sz="1268"/>
            </a:lvl2pPr>
            <a:lvl3pPr marL="414040" indent="0">
              <a:buNone/>
              <a:defRPr sz="1087"/>
            </a:lvl3pPr>
            <a:lvl4pPr marL="621060" indent="0">
              <a:buNone/>
              <a:defRPr sz="906"/>
            </a:lvl4pPr>
            <a:lvl5pPr marL="828081" indent="0">
              <a:buNone/>
              <a:defRPr sz="906"/>
            </a:lvl5pPr>
            <a:lvl6pPr marL="1035101" indent="0">
              <a:buNone/>
              <a:defRPr sz="906"/>
            </a:lvl6pPr>
            <a:lvl7pPr marL="1242121" indent="0">
              <a:buNone/>
              <a:defRPr sz="906"/>
            </a:lvl7pPr>
            <a:lvl8pPr marL="1449141" indent="0">
              <a:buNone/>
              <a:defRPr sz="906"/>
            </a:lvl8pPr>
            <a:lvl9pPr marL="1656161" indent="0">
              <a:buNone/>
              <a:defRPr sz="906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5178" y="972026"/>
            <a:ext cx="1335322" cy="1800799"/>
          </a:xfrm>
        </p:spPr>
        <p:txBody>
          <a:bodyPr/>
          <a:lstStyle>
            <a:lvl1pPr marL="0" indent="0">
              <a:buNone/>
              <a:defRPr sz="724"/>
            </a:lvl1pPr>
            <a:lvl2pPr marL="207020" indent="0">
              <a:buNone/>
              <a:defRPr sz="634"/>
            </a:lvl2pPr>
            <a:lvl3pPr marL="414040" indent="0">
              <a:buNone/>
              <a:defRPr sz="543"/>
            </a:lvl3pPr>
            <a:lvl4pPr marL="621060" indent="0">
              <a:buNone/>
              <a:defRPr sz="453"/>
            </a:lvl4pPr>
            <a:lvl5pPr marL="828081" indent="0">
              <a:buNone/>
              <a:defRPr sz="453"/>
            </a:lvl5pPr>
            <a:lvl6pPr marL="1035101" indent="0">
              <a:buNone/>
              <a:defRPr sz="453"/>
            </a:lvl6pPr>
            <a:lvl7pPr marL="1242121" indent="0">
              <a:buNone/>
              <a:defRPr sz="453"/>
            </a:lvl7pPr>
            <a:lvl8pPr marL="1449141" indent="0">
              <a:buNone/>
              <a:defRPr sz="453"/>
            </a:lvl8pPr>
            <a:lvl9pPr marL="1656161" indent="0">
              <a:buNone/>
              <a:defRPr sz="45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95246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691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962831" y="172505"/>
            <a:ext cx="892731" cy="27458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639" y="172505"/>
            <a:ext cx="2626439" cy="27458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8295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639" y="172506"/>
            <a:ext cx="3570923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639" y="862523"/>
            <a:ext cx="3570923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4639" y="3003082"/>
            <a:ext cx="931545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DE4C57-8B7F-40F7-BEC2-4789A4EC913E}" type="datetimeFigureOut">
              <a:rPr lang="it-IT" smtClean="0"/>
              <a:t>22/01/2026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71441" y="3003082"/>
            <a:ext cx="1397318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24016" y="3003082"/>
            <a:ext cx="931545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4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EDB87F-86EC-4EAB-A1B9-E3F7878892D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184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14040" rtl="0" eaLnBrk="1" latinLnBrk="0" hangingPunct="1">
        <a:lnSpc>
          <a:spcPct val="90000"/>
        </a:lnSpc>
        <a:spcBef>
          <a:spcPct val="0"/>
        </a:spcBef>
        <a:buNone/>
        <a:defRPr sz="19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3510" indent="-103510" algn="l" defTabSz="414040" rtl="0" eaLnBrk="1" latinLnBrk="0" hangingPunct="1">
        <a:lnSpc>
          <a:spcPct val="90000"/>
        </a:lnSpc>
        <a:spcBef>
          <a:spcPts val="453"/>
        </a:spcBef>
        <a:buFont typeface="Arial" panose="020B0604020202020204" pitchFamily="34" charset="0"/>
        <a:buChar char="•"/>
        <a:defRPr sz="1268" kern="1200">
          <a:solidFill>
            <a:schemeClr val="tx1"/>
          </a:solidFill>
          <a:latin typeface="+mn-lt"/>
          <a:ea typeface="+mn-ea"/>
          <a:cs typeface="+mn-cs"/>
        </a:defRPr>
      </a:lvl1pPr>
      <a:lvl2pPr marL="31053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1087" kern="1200">
          <a:solidFill>
            <a:schemeClr val="tx1"/>
          </a:solidFill>
          <a:latin typeface="+mn-lt"/>
          <a:ea typeface="+mn-ea"/>
          <a:cs typeface="+mn-cs"/>
        </a:defRPr>
      </a:lvl2pPr>
      <a:lvl3pPr marL="517550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906" kern="1200">
          <a:solidFill>
            <a:schemeClr val="tx1"/>
          </a:solidFill>
          <a:latin typeface="+mn-lt"/>
          <a:ea typeface="+mn-ea"/>
          <a:cs typeface="+mn-cs"/>
        </a:defRPr>
      </a:lvl3pPr>
      <a:lvl4pPr marL="7245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93159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13861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34563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55265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759671" indent="-103510" algn="l" defTabSz="414040" rtl="0" eaLnBrk="1" latinLnBrk="0" hangingPunct="1">
        <a:lnSpc>
          <a:spcPct val="90000"/>
        </a:lnSpc>
        <a:spcBef>
          <a:spcPts val="226"/>
        </a:spcBef>
        <a:buFont typeface="Arial" panose="020B0604020202020204" pitchFamily="34" charset="0"/>
        <a:buChar char="•"/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1pPr>
      <a:lvl2pPr marL="20702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2pPr>
      <a:lvl3pPr marL="41404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3pPr>
      <a:lvl4pPr marL="621060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4pPr>
      <a:lvl5pPr marL="82808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5pPr>
      <a:lvl6pPr marL="103510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6pPr>
      <a:lvl7pPr marL="124212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7pPr>
      <a:lvl8pPr marL="144914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8pPr>
      <a:lvl9pPr marL="1656161" algn="l" defTabSz="414040" rtl="0" eaLnBrk="1" latinLnBrk="0" hangingPunct="1">
        <a:defRPr sz="8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81">
            <a:extLst>
              <a:ext uri="{FF2B5EF4-FFF2-40B4-BE49-F238E27FC236}">
                <a16:creationId xmlns:a16="http://schemas.microsoft.com/office/drawing/2014/main" id="{B6F80C6F-F445-B70E-D043-77DBB1651BC8}"/>
              </a:ext>
            </a:extLst>
          </p:cNvPr>
          <p:cNvSpPr txBox="1"/>
          <p:nvPr/>
        </p:nvSpPr>
        <p:spPr>
          <a:xfrm>
            <a:off x="-83152" y="-65388"/>
            <a:ext cx="42068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333333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Definition of verifying rainfall thresholds</a:t>
            </a:r>
          </a:p>
          <a:p>
            <a:r>
              <a:rPr lang="en-US" sz="10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For point-scale and gridded rainfall estimates</a:t>
            </a:r>
            <a:endParaRPr lang="en-GB" sz="1000" u="sng" dirty="0">
              <a:solidFill>
                <a:srgbClr val="333333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0DA3BD29-9BB9-E538-778A-78E4A1FBED5C}"/>
              </a:ext>
            </a:extLst>
          </p:cNvPr>
          <p:cNvSpPr/>
          <p:nvPr/>
        </p:nvSpPr>
        <p:spPr>
          <a:xfrm>
            <a:off x="4762786" y="250385"/>
            <a:ext cx="3762375" cy="2870474"/>
          </a:xfrm>
          <a:custGeom>
            <a:avLst/>
            <a:gdLst>
              <a:gd name="connsiteX0" fmla="*/ 0 w 2743200"/>
              <a:gd name="connsiteY0" fmla="*/ 1585390 h 1918765"/>
              <a:gd name="connsiteX1" fmla="*/ 114300 w 2743200"/>
              <a:gd name="connsiteY1" fmla="*/ 1528240 h 1918765"/>
              <a:gd name="connsiteX2" fmla="*/ 228600 w 2743200"/>
              <a:gd name="connsiteY2" fmla="*/ 1261540 h 1918765"/>
              <a:gd name="connsiteX3" fmla="*/ 304800 w 2743200"/>
              <a:gd name="connsiteY3" fmla="*/ 670990 h 1918765"/>
              <a:gd name="connsiteX4" fmla="*/ 400050 w 2743200"/>
              <a:gd name="connsiteY4" fmla="*/ 194740 h 1918765"/>
              <a:gd name="connsiteX5" fmla="*/ 590550 w 2743200"/>
              <a:gd name="connsiteY5" fmla="*/ 4240 h 1918765"/>
              <a:gd name="connsiteX6" fmla="*/ 838200 w 2743200"/>
              <a:gd name="connsiteY6" fmla="*/ 356665 h 1918765"/>
              <a:gd name="connsiteX7" fmla="*/ 1228725 w 2743200"/>
              <a:gd name="connsiteY7" fmla="*/ 1337740 h 1918765"/>
              <a:gd name="connsiteX8" fmla="*/ 2152650 w 2743200"/>
              <a:gd name="connsiteY8" fmla="*/ 1813990 h 1918765"/>
              <a:gd name="connsiteX9" fmla="*/ 2743200 w 2743200"/>
              <a:gd name="connsiteY9" fmla="*/ 1918765 h 1918765"/>
              <a:gd name="connsiteX0" fmla="*/ 0 w 2981325"/>
              <a:gd name="connsiteY0" fmla="*/ 1994965 h 1994965"/>
              <a:gd name="connsiteX1" fmla="*/ 352425 w 2981325"/>
              <a:gd name="connsiteY1" fmla="*/ 1528240 h 1994965"/>
              <a:gd name="connsiteX2" fmla="*/ 466725 w 2981325"/>
              <a:gd name="connsiteY2" fmla="*/ 1261540 h 1994965"/>
              <a:gd name="connsiteX3" fmla="*/ 542925 w 2981325"/>
              <a:gd name="connsiteY3" fmla="*/ 670990 h 1994965"/>
              <a:gd name="connsiteX4" fmla="*/ 638175 w 2981325"/>
              <a:gd name="connsiteY4" fmla="*/ 194740 h 1994965"/>
              <a:gd name="connsiteX5" fmla="*/ 828675 w 2981325"/>
              <a:gd name="connsiteY5" fmla="*/ 4240 h 1994965"/>
              <a:gd name="connsiteX6" fmla="*/ 1076325 w 2981325"/>
              <a:gd name="connsiteY6" fmla="*/ 356665 h 1994965"/>
              <a:gd name="connsiteX7" fmla="*/ 1466850 w 2981325"/>
              <a:gd name="connsiteY7" fmla="*/ 1337740 h 1994965"/>
              <a:gd name="connsiteX8" fmla="*/ 2390775 w 2981325"/>
              <a:gd name="connsiteY8" fmla="*/ 1813990 h 1994965"/>
              <a:gd name="connsiteX9" fmla="*/ 2981325 w 2981325"/>
              <a:gd name="connsiteY9" fmla="*/ 1918765 h 1994965"/>
              <a:gd name="connsiteX0" fmla="*/ 0 w 2981325"/>
              <a:gd name="connsiteY0" fmla="*/ 1994965 h 1994965"/>
              <a:gd name="connsiteX1" fmla="*/ 190500 w 2981325"/>
              <a:gd name="connsiteY1" fmla="*/ 1747315 h 1994965"/>
              <a:gd name="connsiteX2" fmla="*/ 466725 w 2981325"/>
              <a:gd name="connsiteY2" fmla="*/ 1261540 h 1994965"/>
              <a:gd name="connsiteX3" fmla="*/ 542925 w 2981325"/>
              <a:gd name="connsiteY3" fmla="*/ 670990 h 1994965"/>
              <a:gd name="connsiteX4" fmla="*/ 638175 w 2981325"/>
              <a:gd name="connsiteY4" fmla="*/ 194740 h 1994965"/>
              <a:gd name="connsiteX5" fmla="*/ 828675 w 2981325"/>
              <a:gd name="connsiteY5" fmla="*/ 4240 h 1994965"/>
              <a:gd name="connsiteX6" fmla="*/ 1076325 w 2981325"/>
              <a:gd name="connsiteY6" fmla="*/ 356665 h 1994965"/>
              <a:gd name="connsiteX7" fmla="*/ 1466850 w 2981325"/>
              <a:gd name="connsiteY7" fmla="*/ 1337740 h 1994965"/>
              <a:gd name="connsiteX8" fmla="*/ 2390775 w 2981325"/>
              <a:gd name="connsiteY8" fmla="*/ 1813990 h 1994965"/>
              <a:gd name="connsiteX9" fmla="*/ 2981325 w 2981325"/>
              <a:gd name="connsiteY9" fmla="*/ 1918765 h 1994965"/>
              <a:gd name="connsiteX0" fmla="*/ 0 w 2981325"/>
              <a:gd name="connsiteY0" fmla="*/ 1994965 h 1994965"/>
              <a:gd name="connsiteX1" fmla="*/ 190500 w 2981325"/>
              <a:gd name="connsiteY1" fmla="*/ 1747315 h 1994965"/>
              <a:gd name="connsiteX2" fmla="*/ 333375 w 2981325"/>
              <a:gd name="connsiteY2" fmla="*/ 1423465 h 1994965"/>
              <a:gd name="connsiteX3" fmla="*/ 542925 w 2981325"/>
              <a:gd name="connsiteY3" fmla="*/ 670990 h 1994965"/>
              <a:gd name="connsiteX4" fmla="*/ 638175 w 2981325"/>
              <a:gd name="connsiteY4" fmla="*/ 194740 h 1994965"/>
              <a:gd name="connsiteX5" fmla="*/ 828675 w 2981325"/>
              <a:gd name="connsiteY5" fmla="*/ 4240 h 1994965"/>
              <a:gd name="connsiteX6" fmla="*/ 1076325 w 2981325"/>
              <a:gd name="connsiteY6" fmla="*/ 356665 h 1994965"/>
              <a:gd name="connsiteX7" fmla="*/ 1466850 w 2981325"/>
              <a:gd name="connsiteY7" fmla="*/ 1337740 h 1994965"/>
              <a:gd name="connsiteX8" fmla="*/ 2390775 w 2981325"/>
              <a:gd name="connsiteY8" fmla="*/ 1813990 h 1994965"/>
              <a:gd name="connsiteX9" fmla="*/ 2981325 w 2981325"/>
              <a:gd name="connsiteY9" fmla="*/ 1918765 h 1994965"/>
              <a:gd name="connsiteX0" fmla="*/ 0 w 2981325"/>
              <a:gd name="connsiteY0" fmla="*/ 1995892 h 1995892"/>
              <a:gd name="connsiteX1" fmla="*/ 190500 w 2981325"/>
              <a:gd name="connsiteY1" fmla="*/ 1748242 h 1995892"/>
              <a:gd name="connsiteX2" fmla="*/ 333375 w 2981325"/>
              <a:gd name="connsiteY2" fmla="*/ 1424392 h 1995892"/>
              <a:gd name="connsiteX3" fmla="*/ 447675 w 2981325"/>
              <a:gd name="connsiteY3" fmla="*/ 824317 h 1995892"/>
              <a:gd name="connsiteX4" fmla="*/ 638175 w 2981325"/>
              <a:gd name="connsiteY4" fmla="*/ 195667 h 1995892"/>
              <a:gd name="connsiteX5" fmla="*/ 828675 w 2981325"/>
              <a:gd name="connsiteY5" fmla="*/ 5167 h 1995892"/>
              <a:gd name="connsiteX6" fmla="*/ 1076325 w 2981325"/>
              <a:gd name="connsiteY6" fmla="*/ 357592 h 1995892"/>
              <a:gd name="connsiteX7" fmla="*/ 1466850 w 2981325"/>
              <a:gd name="connsiteY7" fmla="*/ 1338667 h 1995892"/>
              <a:gd name="connsiteX8" fmla="*/ 2390775 w 2981325"/>
              <a:gd name="connsiteY8" fmla="*/ 1814917 h 1995892"/>
              <a:gd name="connsiteX9" fmla="*/ 2981325 w 2981325"/>
              <a:gd name="connsiteY9" fmla="*/ 1919692 h 1995892"/>
              <a:gd name="connsiteX0" fmla="*/ 0 w 2981325"/>
              <a:gd name="connsiteY0" fmla="*/ 1995892 h 1995892"/>
              <a:gd name="connsiteX1" fmla="*/ 190500 w 2981325"/>
              <a:gd name="connsiteY1" fmla="*/ 1748242 h 1995892"/>
              <a:gd name="connsiteX2" fmla="*/ 333375 w 2981325"/>
              <a:gd name="connsiteY2" fmla="*/ 1424392 h 1995892"/>
              <a:gd name="connsiteX3" fmla="*/ 447675 w 2981325"/>
              <a:gd name="connsiteY3" fmla="*/ 824317 h 1995892"/>
              <a:gd name="connsiteX4" fmla="*/ 552450 w 2981325"/>
              <a:gd name="connsiteY4" fmla="*/ 195667 h 1995892"/>
              <a:gd name="connsiteX5" fmla="*/ 828675 w 2981325"/>
              <a:gd name="connsiteY5" fmla="*/ 5167 h 1995892"/>
              <a:gd name="connsiteX6" fmla="*/ 1076325 w 2981325"/>
              <a:gd name="connsiteY6" fmla="*/ 357592 h 1995892"/>
              <a:gd name="connsiteX7" fmla="*/ 1466850 w 2981325"/>
              <a:gd name="connsiteY7" fmla="*/ 1338667 h 1995892"/>
              <a:gd name="connsiteX8" fmla="*/ 2390775 w 2981325"/>
              <a:gd name="connsiteY8" fmla="*/ 1814917 h 1995892"/>
              <a:gd name="connsiteX9" fmla="*/ 2981325 w 2981325"/>
              <a:gd name="connsiteY9" fmla="*/ 1919692 h 1995892"/>
              <a:gd name="connsiteX0" fmla="*/ 0 w 2981325"/>
              <a:gd name="connsiteY0" fmla="*/ 2014297 h 2014297"/>
              <a:gd name="connsiteX1" fmla="*/ 190500 w 2981325"/>
              <a:gd name="connsiteY1" fmla="*/ 1766647 h 2014297"/>
              <a:gd name="connsiteX2" fmla="*/ 333375 w 2981325"/>
              <a:gd name="connsiteY2" fmla="*/ 1442797 h 2014297"/>
              <a:gd name="connsiteX3" fmla="*/ 447675 w 2981325"/>
              <a:gd name="connsiteY3" fmla="*/ 842722 h 2014297"/>
              <a:gd name="connsiteX4" fmla="*/ 552450 w 2981325"/>
              <a:gd name="connsiteY4" fmla="*/ 214072 h 2014297"/>
              <a:gd name="connsiteX5" fmla="*/ 762000 w 2981325"/>
              <a:gd name="connsiteY5" fmla="*/ 4522 h 2014297"/>
              <a:gd name="connsiteX6" fmla="*/ 1076325 w 2981325"/>
              <a:gd name="connsiteY6" fmla="*/ 375997 h 2014297"/>
              <a:gd name="connsiteX7" fmla="*/ 1466850 w 2981325"/>
              <a:gd name="connsiteY7" fmla="*/ 1357072 h 2014297"/>
              <a:gd name="connsiteX8" fmla="*/ 2390775 w 2981325"/>
              <a:gd name="connsiteY8" fmla="*/ 1833322 h 2014297"/>
              <a:gd name="connsiteX9" fmla="*/ 2981325 w 2981325"/>
              <a:gd name="connsiteY9" fmla="*/ 1938097 h 2014297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466850 w 2981325"/>
              <a:gd name="connsiteY7" fmla="*/ 1357501 h 2014726"/>
              <a:gd name="connsiteX8" fmla="*/ 2390775 w 2981325"/>
              <a:gd name="connsiteY8" fmla="*/ 1833751 h 2014726"/>
              <a:gd name="connsiteX9" fmla="*/ 2981325 w 2981325"/>
              <a:gd name="connsiteY9" fmla="*/ 1938526 h 2014726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200150 w 2981325"/>
              <a:gd name="connsiteY7" fmla="*/ 1081276 h 2014726"/>
              <a:gd name="connsiteX8" fmla="*/ 2390775 w 2981325"/>
              <a:gd name="connsiteY8" fmla="*/ 1833751 h 2014726"/>
              <a:gd name="connsiteX9" fmla="*/ 2981325 w 2981325"/>
              <a:gd name="connsiteY9" fmla="*/ 1938526 h 2014726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200150 w 2981325"/>
              <a:gd name="connsiteY7" fmla="*/ 1081276 h 2014726"/>
              <a:gd name="connsiteX8" fmla="*/ 2390775 w 2981325"/>
              <a:gd name="connsiteY8" fmla="*/ 1833751 h 2014726"/>
              <a:gd name="connsiteX9" fmla="*/ 2981325 w 2981325"/>
              <a:gd name="connsiteY9" fmla="*/ 1938526 h 2014726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200150 w 2981325"/>
              <a:gd name="connsiteY7" fmla="*/ 1081276 h 2014726"/>
              <a:gd name="connsiteX8" fmla="*/ 1638300 w 2981325"/>
              <a:gd name="connsiteY8" fmla="*/ 1528951 h 2014726"/>
              <a:gd name="connsiteX9" fmla="*/ 2981325 w 2981325"/>
              <a:gd name="connsiteY9" fmla="*/ 1938526 h 2014726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200150 w 2981325"/>
              <a:gd name="connsiteY7" fmla="*/ 1081276 h 2014726"/>
              <a:gd name="connsiteX8" fmla="*/ 1619250 w 2981325"/>
              <a:gd name="connsiteY8" fmla="*/ 1700401 h 2014726"/>
              <a:gd name="connsiteX9" fmla="*/ 2981325 w 2981325"/>
              <a:gd name="connsiteY9" fmla="*/ 1938526 h 2014726"/>
              <a:gd name="connsiteX0" fmla="*/ 0 w 2943225"/>
              <a:gd name="connsiteY0" fmla="*/ 2014726 h 2014726"/>
              <a:gd name="connsiteX1" fmla="*/ 190500 w 2943225"/>
              <a:gd name="connsiteY1" fmla="*/ 1767076 h 2014726"/>
              <a:gd name="connsiteX2" fmla="*/ 333375 w 2943225"/>
              <a:gd name="connsiteY2" fmla="*/ 1443226 h 2014726"/>
              <a:gd name="connsiteX3" fmla="*/ 447675 w 2943225"/>
              <a:gd name="connsiteY3" fmla="*/ 843151 h 2014726"/>
              <a:gd name="connsiteX4" fmla="*/ 552450 w 2943225"/>
              <a:gd name="connsiteY4" fmla="*/ 214501 h 2014726"/>
              <a:gd name="connsiteX5" fmla="*/ 762000 w 2943225"/>
              <a:gd name="connsiteY5" fmla="*/ 4951 h 2014726"/>
              <a:gd name="connsiteX6" fmla="*/ 981075 w 2943225"/>
              <a:gd name="connsiteY6" fmla="*/ 385951 h 2014726"/>
              <a:gd name="connsiteX7" fmla="*/ 1200150 w 2943225"/>
              <a:gd name="connsiteY7" fmla="*/ 1081276 h 2014726"/>
              <a:gd name="connsiteX8" fmla="*/ 1619250 w 2943225"/>
              <a:gd name="connsiteY8" fmla="*/ 1700401 h 2014726"/>
              <a:gd name="connsiteX9" fmla="*/ 2943225 w 2943225"/>
              <a:gd name="connsiteY9" fmla="*/ 1995676 h 2014726"/>
              <a:gd name="connsiteX0" fmla="*/ 0 w 2943225"/>
              <a:gd name="connsiteY0" fmla="*/ 2014726 h 2014726"/>
              <a:gd name="connsiteX1" fmla="*/ 190500 w 2943225"/>
              <a:gd name="connsiteY1" fmla="*/ 1767076 h 2014726"/>
              <a:gd name="connsiteX2" fmla="*/ 333375 w 2943225"/>
              <a:gd name="connsiteY2" fmla="*/ 1443226 h 2014726"/>
              <a:gd name="connsiteX3" fmla="*/ 447675 w 2943225"/>
              <a:gd name="connsiteY3" fmla="*/ 843151 h 2014726"/>
              <a:gd name="connsiteX4" fmla="*/ 552450 w 2943225"/>
              <a:gd name="connsiteY4" fmla="*/ 214501 h 2014726"/>
              <a:gd name="connsiteX5" fmla="*/ 762000 w 2943225"/>
              <a:gd name="connsiteY5" fmla="*/ 4951 h 2014726"/>
              <a:gd name="connsiteX6" fmla="*/ 981075 w 2943225"/>
              <a:gd name="connsiteY6" fmla="*/ 385951 h 2014726"/>
              <a:gd name="connsiteX7" fmla="*/ 1200150 w 2943225"/>
              <a:gd name="connsiteY7" fmla="*/ 1081276 h 2014726"/>
              <a:gd name="connsiteX8" fmla="*/ 1762125 w 2943225"/>
              <a:gd name="connsiteY8" fmla="*/ 1767076 h 2014726"/>
              <a:gd name="connsiteX9" fmla="*/ 2943225 w 2943225"/>
              <a:gd name="connsiteY9" fmla="*/ 1995676 h 2014726"/>
              <a:gd name="connsiteX0" fmla="*/ 0 w 2943225"/>
              <a:gd name="connsiteY0" fmla="*/ 2014726 h 2014726"/>
              <a:gd name="connsiteX1" fmla="*/ 190500 w 2943225"/>
              <a:gd name="connsiteY1" fmla="*/ 1767076 h 2014726"/>
              <a:gd name="connsiteX2" fmla="*/ 333375 w 2943225"/>
              <a:gd name="connsiteY2" fmla="*/ 1443226 h 2014726"/>
              <a:gd name="connsiteX3" fmla="*/ 447675 w 2943225"/>
              <a:gd name="connsiteY3" fmla="*/ 843151 h 2014726"/>
              <a:gd name="connsiteX4" fmla="*/ 552450 w 2943225"/>
              <a:gd name="connsiteY4" fmla="*/ 214501 h 2014726"/>
              <a:gd name="connsiteX5" fmla="*/ 762000 w 2943225"/>
              <a:gd name="connsiteY5" fmla="*/ 4951 h 2014726"/>
              <a:gd name="connsiteX6" fmla="*/ 981075 w 2943225"/>
              <a:gd name="connsiteY6" fmla="*/ 385951 h 2014726"/>
              <a:gd name="connsiteX7" fmla="*/ 1209675 w 2943225"/>
              <a:gd name="connsiteY7" fmla="*/ 1128901 h 2014726"/>
              <a:gd name="connsiteX8" fmla="*/ 1762125 w 2943225"/>
              <a:gd name="connsiteY8" fmla="*/ 1767076 h 2014726"/>
              <a:gd name="connsiteX9" fmla="*/ 2943225 w 2943225"/>
              <a:gd name="connsiteY9" fmla="*/ 1995676 h 2014726"/>
              <a:gd name="connsiteX0" fmla="*/ 0 w 2943225"/>
              <a:gd name="connsiteY0" fmla="*/ 2014726 h 2014726"/>
              <a:gd name="connsiteX1" fmla="*/ 190500 w 2943225"/>
              <a:gd name="connsiteY1" fmla="*/ 1767076 h 2014726"/>
              <a:gd name="connsiteX2" fmla="*/ 333375 w 2943225"/>
              <a:gd name="connsiteY2" fmla="*/ 1443226 h 2014726"/>
              <a:gd name="connsiteX3" fmla="*/ 447675 w 2943225"/>
              <a:gd name="connsiteY3" fmla="*/ 843151 h 2014726"/>
              <a:gd name="connsiteX4" fmla="*/ 552450 w 2943225"/>
              <a:gd name="connsiteY4" fmla="*/ 214501 h 2014726"/>
              <a:gd name="connsiteX5" fmla="*/ 762000 w 2943225"/>
              <a:gd name="connsiteY5" fmla="*/ 4951 h 2014726"/>
              <a:gd name="connsiteX6" fmla="*/ 981075 w 2943225"/>
              <a:gd name="connsiteY6" fmla="*/ 385951 h 2014726"/>
              <a:gd name="connsiteX7" fmla="*/ 1209675 w 2943225"/>
              <a:gd name="connsiteY7" fmla="*/ 1128901 h 2014726"/>
              <a:gd name="connsiteX8" fmla="*/ 1762125 w 2943225"/>
              <a:gd name="connsiteY8" fmla="*/ 1767076 h 2014726"/>
              <a:gd name="connsiteX9" fmla="*/ 2943225 w 2943225"/>
              <a:gd name="connsiteY9" fmla="*/ 1995676 h 2014726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33375 w 2943225"/>
              <a:gd name="connsiteY2" fmla="*/ 1441202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09675 w 2943225"/>
              <a:gd name="connsiteY7" fmla="*/ 1126877 h 2012702"/>
              <a:gd name="connsiteX8" fmla="*/ 1762125 w 2943225"/>
              <a:gd name="connsiteY8" fmla="*/ 1765052 h 2012702"/>
              <a:gd name="connsiteX9" fmla="*/ 2943225 w 2943225"/>
              <a:gd name="connsiteY9" fmla="*/ 1993652 h 2012702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33375 w 2943225"/>
              <a:gd name="connsiteY2" fmla="*/ 1441202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09675 w 2943225"/>
              <a:gd name="connsiteY7" fmla="*/ 1126877 h 2012702"/>
              <a:gd name="connsiteX8" fmla="*/ 1762125 w 2943225"/>
              <a:gd name="connsiteY8" fmla="*/ 1765052 h 2012702"/>
              <a:gd name="connsiteX9" fmla="*/ 2943225 w 2943225"/>
              <a:gd name="connsiteY9" fmla="*/ 1993652 h 2012702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33375 w 2943225"/>
              <a:gd name="connsiteY2" fmla="*/ 1441202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47775 w 2943225"/>
              <a:gd name="connsiteY7" fmla="*/ 1222127 h 2012702"/>
              <a:gd name="connsiteX8" fmla="*/ 1762125 w 2943225"/>
              <a:gd name="connsiteY8" fmla="*/ 1765052 h 2012702"/>
              <a:gd name="connsiteX9" fmla="*/ 2943225 w 2943225"/>
              <a:gd name="connsiteY9" fmla="*/ 1993652 h 2012702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33375 w 2943225"/>
              <a:gd name="connsiteY2" fmla="*/ 1441202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47775 w 2943225"/>
              <a:gd name="connsiteY7" fmla="*/ 1222127 h 2012702"/>
              <a:gd name="connsiteX8" fmla="*/ 1790700 w 2943225"/>
              <a:gd name="connsiteY8" fmla="*/ 1746002 h 2012702"/>
              <a:gd name="connsiteX9" fmla="*/ 2943225 w 2943225"/>
              <a:gd name="connsiteY9" fmla="*/ 1993652 h 2012702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61950 w 2943225"/>
              <a:gd name="connsiteY2" fmla="*/ 1317377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47775 w 2943225"/>
              <a:gd name="connsiteY7" fmla="*/ 1222127 h 2012702"/>
              <a:gd name="connsiteX8" fmla="*/ 1790700 w 2943225"/>
              <a:gd name="connsiteY8" fmla="*/ 1746002 h 2012702"/>
              <a:gd name="connsiteX9" fmla="*/ 2943225 w 2943225"/>
              <a:gd name="connsiteY9" fmla="*/ 1993652 h 2012702"/>
              <a:gd name="connsiteX0" fmla="*/ 0 w 2943225"/>
              <a:gd name="connsiteY0" fmla="*/ 2012292 h 2012292"/>
              <a:gd name="connsiteX1" fmla="*/ 190500 w 2943225"/>
              <a:gd name="connsiteY1" fmla="*/ 1764642 h 2012292"/>
              <a:gd name="connsiteX2" fmla="*/ 361950 w 2943225"/>
              <a:gd name="connsiteY2" fmla="*/ 1316967 h 2012292"/>
              <a:gd name="connsiteX3" fmla="*/ 447675 w 2943225"/>
              <a:gd name="connsiteY3" fmla="*/ 726417 h 2012292"/>
              <a:gd name="connsiteX4" fmla="*/ 552450 w 2943225"/>
              <a:gd name="connsiteY4" fmla="*/ 212067 h 2012292"/>
              <a:gd name="connsiteX5" fmla="*/ 762000 w 2943225"/>
              <a:gd name="connsiteY5" fmla="*/ 2517 h 2012292"/>
              <a:gd name="connsiteX6" fmla="*/ 1000125 w 2943225"/>
              <a:gd name="connsiteY6" fmla="*/ 335892 h 2012292"/>
              <a:gd name="connsiteX7" fmla="*/ 1247775 w 2943225"/>
              <a:gd name="connsiteY7" fmla="*/ 1221717 h 2012292"/>
              <a:gd name="connsiteX8" fmla="*/ 1790700 w 2943225"/>
              <a:gd name="connsiteY8" fmla="*/ 1745592 h 2012292"/>
              <a:gd name="connsiteX9" fmla="*/ 2943225 w 2943225"/>
              <a:gd name="connsiteY9" fmla="*/ 1993242 h 2012292"/>
              <a:gd name="connsiteX0" fmla="*/ 0 w 2943225"/>
              <a:gd name="connsiteY0" fmla="*/ 2012629 h 2012629"/>
              <a:gd name="connsiteX1" fmla="*/ 190500 w 2943225"/>
              <a:gd name="connsiteY1" fmla="*/ 1764979 h 2012629"/>
              <a:gd name="connsiteX2" fmla="*/ 361950 w 2943225"/>
              <a:gd name="connsiteY2" fmla="*/ 1317304 h 2012629"/>
              <a:gd name="connsiteX3" fmla="*/ 447675 w 2943225"/>
              <a:gd name="connsiteY3" fmla="*/ 726754 h 2012629"/>
              <a:gd name="connsiteX4" fmla="*/ 552450 w 2943225"/>
              <a:gd name="connsiteY4" fmla="*/ 212404 h 2012629"/>
              <a:gd name="connsiteX5" fmla="*/ 762000 w 2943225"/>
              <a:gd name="connsiteY5" fmla="*/ 2854 h 2012629"/>
              <a:gd name="connsiteX6" fmla="*/ 952500 w 2943225"/>
              <a:gd name="connsiteY6" fmla="*/ 345754 h 2012629"/>
              <a:gd name="connsiteX7" fmla="*/ 1247775 w 2943225"/>
              <a:gd name="connsiteY7" fmla="*/ 1222054 h 2012629"/>
              <a:gd name="connsiteX8" fmla="*/ 1790700 w 2943225"/>
              <a:gd name="connsiteY8" fmla="*/ 1745929 h 2012629"/>
              <a:gd name="connsiteX9" fmla="*/ 2943225 w 2943225"/>
              <a:gd name="connsiteY9" fmla="*/ 1993579 h 2012629"/>
              <a:gd name="connsiteX0" fmla="*/ 0 w 2943225"/>
              <a:gd name="connsiteY0" fmla="*/ 2012629 h 2012629"/>
              <a:gd name="connsiteX1" fmla="*/ 190500 w 2943225"/>
              <a:gd name="connsiteY1" fmla="*/ 1764979 h 2012629"/>
              <a:gd name="connsiteX2" fmla="*/ 361950 w 2943225"/>
              <a:gd name="connsiteY2" fmla="*/ 1317304 h 2012629"/>
              <a:gd name="connsiteX3" fmla="*/ 447675 w 2943225"/>
              <a:gd name="connsiteY3" fmla="*/ 726754 h 2012629"/>
              <a:gd name="connsiteX4" fmla="*/ 552450 w 2943225"/>
              <a:gd name="connsiteY4" fmla="*/ 212404 h 2012629"/>
              <a:gd name="connsiteX5" fmla="*/ 733425 w 2943225"/>
              <a:gd name="connsiteY5" fmla="*/ 2854 h 2012629"/>
              <a:gd name="connsiteX6" fmla="*/ 952500 w 2943225"/>
              <a:gd name="connsiteY6" fmla="*/ 345754 h 2012629"/>
              <a:gd name="connsiteX7" fmla="*/ 1247775 w 2943225"/>
              <a:gd name="connsiteY7" fmla="*/ 1222054 h 2012629"/>
              <a:gd name="connsiteX8" fmla="*/ 1790700 w 2943225"/>
              <a:gd name="connsiteY8" fmla="*/ 1745929 h 2012629"/>
              <a:gd name="connsiteX9" fmla="*/ 2943225 w 2943225"/>
              <a:gd name="connsiteY9" fmla="*/ 1993579 h 2012629"/>
              <a:gd name="connsiteX0" fmla="*/ 0 w 2943225"/>
              <a:gd name="connsiteY0" fmla="*/ 2011102 h 2011102"/>
              <a:gd name="connsiteX1" fmla="*/ 190500 w 2943225"/>
              <a:gd name="connsiteY1" fmla="*/ 1763452 h 2011102"/>
              <a:gd name="connsiteX2" fmla="*/ 361950 w 2943225"/>
              <a:gd name="connsiteY2" fmla="*/ 1315777 h 2011102"/>
              <a:gd name="connsiteX3" fmla="*/ 447675 w 2943225"/>
              <a:gd name="connsiteY3" fmla="*/ 725227 h 2011102"/>
              <a:gd name="connsiteX4" fmla="*/ 552450 w 2943225"/>
              <a:gd name="connsiteY4" fmla="*/ 210877 h 2011102"/>
              <a:gd name="connsiteX5" fmla="*/ 733425 w 2943225"/>
              <a:gd name="connsiteY5" fmla="*/ 1327 h 2011102"/>
              <a:gd name="connsiteX6" fmla="*/ 942975 w 2943225"/>
              <a:gd name="connsiteY6" fmla="*/ 296602 h 2011102"/>
              <a:gd name="connsiteX7" fmla="*/ 1247775 w 2943225"/>
              <a:gd name="connsiteY7" fmla="*/ 1220527 h 2011102"/>
              <a:gd name="connsiteX8" fmla="*/ 1790700 w 2943225"/>
              <a:gd name="connsiteY8" fmla="*/ 1744402 h 2011102"/>
              <a:gd name="connsiteX9" fmla="*/ 2943225 w 2943225"/>
              <a:gd name="connsiteY9" fmla="*/ 1992052 h 2011102"/>
              <a:gd name="connsiteX0" fmla="*/ 0 w 2943225"/>
              <a:gd name="connsiteY0" fmla="*/ 2011102 h 2011102"/>
              <a:gd name="connsiteX1" fmla="*/ 66675 w 2943225"/>
              <a:gd name="connsiteY1" fmla="*/ 1439602 h 2011102"/>
              <a:gd name="connsiteX2" fmla="*/ 361950 w 2943225"/>
              <a:gd name="connsiteY2" fmla="*/ 1315777 h 2011102"/>
              <a:gd name="connsiteX3" fmla="*/ 447675 w 2943225"/>
              <a:gd name="connsiteY3" fmla="*/ 725227 h 2011102"/>
              <a:gd name="connsiteX4" fmla="*/ 552450 w 2943225"/>
              <a:gd name="connsiteY4" fmla="*/ 210877 h 2011102"/>
              <a:gd name="connsiteX5" fmla="*/ 733425 w 2943225"/>
              <a:gd name="connsiteY5" fmla="*/ 1327 h 2011102"/>
              <a:gd name="connsiteX6" fmla="*/ 942975 w 2943225"/>
              <a:gd name="connsiteY6" fmla="*/ 296602 h 2011102"/>
              <a:gd name="connsiteX7" fmla="*/ 1247775 w 2943225"/>
              <a:gd name="connsiteY7" fmla="*/ 1220527 h 2011102"/>
              <a:gd name="connsiteX8" fmla="*/ 1790700 w 2943225"/>
              <a:gd name="connsiteY8" fmla="*/ 1744402 h 2011102"/>
              <a:gd name="connsiteX9" fmla="*/ 2943225 w 2943225"/>
              <a:gd name="connsiteY9" fmla="*/ 1992052 h 2011102"/>
              <a:gd name="connsiteX0" fmla="*/ 0 w 2943225"/>
              <a:gd name="connsiteY0" fmla="*/ 2011102 h 2011102"/>
              <a:gd name="connsiteX1" fmla="*/ 66675 w 2943225"/>
              <a:gd name="connsiteY1" fmla="*/ 1439602 h 2011102"/>
              <a:gd name="connsiteX2" fmla="*/ 123825 w 2943225"/>
              <a:gd name="connsiteY2" fmla="*/ 906202 h 2011102"/>
              <a:gd name="connsiteX3" fmla="*/ 447675 w 2943225"/>
              <a:gd name="connsiteY3" fmla="*/ 725227 h 2011102"/>
              <a:gd name="connsiteX4" fmla="*/ 552450 w 2943225"/>
              <a:gd name="connsiteY4" fmla="*/ 210877 h 2011102"/>
              <a:gd name="connsiteX5" fmla="*/ 733425 w 2943225"/>
              <a:gd name="connsiteY5" fmla="*/ 1327 h 2011102"/>
              <a:gd name="connsiteX6" fmla="*/ 942975 w 2943225"/>
              <a:gd name="connsiteY6" fmla="*/ 296602 h 2011102"/>
              <a:gd name="connsiteX7" fmla="*/ 1247775 w 2943225"/>
              <a:gd name="connsiteY7" fmla="*/ 1220527 h 2011102"/>
              <a:gd name="connsiteX8" fmla="*/ 1790700 w 2943225"/>
              <a:gd name="connsiteY8" fmla="*/ 1744402 h 2011102"/>
              <a:gd name="connsiteX9" fmla="*/ 2943225 w 2943225"/>
              <a:gd name="connsiteY9" fmla="*/ 1992052 h 2011102"/>
              <a:gd name="connsiteX0" fmla="*/ 0 w 2943225"/>
              <a:gd name="connsiteY0" fmla="*/ 2010697 h 2010697"/>
              <a:gd name="connsiteX1" fmla="*/ 66675 w 2943225"/>
              <a:gd name="connsiteY1" fmla="*/ 1439197 h 2010697"/>
              <a:gd name="connsiteX2" fmla="*/ 123825 w 2943225"/>
              <a:gd name="connsiteY2" fmla="*/ 905797 h 2010697"/>
              <a:gd name="connsiteX3" fmla="*/ 171450 w 2943225"/>
              <a:gd name="connsiteY3" fmla="*/ 410497 h 2010697"/>
              <a:gd name="connsiteX4" fmla="*/ 552450 w 2943225"/>
              <a:gd name="connsiteY4" fmla="*/ 210472 h 2010697"/>
              <a:gd name="connsiteX5" fmla="*/ 733425 w 2943225"/>
              <a:gd name="connsiteY5" fmla="*/ 922 h 2010697"/>
              <a:gd name="connsiteX6" fmla="*/ 942975 w 2943225"/>
              <a:gd name="connsiteY6" fmla="*/ 296197 h 2010697"/>
              <a:gd name="connsiteX7" fmla="*/ 1247775 w 2943225"/>
              <a:gd name="connsiteY7" fmla="*/ 1220122 h 2010697"/>
              <a:gd name="connsiteX8" fmla="*/ 1790700 w 2943225"/>
              <a:gd name="connsiteY8" fmla="*/ 1743997 h 2010697"/>
              <a:gd name="connsiteX9" fmla="*/ 2943225 w 2943225"/>
              <a:gd name="connsiteY9" fmla="*/ 1991647 h 2010697"/>
              <a:gd name="connsiteX0" fmla="*/ 0 w 2943225"/>
              <a:gd name="connsiteY0" fmla="*/ 2025172 h 2025172"/>
              <a:gd name="connsiteX1" fmla="*/ 66675 w 2943225"/>
              <a:gd name="connsiteY1" fmla="*/ 1453672 h 2025172"/>
              <a:gd name="connsiteX2" fmla="*/ 123825 w 2943225"/>
              <a:gd name="connsiteY2" fmla="*/ 920272 h 2025172"/>
              <a:gd name="connsiteX3" fmla="*/ 171450 w 2943225"/>
              <a:gd name="connsiteY3" fmla="*/ 424972 h 2025172"/>
              <a:gd name="connsiteX4" fmla="*/ 238125 w 2943225"/>
              <a:gd name="connsiteY4" fmla="*/ 82072 h 2025172"/>
              <a:gd name="connsiteX5" fmla="*/ 733425 w 2943225"/>
              <a:gd name="connsiteY5" fmla="*/ 15397 h 2025172"/>
              <a:gd name="connsiteX6" fmla="*/ 942975 w 2943225"/>
              <a:gd name="connsiteY6" fmla="*/ 310672 h 2025172"/>
              <a:gd name="connsiteX7" fmla="*/ 1247775 w 2943225"/>
              <a:gd name="connsiteY7" fmla="*/ 1234597 h 2025172"/>
              <a:gd name="connsiteX8" fmla="*/ 1790700 w 2943225"/>
              <a:gd name="connsiteY8" fmla="*/ 1758472 h 2025172"/>
              <a:gd name="connsiteX9" fmla="*/ 2943225 w 2943225"/>
              <a:gd name="connsiteY9" fmla="*/ 2006122 h 2025172"/>
              <a:gd name="connsiteX0" fmla="*/ 0 w 2943225"/>
              <a:gd name="connsiteY0" fmla="*/ 2130824 h 2130824"/>
              <a:gd name="connsiteX1" fmla="*/ 66675 w 2943225"/>
              <a:gd name="connsiteY1" fmla="*/ 1559324 h 2130824"/>
              <a:gd name="connsiteX2" fmla="*/ 123825 w 2943225"/>
              <a:gd name="connsiteY2" fmla="*/ 1025924 h 2130824"/>
              <a:gd name="connsiteX3" fmla="*/ 171450 w 2943225"/>
              <a:gd name="connsiteY3" fmla="*/ 530624 h 2130824"/>
              <a:gd name="connsiteX4" fmla="*/ 238125 w 2943225"/>
              <a:gd name="connsiteY4" fmla="*/ 187724 h 2130824"/>
              <a:gd name="connsiteX5" fmla="*/ 361950 w 2943225"/>
              <a:gd name="connsiteY5" fmla="*/ 6749 h 2130824"/>
              <a:gd name="connsiteX6" fmla="*/ 942975 w 2943225"/>
              <a:gd name="connsiteY6" fmla="*/ 416324 h 2130824"/>
              <a:gd name="connsiteX7" fmla="*/ 1247775 w 2943225"/>
              <a:gd name="connsiteY7" fmla="*/ 1340249 h 2130824"/>
              <a:gd name="connsiteX8" fmla="*/ 1790700 w 2943225"/>
              <a:gd name="connsiteY8" fmla="*/ 1864124 h 2130824"/>
              <a:gd name="connsiteX9" fmla="*/ 2943225 w 2943225"/>
              <a:gd name="connsiteY9" fmla="*/ 2111774 h 2130824"/>
              <a:gd name="connsiteX0" fmla="*/ 0 w 2943225"/>
              <a:gd name="connsiteY0" fmla="*/ 2130824 h 2130824"/>
              <a:gd name="connsiteX1" fmla="*/ 66675 w 2943225"/>
              <a:gd name="connsiteY1" fmla="*/ 1559324 h 2130824"/>
              <a:gd name="connsiteX2" fmla="*/ 57150 w 2943225"/>
              <a:gd name="connsiteY2" fmla="*/ 997349 h 2130824"/>
              <a:gd name="connsiteX3" fmla="*/ 171450 w 2943225"/>
              <a:gd name="connsiteY3" fmla="*/ 530624 h 2130824"/>
              <a:gd name="connsiteX4" fmla="*/ 238125 w 2943225"/>
              <a:gd name="connsiteY4" fmla="*/ 187724 h 2130824"/>
              <a:gd name="connsiteX5" fmla="*/ 361950 w 2943225"/>
              <a:gd name="connsiteY5" fmla="*/ 6749 h 2130824"/>
              <a:gd name="connsiteX6" fmla="*/ 942975 w 2943225"/>
              <a:gd name="connsiteY6" fmla="*/ 416324 h 2130824"/>
              <a:gd name="connsiteX7" fmla="*/ 1247775 w 2943225"/>
              <a:gd name="connsiteY7" fmla="*/ 1340249 h 2130824"/>
              <a:gd name="connsiteX8" fmla="*/ 1790700 w 2943225"/>
              <a:gd name="connsiteY8" fmla="*/ 1864124 h 2130824"/>
              <a:gd name="connsiteX9" fmla="*/ 2943225 w 2943225"/>
              <a:gd name="connsiteY9" fmla="*/ 2111774 h 2130824"/>
              <a:gd name="connsiteX0" fmla="*/ 0 w 2943225"/>
              <a:gd name="connsiteY0" fmla="*/ 2130824 h 2130824"/>
              <a:gd name="connsiteX1" fmla="*/ 19050 w 2943225"/>
              <a:gd name="connsiteY1" fmla="*/ 1540274 h 2130824"/>
              <a:gd name="connsiteX2" fmla="*/ 57150 w 2943225"/>
              <a:gd name="connsiteY2" fmla="*/ 997349 h 2130824"/>
              <a:gd name="connsiteX3" fmla="*/ 171450 w 2943225"/>
              <a:gd name="connsiteY3" fmla="*/ 530624 h 2130824"/>
              <a:gd name="connsiteX4" fmla="*/ 238125 w 2943225"/>
              <a:gd name="connsiteY4" fmla="*/ 187724 h 2130824"/>
              <a:gd name="connsiteX5" fmla="*/ 361950 w 2943225"/>
              <a:gd name="connsiteY5" fmla="*/ 6749 h 2130824"/>
              <a:gd name="connsiteX6" fmla="*/ 942975 w 2943225"/>
              <a:gd name="connsiteY6" fmla="*/ 416324 h 2130824"/>
              <a:gd name="connsiteX7" fmla="*/ 1247775 w 2943225"/>
              <a:gd name="connsiteY7" fmla="*/ 1340249 h 2130824"/>
              <a:gd name="connsiteX8" fmla="*/ 1790700 w 2943225"/>
              <a:gd name="connsiteY8" fmla="*/ 1864124 h 2130824"/>
              <a:gd name="connsiteX9" fmla="*/ 2943225 w 2943225"/>
              <a:gd name="connsiteY9" fmla="*/ 2111774 h 2130824"/>
              <a:gd name="connsiteX0" fmla="*/ 0 w 2943225"/>
              <a:gd name="connsiteY0" fmla="*/ 2130824 h 2130824"/>
              <a:gd name="connsiteX1" fmla="*/ 19050 w 2943225"/>
              <a:gd name="connsiteY1" fmla="*/ 1540274 h 2130824"/>
              <a:gd name="connsiteX2" fmla="*/ 28575 w 2943225"/>
              <a:gd name="connsiteY2" fmla="*/ 997349 h 2130824"/>
              <a:gd name="connsiteX3" fmla="*/ 171450 w 2943225"/>
              <a:gd name="connsiteY3" fmla="*/ 530624 h 2130824"/>
              <a:gd name="connsiteX4" fmla="*/ 238125 w 2943225"/>
              <a:gd name="connsiteY4" fmla="*/ 187724 h 2130824"/>
              <a:gd name="connsiteX5" fmla="*/ 361950 w 2943225"/>
              <a:gd name="connsiteY5" fmla="*/ 6749 h 2130824"/>
              <a:gd name="connsiteX6" fmla="*/ 942975 w 2943225"/>
              <a:gd name="connsiteY6" fmla="*/ 416324 h 2130824"/>
              <a:gd name="connsiteX7" fmla="*/ 1247775 w 2943225"/>
              <a:gd name="connsiteY7" fmla="*/ 1340249 h 2130824"/>
              <a:gd name="connsiteX8" fmla="*/ 1790700 w 2943225"/>
              <a:gd name="connsiteY8" fmla="*/ 1864124 h 2130824"/>
              <a:gd name="connsiteX9" fmla="*/ 2943225 w 2943225"/>
              <a:gd name="connsiteY9" fmla="*/ 2111774 h 2130824"/>
              <a:gd name="connsiteX0" fmla="*/ 0 w 2943225"/>
              <a:gd name="connsiteY0" fmla="*/ 2130886 h 2130886"/>
              <a:gd name="connsiteX1" fmla="*/ 19050 w 2943225"/>
              <a:gd name="connsiteY1" fmla="*/ 1540336 h 2130886"/>
              <a:gd name="connsiteX2" fmla="*/ 28575 w 2943225"/>
              <a:gd name="connsiteY2" fmla="*/ 997411 h 2130886"/>
              <a:gd name="connsiteX3" fmla="*/ 47625 w 2943225"/>
              <a:gd name="connsiteY3" fmla="*/ 540211 h 2130886"/>
              <a:gd name="connsiteX4" fmla="*/ 238125 w 2943225"/>
              <a:gd name="connsiteY4" fmla="*/ 187786 h 2130886"/>
              <a:gd name="connsiteX5" fmla="*/ 361950 w 2943225"/>
              <a:gd name="connsiteY5" fmla="*/ 6811 h 2130886"/>
              <a:gd name="connsiteX6" fmla="*/ 942975 w 2943225"/>
              <a:gd name="connsiteY6" fmla="*/ 416386 h 2130886"/>
              <a:gd name="connsiteX7" fmla="*/ 1247775 w 2943225"/>
              <a:gd name="connsiteY7" fmla="*/ 1340311 h 2130886"/>
              <a:gd name="connsiteX8" fmla="*/ 1790700 w 2943225"/>
              <a:gd name="connsiteY8" fmla="*/ 1864186 h 2130886"/>
              <a:gd name="connsiteX9" fmla="*/ 2943225 w 2943225"/>
              <a:gd name="connsiteY9" fmla="*/ 2111836 h 2130886"/>
              <a:gd name="connsiteX0" fmla="*/ 0 w 2943225"/>
              <a:gd name="connsiteY0" fmla="*/ 2124665 h 2124665"/>
              <a:gd name="connsiteX1" fmla="*/ 19050 w 2943225"/>
              <a:gd name="connsiteY1" fmla="*/ 1534115 h 2124665"/>
              <a:gd name="connsiteX2" fmla="*/ 28575 w 2943225"/>
              <a:gd name="connsiteY2" fmla="*/ 991190 h 2124665"/>
              <a:gd name="connsiteX3" fmla="*/ 47625 w 2943225"/>
              <a:gd name="connsiteY3" fmla="*/ 533990 h 2124665"/>
              <a:gd name="connsiteX4" fmla="*/ 123825 w 2943225"/>
              <a:gd name="connsiteY4" fmla="*/ 324440 h 2124665"/>
              <a:gd name="connsiteX5" fmla="*/ 361950 w 2943225"/>
              <a:gd name="connsiteY5" fmla="*/ 590 h 2124665"/>
              <a:gd name="connsiteX6" fmla="*/ 942975 w 2943225"/>
              <a:gd name="connsiteY6" fmla="*/ 410165 h 2124665"/>
              <a:gd name="connsiteX7" fmla="*/ 1247775 w 2943225"/>
              <a:gd name="connsiteY7" fmla="*/ 1334090 h 2124665"/>
              <a:gd name="connsiteX8" fmla="*/ 1790700 w 2943225"/>
              <a:gd name="connsiteY8" fmla="*/ 1857965 h 2124665"/>
              <a:gd name="connsiteX9" fmla="*/ 2943225 w 2943225"/>
              <a:gd name="connsiteY9" fmla="*/ 2105615 h 2124665"/>
              <a:gd name="connsiteX0" fmla="*/ 0 w 2943225"/>
              <a:gd name="connsiteY0" fmla="*/ 2001227 h 2001227"/>
              <a:gd name="connsiteX1" fmla="*/ 19050 w 2943225"/>
              <a:gd name="connsiteY1" fmla="*/ 1410677 h 2001227"/>
              <a:gd name="connsiteX2" fmla="*/ 28575 w 2943225"/>
              <a:gd name="connsiteY2" fmla="*/ 867752 h 2001227"/>
              <a:gd name="connsiteX3" fmla="*/ 47625 w 2943225"/>
              <a:gd name="connsiteY3" fmla="*/ 410552 h 2001227"/>
              <a:gd name="connsiteX4" fmla="*/ 123825 w 2943225"/>
              <a:gd name="connsiteY4" fmla="*/ 201002 h 2001227"/>
              <a:gd name="connsiteX5" fmla="*/ 333375 w 2943225"/>
              <a:gd name="connsiteY5" fmla="*/ 977 h 2001227"/>
              <a:gd name="connsiteX6" fmla="*/ 942975 w 2943225"/>
              <a:gd name="connsiteY6" fmla="*/ 286727 h 2001227"/>
              <a:gd name="connsiteX7" fmla="*/ 1247775 w 2943225"/>
              <a:gd name="connsiteY7" fmla="*/ 1210652 h 2001227"/>
              <a:gd name="connsiteX8" fmla="*/ 1790700 w 2943225"/>
              <a:gd name="connsiteY8" fmla="*/ 1734527 h 2001227"/>
              <a:gd name="connsiteX9" fmla="*/ 2943225 w 2943225"/>
              <a:gd name="connsiteY9" fmla="*/ 1982177 h 2001227"/>
              <a:gd name="connsiteX0" fmla="*/ 0 w 2943225"/>
              <a:gd name="connsiteY0" fmla="*/ 2000462 h 2000462"/>
              <a:gd name="connsiteX1" fmla="*/ 19050 w 2943225"/>
              <a:gd name="connsiteY1" fmla="*/ 1409912 h 2000462"/>
              <a:gd name="connsiteX2" fmla="*/ 28575 w 2943225"/>
              <a:gd name="connsiteY2" fmla="*/ 866987 h 2000462"/>
              <a:gd name="connsiteX3" fmla="*/ 47625 w 2943225"/>
              <a:gd name="connsiteY3" fmla="*/ 409787 h 2000462"/>
              <a:gd name="connsiteX4" fmla="*/ 123825 w 2943225"/>
              <a:gd name="connsiteY4" fmla="*/ 200237 h 2000462"/>
              <a:gd name="connsiteX5" fmla="*/ 333375 w 2943225"/>
              <a:gd name="connsiteY5" fmla="*/ 212 h 2000462"/>
              <a:gd name="connsiteX6" fmla="*/ 657225 w 2943225"/>
              <a:gd name="connsiteY6" fmla="*/ 238337 h 2000462"/>
              <a:gd name="connsiteX7" fmla="*/ 1247775 w 2943225"/>
              <a:gd name="connsiteY7" fmla="*/ 1209887 h 2000462"/>
              <a:gd name="connsiteX8" fmla="*/ 1790700 w 2943225"/>
              <a:gd name="connsiteY8" fmla="*/ 1733762 h 2000462"/>
              <a:gd name="connsiteX9" fmla="*/ 2943225 w 2943225"/>
              <a:gd name="connsiteY9" fmla="*/ 1981412 h 2000462"/>
              <a:gd name="connsiteX0" fmla="*/ 0 w 2943225"/>
              <a:gd name="connsiteY0" fmla="*/ 2001004 h 2001004"/>
              <a:gd name="connsiteX1" fmla="*/ 19050 w 2943225"/>
              <a:gd name="connsiteY1" fmla="*/ 1410454 h 2001004"/>
              <a:gd name="connsiteX2" fmla="*/ 28575 w 2943225"/>
              <a:gd name="connsiteY2" fmla="*/ 867529 h 2001004"/>
              <a:gd name="connsiteX3" fmla="*/ 47625 w 2943225"/>
              <a:gd name="connsiteY3" fmla="*/ 410329 h 2001004"/>
              <a:gd name="connsiteX4" fmla="*/ 133350 w 2943225"/>
              <a:gd name="connsiteY4" fmla="*/ 172204 h 2001004"/>
              <a:gd name="connsiteX5" fmla="*/ 333375 w 2943225"/>
              <a:gd name="connsiteY5" fmla="*/ 754 h 2001004"/>
              <a:gd name="connsiteX6" fmla="*/ 657225 w 2943225"/>
              <a:gd name="connsiteY6" fmla="*/ 238879 h 2001004"/>
              <a:gd name="connsiteX7" fmla="*/ 1247775 w 2943225"/>
              <a:gd name="connsiteY7" fmla="*/ 1210429 h 2001004"/>
              <a:gd name="connsiteX8" fmla="*/ 1790700 w 2943225"/>
              <a:gd name="connsiteY8" fmla="*/ 1734304 h 2001004"/>
              <a:gd name="connsiteX9" fmla="*/ 2943225 w 2943225"/>
              <a:gd name="connsiteY9" fmla="*/ 1981954 h 2001004"/>
              <a:gd name="connsiteX0" fmla="*/ 0 w 2943225"/>
              <a:gd name="connsiteY0" fmla="*/ 2002084 h 2002084"/>
              <a:gd name="connsiteX1" fmla="*/ 19050 w 2943225"/>
              <a:gd name="connsiteY1" fmla="*/ 1411534 h 2002084"/>
              <a:gd name="connsiteX2" fmla="*/ 28575 w 2943225"/>
              <a:gd name="connsiteY2" fmla="*/ 868609 h 2002084"/>
              <a:gd name="connsiteX3" fmla="*/ 47625 w 2943225"/>
              <a:gd name="connsiteY3" fmla="*/ 411409 h 2002084"/>
              <a:gd name="connsiteX4" fmla="*/ 161925 w 2943225"/>
              <a:gd name="connsiteY4" fmla="*/ 144709 h 2002084"/>
              <a:gd name="connsiteX5" fmla="*/ 333375 w 2943225"/>
              <a:gd name="connsiteY5" fmla="*/ 1834 h 2002084"/>
              <a:gd name="connsiteX6" fmla="*/ 657225 w 2943225"/>
              <a:gd name="connsiteY6" fmla="*/ 239959 h 2002084"/>
              <a:gd name="connsiteX7" fmla="*/ 1247775 w 2943225"/>
              <a:gd name="connsiteY7" fmla="*/ 1211509 h 2002084"/>
              <a:gd name="connsiteX8" fmla="*/ 1790700 w 2943225"/>
              <a:gd name="connsiteY8" fmla="*/ 1735384 h 2002084"/>
              <a:gd name="connsiteX9" fmla="*/ 2943225 w 2943225"/>
              <a:gd name="connsiteY9" fmla="*/ 1983034 h 2002084"/>
              <a:gd name="connsiteX0" fmla="*/ 0 w 2943225"/>
              <a:gd name="connsiteY0" fmla="*/ 2000782 h 2000782"/>
              <a:gd name="connsiteX1" fmla="*/ 19050 w 2943225"/>
              <a:gd name="connsiteY1" fmla="*/ 1410232 h 2000782"/>
              <a:gd name="connsiteX2" fmla="*/ 28575 w 2943225"/>
              <a:gd name="connsiteY2" fmla="*/ 867307 h 2000782"/>
              <a:gd name="connsiteX3" fmla="*/ 47625 w 2943225"/>
              <a:gd name="connsiteY3" fmla="*/ 410107 h 2000782"/>
              <a:gd name="connsiteX4" fmla="*/ 161925 w 2943225"/>
              <a:gd name="connsiteY4" fmla="*/ 143407 h 2000782"/>
              <a:gd name="connsiteX5" fmla="*/ 333375 w 2943225"/>
              <a:gd name="connsiteY5" fmla="*/ 532 h 2000782"/>
              <a:gd name="connsiteX6" fmla="*/ 600075 w 2943225"/>
              <a:gd name="connsiteY6" fmla="*/ 191032 h 2000782"/>
              <a:gd name="connsiteX7" fmla="*/ 1247775 w 2943225"/>
              <a:gd name="connsiteY7" fmla="*/ 1210207 h 2000782"/>
              <a:gd name="connsiteX8" fmla="*/ 1790700 w 2943225"/>
              <a:gd name="connsiteY8" fmla="*/ 1734082 h 2000782"/>
              <a:gd name="connsiteX9" fmla="*/ 2943225 w 2943225"/>
              <a:gd name="connsiteY9" fmla="*/ 1981732 h 2000782"/>
              <a:gd name="connsiteX0" fmla="*/ 0 w 2943225"/>
              <a:gd name="connsiteY0" fmla="*/ 2000782 h 2000782"/>
              <a:gd name="connsiteX1" fmla="*/ 19050 w 2943225"/>
              <a:gd name="connsiteY1" fmla="*/ 1410232 h 2000782"/>
              <a:gd name="connsiteX2" fmla="*/ 28575 w 2943225"/>
              <a:gd name="connsiteY2" fmla="*/ 867307 h 2000782"/>
              <a:gd name="connsiteX3" fmla="*/ 47625 w 2943225"/>
              <a:gd name="connsiteY3" fmla="*/ 410107 h 2000782"/>
              <a:gd name="connsiteX4" fmla="*/ 161925 w 2943225"/>
              <a:gd name="connsiteY4" fmla="*/ 143407 h 2000782"/>
              <a:gd name="connsiteX5" fmla="*/ 333375 w 2943225"/>
              <a:gd name="connsiteY5" fmla="*/ 532 h 2000782"/>
              <a:gd name="connsiteX6" fmla="*/ 600075 w 2943225"/>
              <a:gd name="connsiteY6" fmla="*/ 191032 h 2000782"/>
              <a:gd name="connsiteX7" fmla="*/ 952500 w 2943225"/>
              <a:gd name="connsiteY7" fmla="*/ 1038757 h 2000782"/>
              <a:gd name="connsiteX8" fmla="*/ 1790700 w 2943225"/>
              <a:gd name="connsiteY8" fmla="*/ 1734082 h 2000782"/>
              <a:gd name="connsiteX9" fmla="*/ 2943225 w 2943225"/>
              <a:gd name="connsiteY9" fmla="*/ 1981732 h 2000782"/>
              <a:gd name="connsiteX0" fmla="*/ 0 w 2943225"/>
              <a:gd name="connsiteY0" fmla="*/ 2000417 h 2000417"/>
              <a:gd name="connsiteX1" fmla="*/ 19050 w 2943225"/>
              <a:gd name="connsiteY1" fmla="*/ 1409867 h 2000417"/>
              <a:gd name="connsiteX2" fmla="*/ 28575 w 2943225"/>
              <a:gd name="connsiteY2" fmla="*/ 866942 h 2000417"/>
              <a:gd name="connsiteX3" fmla="*/ 47625 w 2943225"/>
              <a:gd name="connsiteY3" fmla="*/ 409742 h 2000417"/>
              <a:gd name="connsiteX4" fmla="*/ 133350 w 2943225"/>
              <a:gd name="connsiteY4" fmla="*/ 162092 h 2000417"/>
              <a:gd name="connsiteX5" fmla="*/ 333375 w 2943225"/>
              <a:gd name="connsiteY5" fmla="*/ 167 h 2000417"/>
              <a:gd name="connsiteX6" fmla="*/ 600075 w 2943225"/>
              <a:gd name="connsiteY6" fmla="*/ 190667 h 2000417"/>
              <a:gd name="connsiteX7" fmla="*/ 952500 w 2943225"/>
              <a:gd name="connsiteY7" fmla="*/ 1038392 h 2000417"/>
              <a:gd name="connsiteX8" fmla="*/ 1790700 w 2943225"/>
              <a:gd name="connsiteY8" fmla="*/ 1733717 h 2000417"/>
              <a:gd name="connsiteX9" fmla="*/ 2943225 w 2943225"/>
              <a:gd name="connsiteY9" fmla="*/ 1981367 h 2000417"/>
              <a:gd name="connsiteX0" fmla="*/ 0 w 2943225"/>
              <a:gd name="connsiteY0" fmla="*/ 2000433 h 2000433"/>
              <a:gd name="connsiteX1" fmla="*/ 19050 w 2943225"/>
              <a:gd name="connsiteY1" fmla="*/ 1409883 h 2000433"/>
              <a:gd name="connsiteX2" fmla="*/ 28575 w 2943225"/>
              <a:gd name="connsiteY2" fmla="*/ 866958 h 2000433"/>
              <a:gd name="connsiteX3" fmla="*/ 47625 w 2943225"/>
              <a:gd name="connsiteY3" fmla="*/ 466908 h 2000433"/>
              <a:gd name="connsiteX4" fmla="*/ 133350 w 2943225"/>
              <a:gd name="connsiteY4" fmla="*/ 162108 h 2000433"/>
              <a:gd name="connsiteX5" fmla="*/ 333375 w 2943225"/>
              <a:gd name="connsiteY5" fmla="*/ 183 h 2000433"/>
              <a:gd name="connsiteX6" fmla="*/ 600075 w 2943225"/>
              <a:gd name="connsiteY6" fmla="*/ 190683 h 2000433"/>
              <a:gd name="connsiteX7" fmla="*/ 952500 w 2943225"/>
              <a:gd name="connsiteY7" fmla="*/ 1038408 h 2000433"/>
              <a:gd name="connsiteX8" fmla="*/ 1790700 w 2943225"/>
              <a:gd name="connsiteY8" fmla="*/ 1733733 h 2000433"/>
              <a:gd name="connsiteX9" fmla="*/ 2943225 w 2943225"/>
              <a:gd name="connsiteY9" fmla="*/ 1981383 h 2000433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952500 w 2943225"/>
              <a:gd name="connsiteY7" fmla="*/ 1038896 h 2000921"/>
              <a:gd name="connsiteX8" fmla="*/ 1790700 w 2943225"/>
              <a:gd name="connsiteY8" fmla="*/ 1734221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952500 w 2943225"/>
              <a:gd name="connsiteY7" fmla="*/ 1038896 h 2000921"/>
              <a:gd name="connsiteX8" fmla="*/ 1619250 w 2943225"/>
              <a:gd name="connsiteY8" fmla="*/ 1667546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952500 w 2943225"/>
              <a:gd name="connsiteY7" fmla="*/ 1038896 h 2000921"/>
              <a:gd name="connsiteX8" fmla="*/ 1400175 w 2943225"/>
              <a:gd name="connsiteY8" fmla="*/ 1572296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38351 w 2943225"/>
              <a:gd name="connsiteY9" fmla="*/ 17723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38351 w 2943225"/>
              <a:gd name="connsiteY9" fmla="*/ 17723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104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104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104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104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485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143126 w 2943225"/>
              <a:gd name="connsiteY9" fmla="*/ 1867571 h 2000921"/>
              <a:gd name="connsiteX10" fmla="*/ 2943225 w 2943225"/>
              <a:gd name="connsiteY10" fmla="*/ 1981871 h 2000921"/>
              <a:gd name="connsiteX0" fmla="*/ 0 w 2952750"/>
              <a:gd name="connsiteY0" fmla="*/ 2000921 h 2010446"/>
              <a:gd name="connsiteX1" fmla="*/ 19050 w 2952750"/>
              <a:gd name="connsiteY1" fmla="*/ 1410371 h 2010446"/>
              <a:gd name="connsiteX2" fmla="*/ 28575 w 2952750"/>
              <a:gd name="connsiteY2" fmla="*/ 867446 h 2010446"/>
              <a:gd name="connsiteX3" fmla="*/ 47625 w 2952750"/>
              <a:gd name="connsiteY3" fmla="*/ 467396 h 2010446"/>
              <a:gd name="connsiteX4" fmla="*/ 133350 w 2952750"/>
              <a:gd name="connsiteY4" fmla="*/ 162596 h 2010446"/>
              <a:gd name="connsiteX5" fmla="*/ 333375 w 2952750"/>
              <a:gd name="connsiteY5" fmla="*/ 671 h 2010446"/>
              <a:gd name="connsiteX6" fmla="*/ 600075 w 2952750"/>
              <a:gd name="connsiteY6" fmla="*/ 219746 h 2010446"/>
              <a:gd name="connsiteX7" fmla="*/ 857250 w 2952750"/>
              <a:gd name="connsiteY7" fmla="*/ 857921 h 2010446"/>
              <a:gd name="connsiteX8" fmla="*/ 1400175 w 2952750"/>
              <a:gd name="connsiteY8" fmla="*/ 1572296 h 2010446"/>
              <a:gd name="connsiteX9" fmla="*/ 2143126 w 2952750"/>
              <a:gd name="connsiteY9" fmla="*/ 1867571 h 2010446"/>
              <a:gd name="connsiteX10" fmla="*/ 2952750 w 2952750"/>
              <a:gd name="connsiteY10" fmla="*/ 2010446 h 2010446"/>
              <a:gd name="connsiteX0" fmla="*/ 0 w 2924175"/>
              <a:gd name="connsiteY0" fmla="*/ 2000921 h 2000921"/>
              <a:gd name="connsiteX1" fmla="*/ 19050 w 2924175"/>
              <a:gd name="connsiteY1" fmla="*/ 1410371 h 2000921"/>
              <a:gd name="connsiteX2" fmla="*/ 28575 w 2924175"/>
              <a:gd name="connsiteY2" fmla="*/ 867446 h 2000921"/>
              <a:gd name="connsiteX3" fmla="*/ 47625 w 2924175"/>
              <a:gd name="connsiteY3" fmla="*/ 467396 h 2000921"/>
              <a:gd name="connsiteX4" fmla="*/ 133350 w 2924175"/>
              <a:gd name="connsiteY4" fmla="*/ 162596 h 2000921"/>
              <a:gd name="connsiteX5" fmla="*/ 333375 w 2924175"/>
              <a:gd name="connsiteY5" fmla="*/ 671 h 2000921"/>
              <a:gd name="connsiteX6" fmla="*/ 600075 w 2924175"/>
              <a:gd name="connsiteY6" fmla="*/ 219746 h 2000921"/>
              <a:gd name="connsiteX7" fmla="*/ 857250 w 2924175"/>
              <a:gd name="connsiteY7" fmla="*/ 857921 h 2000921"/>
              <a:gd name="connsiteX8" fmla="*/ 1400175 w 2924175"/>
              <a:gd name="connsiteY8" fmla="*/ 1572296 h 2000921"/>
              <a:gd name="connsiteX9" fmla="*/ 2143126 w 2924175"/>
              <a:gd name="connsiteY9" fmla="*/ 1867571 h 2000921"/>
              <a:gd name="connsiteX10" fmla="*/ 2924175 w 2924175"/>
              <a:gd name="connsiteY10" fmla="*/ 1991396 h 2000921"/>
              <a:gd name="connsiteX0" fmla="*/ 22491 w 2946666"/>
              <a:gd name="connsiteY0" fmla="*/ 2018264 h 2018264"/>
              <a:gd name="connsiteX1" fmla="*/ 41541 w 2946666"/>
              <a:gd name="connsiteY1" fmla="*/ 1427714 h 2018264"/>
              <a:gd name="connsiteX2" fmla="*/ 51066 w 2946666"/>
              <a:gd name="connsiteY2" fmla="*/ 884789 h 2018264"/>
              <a:gd name="connsiteX3" fmla="*/ 70116 w 2946666"/>
              <a:gd name="connsiteY3" fmla="*/ 484739 h 2018264"/>
              <a:gd name="connsiteX4" fmla="*/ 12966 w 2946666"/>
              <a:gd name="connsiteY4" fmla="*/ 65639 h 2018264"/>
              <a:gd name="connsiteX5" fmla="*/ 355866 w 2946666"/>
              <a:gd name="connsiteY5" fmla="*/ 18014 h 2018264"/>
              <a:gd name="connsiteX6" fmla="*/ 622566 w 2946666"/>
              <a:gd name="connsiteY6" fmla="*/ 237089 h 2018264"/>
              <a:gd name="connsiteX7" fmla="*/ 879741 w 2946666"/>
              <a:gd name="connsiteY7" fmla="*/ 875264 h 2018264"/>
              <a:gd name="connsiteX8" fmla="*/ 1422666 w 2946666"/>
              <a:gd name="connsiteY8" fmla="*/ 1589639 h 2018264"/>
              <a:gd name="connsiteX9" fmla="*/ 2165617 w 2946666"/>
              <a:gd name="connsiteY9" fmla="*/ 1884914 h 2018264"/>
              <a:gd name="connsiteX10" fmla="*/ 2946666 w 2946666"/>
              <a:gd name="connsiteY10" fmla="*/ 2008739 h 2018264"/>
              <a:gd name="connsiteX0" fmla="*/ 28065 w 2952240"/>
              <a:gd name="connsiteY0" fmla="*/ 2017834 h 2017834"/>
              <a:gd name="connsiteX1" fmla="*/ 47115 w 2952240"/>
              <a:gd name="connsiteY1" fmla="*/ 1427284 h 2017834"/>
              <a:gd name="connsiteX2" fmla="*/ 56640 w 2952240"/>
              <a:gd name="connsiteY2" fmla="*/ 884359 h 2017834"/>
              <a:gd name="connsiteX3" fmla="*/ 47115 w 2952240"/>
              <a:gd name="connsiteY3" fmla="*/ 474784 h 2017834"/>
              <a:gd name="connsiteX4" fmla="*/ 18540 w 2952240"/>
              <a:gd name="connsiteY4" fmla="*/ 65209 h 2017834"/>
              <a:gd name="connsiteX5" fmla="*/ 361440 w 2952240"/>
              <a:gd name="connsiteY5" fmla="*/ 17584 h 2017834"/>
              <a:gd name="connsiteX6" fmla="*/ 628140 w 2952240"/>
              <a:gd name="connsiteY6" fmla="*/ 236659 h 2017834"/>
              <a:gd name="connsiteX7" fmla="*/ 885315 w 2952240"/>
              <a:gd name="connsiteY7" fmla="*/ 874834 h 2017834"/>
              <a:gd name="connsiteX8" fmla="*/ 1428240 w 2952240"/>
              <a:gd name="connsiteY8" fmla="*/ 1589209 h 2017834"/>
              <a:gd name="connsiteX9" fmla="*/ 2171191 w 2952240"/>
              <a:gd name="connsiteY9" fmla="*/ 1884484 h 2017834"/>
              <a:gd name="connsiteX10" fmla="*/ 2952240 w 2952240"/>
              <a:gd name="connsiteY10" fmla="*/ 2008309 h 2017834"/>
              <a:gd name="connsiteX0" fmla="*/ 27386 w 2951561"/>
              <a:gd name="connsiteY0" fmla="*/ 2017834 h 2017834"/>
              <a:gd name="connsiteX1" fmla="*/ 46436 w 2951561"/>
              <a:gd name="connsiteY1" fmla="*/ 1427284 h 2017834"/>
              <a:gd name="connsiteX2" fmla="*/ 27386 w 2951561"/>
              <a:gd name="connsiteY2" fmla="*/ 884359 h 2017834"/>
              <a:gd name="connsiteX3" fmla="*/ 46436 w 2951561"/>
              <a:gd name="connsiteY3" fmla="*/ 474784 h 2017834"/>
              <a:gd name="connsiteX4" fmla="*/ 17861 w 2951561"/>
              <a:gd name="connsiteY4" fmla="*/ 65209 h 2017834"/>
              <a:gd name="connsiteX5" fmla="*/ 360761 w 2951561"/>
              <a:gd name="connsiteY5" fmla="*/ 17584 h 2017834"/>
              <a:gd name="connsiteX6" fmla="*/ 627461 w 2951561"/>
              <a:gd name="connsiteY6" fmla="*/ 236659 h 2017834"/>
              <a:gd name="connsiteX7" fmla="*/ 884636 w 2951561"/>
              <a:gd name="connsiteY7" fmla="*/ 874834 h 2017834"/>
              <a:gd name="connsiteX8" fmla="*/ 1427561 w 2951561"/>
              <a:gd name="connsiteY8" fmla="*/ 1589209 h 2017834"/>
              <a:gd name="connsiteX9" fmla="*/ 2170512 w 2951561"/>
              <a:gd name="connsiteY9" fmla="*/ 1884484 h 2017834"/>
              <a:gd name="connsiteX10" fmla="*/ 2951561 w 2951561"/>
              <a:gd name="connsiteY10" fmla="*/ 2008309 h 2017834"/>
              <a:gd name="connsiteX0" fmla="*/ 11230 w 2935405"/>
              <a:gd name="connsiteY0" fmla="*/ 2014361 h 2014361"/>
              <a:gd name="connsiteX1" fmla="*/ 30280 w 2935405"/>
              <a:gd name="connsiteY1" fmla="*/ 1423811 h 2014361"/>
              <a:gd name="connsiteX2" fmla="*/ 11230 w 2935405"/>
              <a:gd name="connsiteY2" fmla="*/ 880886 h 2014361"/>
              <a:gd name="connsiteX3" fmla="*/ 30280 w 2935405"/>
              <a:gd name="connsiteY3" fmla="*/ 471311 h 2014361"/>
              <a:gd name="connsiteX4" fmla="*/ 20755 w 2935405"/>
              <a:gd name="connsiteY4" fmla="*/ 71261 h 2014361"/>
              <a:gd name="connsiteX5" fmla="*/ 344605 w 2935405"/>
              <a:gd name="connsiteY5" fmla="*/ 14111 h 2014361"/>
              <a:gd name="connsiteX6" fmla="*/ 611305 w 2935405"/>
              <a:gd name="connsiteY6" fmla="*/ 233186 h 2014361"/>
              <a:gd name="connsiteX7" fmla="*/ 868480 w 2935405"/>
              <a:gd name="connsiteY7" fmla="*/ 871361 h 2014361"/>
              <a:gd name="connsiteX8" fmla="*/ 1411405 w 2935405"/>
              <a:gd name="connsiteY8" fmla="*/ 1585736 h 2014361"/>
              <a:gd name="connsiteX9" fmla="*/ 2154356 w 2935405"/>
              <a:gd name="connsiteY9" fmla="*/ 1881011 h 2014361"/>
              <a:gd name="connsiteX10" fmla="*/ 2935405 w 2935405"/>
              <a:gd name="connsiteY10" fmla="*/ 2004836 h 2014361"/>
              <a:gd name="connsiteX0" fmla="*/ 11230 w 2935405"/>
              <a:gd name="connsiteY0" fmla="*/ 2014361 h 2014361"/>
              <a:gd name="connsiteX1" fmla="*/ 11230 w 2935405"/>
              <a:gd name="connsiteY1" fmla="*/ 880886 h 2014361"/>
              <a:gd name="connsiteX2" fmla="*/ 30280 w 2935405"/>
              <a:gd name="connsiteY2" fmla="*/ 471311 h 2014361"/>
              <a:gd name="connsiteX3" fmla="*/ 20755 w 2935405"/>
              <a:gd name="connsiteY3" fmla="*/ 71261 h 2014361"/>
              <a:gd name="connsiteX4" fmla="*/ 344605 w 2935405"/>
              <a:gd name="connsiteY4" fmla="*/ 14111 h 2014361"/>
              <a:gd name="connsiteX5" fmla="*/ 611305 w 2935405"/>
              <a:gd name="connsiteY5" fmla="*/ 233186 h 2014361"/>
              <a:gd name="connsiteX6" fmla="*/ 868480 w 2935405"/>
              <a:gd name="connsiteY6" fmla="*/ 871361 h 2014361"/>
              <a:gd name="connsiteX7" fmla="*/ 1411405 w 2935405"/>
              <a:gd name="connsiteY7" fmla="*/ 1585736 h 2014361"/>
              <a:gd name="connsiteX8" fmla="*/ 2154356 w 2935405"/>
              <a:gd name="connsiteY8" fmla="*/ 1881011 h 2014361"/>
              <a:gd name="connsiteX9" fmla="*/ 2935405 w 2935405"/>
              <a:gd name="connsiteY9" fmla="*/ 2004836 h 2014361"/>
              <a:gd name="connsiteX0" fmla="*/ 11230 w 2935405"/>
              <a:gd name="connsiteY0" fmla="*/ 2014361 h 2014361"/>
              <a:gd name="connsiteX1" fmla="*/ 30280 w 2935405"/>
              <a:gd name="connsiteY1" fmla="*/ 471311 h 2014361"/>
              <a:gd name="connsiteX2" fmla="*/ 20755 w 2935405"/>
              <a:gd name="connsiteY2" fmla="*/ 71261 h 2014361"/>
              <a:gd name="connsiteX3" fmla="*/ 344605 w 2935405"/>
              <a:gd name="connsiteY3" fmla="*/ 14111 h 2014361"/>
              <a:gd name="connsiteX4" fmla="*/ 611305 w 2935405"/>
              <a:gd name="connsiteY4" fmla="*/ 233186 h 2014361"/>
              <a:gd name="connsiteX5" fmla="*/ 868480 w 2935405"/>
              <a:gd name="connsiteY5" fmla="*/ 871361 h 2014361"/>
              <a:gd name="connsiteX6" fmla="*/ 1411405 w 2935405"/>
              <a:gd name="connsiteY6" fmla="*/ 1585736 h 2014361"/>
              <a:gd name="connsiteX7" fmla="*/ 2154356 w 2935405"/>
              <a:gd name="connsiteY7" fmla="*/ 1881011 h 2014361"/>
              <a:gd name="connsiteX8" fmla="*/ 2935405 w 2935405"/>
              <a:gd name="connsiteY8" fmla="*/ 2004836 h 2014361"/>
              <a:gd name="connsiteX0" fmla="*/ 17387 w 2941562"/>
              <a:gd name="connsiteY0" fmla="*/ 2115051 h 2115051"/>
              <a:gd name="connsiteX1" fmla="*/ 26912 w 2941562"/>
              <a:gd name="connsiteY1" fmla="*/ 171951 h 2115051"/>
              <a:gd name="connsiteX2" fmla="*/ 350762 w 2941562"/>
              <a:gd name="connsiteY2" fmla="*/ 114801 h 2115051"/>
              <a:gd name="connsiteX3" fmla="*/ 617462 w 2941562"/>
              <a:gd name="connsiteY3" fmla="*/ 333876 h 2115051"/>
              <a:gd name="connsiteX4" fmla="*/ 874637 w 2941562"/>
              <a:gd name="connsiteY4" fmla="*/ 972051 h 2115051"/>
              <a:gd name="connsiteX5" fmla="*/ 1417562 w 2941562"/>
              <a:gd name="connsiteY5" fmla="*/ 1686426 h 2115051"/>
              <a:gd name="connsiteX6" fmla="*/ 2160513 w 2941562"/>
              <a:gd name="connsiteY6" fmla="*/ 1981701 h 2115051"/>
              <a:gd name="connsiteX7" fmla="*/ 2941562 w 2941562"/>
              <a:gd name="connsiteY7" fmla="*/ 2105526 h 2115051"/>
              <a:gd name="connsiteX0" fmla="*/ 22292 w 2946467"/>
              <a:gd name="connsiteY0" fmla="*/ 2002142 h 2002142"/>
              <a:gd name="connsiteX1" fmla="*/ 31817 w 2946467"/>
              <a:gd name="connsiteY1" fmla="*/ 59042 h 2002142"/>
              <a:gd name="connsiteX2" fmla="*/ 422342 w 2946467"/>
              <a:gd name="connsiteY2" fmla="*/ 478142 h 2002142"/>
              <a:gd name="connsiteX3" fmla="*/ 622367 w 2946467"/>
              <a:gd name="connsiteY3" fmla="*/ 220967 h 2002142"/>
              <a:gd name="connsiteX4" fmla="*/ 879542 w 2946467"/>
              <a:gd name="connsiteY4" fmla="*/ 859142 h 2002142"/>
              <a:gd name="connsiteX5" fmla="*/ 1422467 w 2946467"/>
              <a:gd name="connsiteY5" fmla="*/ 1573517 h 2002142"/>
              <a:gd name="connsiteX6" fmla="*/ 2165418 w 2946467"/>
              <a:gd name="connsiteY6" fmla="*/ 1868792 h 2002142"/>
              <a:gd name="connsiteX7" fmla="*/ 2946467 w 2946467"/>
              <a:gd name="connsiteY7" fmla="*/ 1992617 h 2002142"/>
              <a:gd name="connsiteX0" fmla="*/ 10153 w 2934328"/>
              <a:gd name="connsiteY0" fmla="*/ 2020062 h 2020062"/>
              <a:gd name="connsiteX1" fmla="*/ 38728 w 2934328"/>
              <a:gd name="connsiteY1" fmla="*/ 57912 h 2020062"/>
              <a:gd name="connsiteX2" fmla="*/ 410203 w 2934328"/>
              <a:gd name="connsiteY2" fmla="*/ 496062 h 2020062"/>
              <a:gd name="connsiteX3" fmla="*/ 610228 w 2934328"/>
              <a:gd name="connsiteY3" fmla="*/ 238887 h 2020062"/>
              <a:gd name="connsiteX4" fmla="*/ 867403 w 2934328"/>
              <a:gd name="connsiteY4" fmla="*/ 877062 h 2020062"/>
              <a:gd name="connsiteX5" fmla="*/ 1410328 w 2934328"/>
              <a:gd name="connsiteY5" fmla="*/ 1591437 h 2020062"/>
              <a:gd name="connsiteX6" fmla="*/ 2153279 w 2934328"/>
              <a:gd name="connsiteY6" fmla="*/ 1886712 h 2020062"/>
              <a:gd name="connsiteX7" fmla="*/ 2934328 w 2934328"/>
              <a:gd name="connsiteY7" fmla="*/ 2010537 h 2020062"/>
              <a:gd name="connsiteX0" fmla="*/ 0 w 2924175"/>
              <a:gd name="connsiteY0" fmla="*/ 2016852 h 2016852"/>
              <a:gd name="connsiteX1" fmla="*/ 28575 w 2924175"/>
              <a:gd name="connsiteY1" fmla="*/ 54702 h 2016852"/>
              <a:gd name="connsiteX2" fmla="*/ 400050 w 2924175"/>
              <a:gd name="connsiteY2" fmla="*/ 492852 h 2016852"/>
              <a:gd name="connsiteX3" fmla="*/ 600075 w 2924175"/>
              <a:gd name="connsiteY3" fmla="*/ 235677 h 2016852"/>
              <a:gd name="connsiteX4" fmla="*/ 857250 w 2924175"/>
              <a:gd name="connsiteY4" fmla="*/ 873852 h 2016852"/>
              <a:gd name="connsiteX5" fmla="*/ 1400175 w 2924175"/>
              <a:gd name="connsiteY5" fmla="*/ 1588227 h 2016852"/>
              <a:gd name="connsiteX6" fmla="*/ 2143126 w 2924175"/>
              <a:gd name="connsiteY6" fmla="*/ 1883502 h 2016852"/>
              <a:gd name="connsiteX7" fmla="*/ 2924175 w 2924175"/>
              <a:gd name="connsiteY7" fmla="*/ 2007327 h 2016852"/>
              <a:gd name="connsiteX0" fmla="*/ 0 w 2924175"/>
              <a:gd name="connsiteY0" fmla="*/ 2016852 h 2016852"/>
              <a:gd name="connsiteX1" fmla="*/ 9525 w 2924175"/>
              <a:gd name="connsiteY1" fmla="*/ 54702 h 2016852"/>
              <a:gd name="connsiteX2" fmla="*/ 400050 w 2924175"/>
              <a:gd name="connsiteY2" fmla="*/ 492852 h 2016852"/>
              <a:gd name="connsiteX3" fmla="*/ 600075 w 2924175"/>
              <a:gd name="connsiteY3" fmla="*/ 235677 h 2016852"/>
              <a:gd name="connsiteX4" fmla="*/ 857250 w 2924175"/>
              <a:gd name="connsiteY4" fmla="*/ 873852 h 2016852"/>
              <a:gd name="connsiteX5" fmla="*/ 1400175 w 2924175"/>
              <a:gd name="connsiteY5" fmla="*/ 1588227 h 2016852"/>
              <a:gd name="connsiteX6" fmla="*/ 2143126 w 2924175"/>
              <a:gd name="connsiteY6" fmla="*/ 1883502 h 2016852"/>
              <a:gd name="connsiteX7" fmla="*/ 2924175 w 2924175"/>
              <a:gd name="connsiteY7" fmla="*/ 2007327 h 2016852"/>
              <a:gd name="connsiteX0" fmla="*/ 11806 w 2935981"/>
              <a:gd name="connsiteY0" fmla="*/ 2044354 h 2044354"/>
              <a:gd name="connsiteX1" fmla="*/ 21331 w 2935981"/>
              <a:gd name="connsiteY1" fmla="*/ 82204 h 2044354"/>
              <a:gd name="connsiteX2" fmla="*/ 268981 w 2935981"/>
              <a:gd name="connsiteY2" fmla="*/ 358429 h 2044354"/>
              <a:gd name="connsiteX3" fmla="*/ 611881 w 2935981"/>
              <a:gd name="connsiteY3" fmla="*/ 263179 h 2044354"/>
              <a:gd name="connsiteX4" fmla="*/ 869056 w 2935981"/>
              <a:gd name="connsiteY4" fmla="*/ 901354 h 2044354"/>
              <a:gd name="connsiteX5" fmla="*/ 1411981 w 2935981"/>
              <a:gd name="connsiteY5" fmla="*/ 1615729 h 2044354"/>
              <a:gd name="connsiteX6" fmla="*/ 2154932 w 2935981"/>
              <a:gd name="connsiteY6" fmla="*/ 1911004 h 2044354"/>
              <a:gd name="connsiteX7" fmla="*/ 2935981 w 2935981"/>
              <a:gd name="connsiteY7" fmla="*/ 2034829 h 204435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69056 w 2935981"/>
              <a:gd name="connsiteY4" fmla="*/ 913214 h 2056214"/>
              <a:gd name="connsiteX5" fmla="*/ 1411981 w 2935981"/>
              <a:gd name="connsiteY5" fmla="*/ 162758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945256 w 2935981"/>
              <a:gd name="connsiteY4" fmla="*/ 1256114 h 2056214"/>
              <a:gd name="connsiteX5" fmla="*/ 1411981 w 2935981"/>
              <a:gd name="connsiteY5" fmla="*/ 162758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88106 w 2935981"/>
              <a:gd name="connsiteY4" fmla="*/ 1313264 h 2056214"/>
              <a:gd name="connsiteX5" fmla="*/ 1411981 w 2935981"/>
              <a:gd name="connsiteY5" fmla="*/ 162758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88106 w 2935981"/>
              <a:gd name="connsiteY4" fmla="*/ 1313264 h 2056214"/>
              <a:gd name="connsiteX5" fmla="*/ 1411981 w 2935981"/>
              <a:gd name="connsiteY5" fmla="*/ 162758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88106 w 2935981"/>
              <a:gd name="connsiteY4" fmla="*/ 1313264 h 2056214"/>
              <a:gd name="connsiteX5" fmla="*/ 1335781 w 2935981"/>
              <a:gd name="connsiteY5" fmla="*/ 164663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88106 w 2935981"/>
              <a:gd name="connsiteY4" fmla="*/ 1313264 h 2056214"/>
              <a:gd name="connsiteX5" fmla="*/ 1335781 w 2935981"/>
              <a:gd name="connsiteY5" fmla="*/ 164663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0 w 2914650"/>
              <a:gd name="connsiteY0" fmla="*/ 94064 h 2046689"/>
              <a:gd name="connsiteX1" fmla="*/ 247650 w 2914650"/>
              <a:gd name="connsiteY1" fmla="*/ 370289 h 2046689"/>
              <a:gd name="connsiteX2" fmla="*/ 552450 w 2914650"/>
              <a:gd name="connsiteY2" fmla="*/ 884639 h 2046689"/>
              <a:gd name="connsiteX3" fmla="*/ 866775 w 2914650"/>
              <a:gd name="connsiteY3" fmla="*/ 1313264 h 2046689"/>
              <a:gd name="connsiteX4" fmla="*/ 1314450 w 2914650"/>
              <a:gd name="connsiteY4" fmla="*/ 1646639 h 2046689"/>
              <a:gd name="connsiteX5" fmla="*/ 2133601 w 2914650"/>
              <a:gd name="connsiteY5" fmla="*/ 1922864 h 2046689"/>
              <a:gd name="connsiteX6" fmla="*/ 2914650 w 2914650"/>
              <a:gd name="connsiteY6" fmla="*/ 2046689 h 2046689"/>
              <a:gd name="connsiteX0" fmla="*/ 0 w 2667000"/>
              <a:gd name="connsiteY0" fmla="*/ 0 h 1676400"/>
              <a:gd name="connsiteX1" fmla="*/ 304800 w 2667000"/>
              <a:gd name="connsiteY1" fmla="*/ 514350 h 1676400"/>
              <a:gd name="connsiteX2" fmla="*/ 619125 w 2667000"/>
              <a:gd name="connsiteY2" fmla="*/ 942975 h 1676400"/>
              <a:gd name="connsiteX3" fmla="*/ 1066800 w 2667000"/>
              <a:gd name="connsiteY3" fmla="*/ 1276350 h 1676400"/>
              <a:gd name="connsiteX4" fmla="*/ 1885951 w 2667000"/>
              <a:gd name="connsiteY4" fmla="*/ 1552575 h 1676400"/>
              <a:gd name="connsiteX5" fmla="*/ 2667000 w 2667000"/>
              <a:gd name="connsiteY5" fmla="*/ 1676400 h 1676400"/>
              <a:gd name="connsiteX0" fmla="*/ 0 w 2667000"/>
              <a:gd name="connsiteY0" fmla="*/ 0 h 1866900"/>
              <a:gd name="connsiteX1" fmla="*/ 304800 w 2667000"/>
              <a:gd name="connsiteY1" fmla="*/ 704850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304800 w 2667000"/>
              <a:gd name="connsiteY1" fmla="*/ 704850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304800 w 2667000"/>
              <a:gd name="connsiteY1" fmla="*/ 704850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304800 w 2667000"/>
              <a:gd name="connsiteY1" fmla="*/ 704850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66700 w 2667000"/>
              <a:gd name="connsiteY1" fmla="*/ 923925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66700 w 2667000"/>
              <a:gd name="connsiteY1" fmla="*/ 923925 h 1866900"/>
              <a:gd name="connsiteX2" fmla="*/ 533400 w 2667000"/>
              <a:gd name="connsiteY2" fmla="*/ 13620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66700 w 2667000"/>
              <a:gd name="connsiteY1" fmla="*/ 923925 h 1866900"/>
              <a:gd name="connsiteX2" fmla="*/ 533400 w 2667000"/>
              <a:gd name="connsiteY2" fmla="*/ 1362075 h 1866900"/>
              <a:gd name="connsiteX3" fmla="*/ 876300 w 2667000"/>
              <a:gd name="connsiteY3" fmla="*/ 16954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89194"/>
              <a:gd name="connsiteX1" fmla="*/ 266700 w 2667000"/>
              <a:gd name="connsiteY1" fmla="*/ 923925 h 1889194"/>
              <a:gd name="connsiteX2" fmla="*/ 533400 w 2667000"/>
              <a:gd name="connsiteY2" fmla="*/ 1362075 h 1889194"/>
              <a:gd name="connsiteX3" fmla="*/ 876300 w 2667000"/>
              <a:gd name="connsiteY3" fmla="*/ 1695450 h 1889194"/>
              <a:gd name="connsiteX4" fmla="*/ 1466851 w 2667000"/>
              <a:gd name="connsiteY4" fmla="*/ 1876425 h 1889194"/>
              <a:gd name="connsiteX5" fmla="*/ 2667000 w 2667000"/>
              <a:gd name="connsiteY5" fmla="*/ 1866900 h 1889194"/>
              <a:gd name="connsiteX0" fmla="*/ 0 w 2667000"/>
              <a:gd name="connsiteY0" fmla="*/ 0 h 1876425"/>
              <a:gd name="connsiteX1" fmla="*/ 266700 w 2667000"/>
              <a:gd name="connsiteY1" fmla="*/ 923925 h 1876425"/>
              <a:gd name="connsiteX2" fmla="*/ 533400 w 2667000"/>
              <a:gd name="connsiteY2" fmla="*/ 1362075 h 1876425"/>
              <a:gd name="connsiteX3" fmla="*/ 876300 w 2667000"/>
              <a:gd name="connsiteY3" fmla="*/ 1695450 h 1876425"/>
              <a:gd name="connsiteX4" fmla="*/ 1466851 w 2667000"/>
              <a:gd name="connsiteY4" fmla="*/ 1876425 h 1876425"/>
              <a:gd name="connsiteX5" fmla="*/ 2667000 w 2667000"/>
              <a:gd name="connsiteY5" fmla="*/ 1866900 h 1876425"/>
              <a:gd name="connsiteX0" fmla="*/ 0 w 2667000"/>
              <a:gd name="connsiteY0" fmla="*/ 0 h 1866900"/>
              <a:gd name="connsiteX1" fmla="*/ 266700 w 2667000"/>
              <a:gd name="connsiteY1" fmla="*/ 923925 h 1866900"/>
              <a:gd name="connsiteX2" fmla="*/ 533400 w 2667000"/>
              <a:gd name="connsiteY2" fmla="*/ 1362075 h 1866900"/>
              <a:gd name="connsiteX3" fmla="*/ 876300 w 2667000"/>
              <a:gd name="connsiteY3" fmla="*/ 1695450 h 1866900"/>
              <a:gd name="connsiteX4" fmla="*/ 1495426 w 2667000"/>
              <a:gd name="connsiteY4" fmla="*/ 183832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66700 w 2667000"/>
              <a:gd name="connsiteY1" fmla="*/ 923925 h 1866900"/>
              <a:gd name="connsiteX2" fmla="*/ 533400 w 2667000"/>
              <a:gd name="connsiteY2" fmla="*/ 1362075 h 1866900"/>
              <a:gd name="connsiteX3" fmla="*/ 923925 w 2667000"/>
              <a:gd name="connsiteY3" fmla="*/ 1676400 h 1866900"/>
              <a:gd name="connsiteX4" fmla="*/ 1495426 w 2667000"/>
              <a:gd name="connsiteY4" fmla="*/ 183832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66700 w 2667000"/>
              <a:gd name="connsiteY1" fmla="*/ 923925 h 1866900"/>
              <a:gd name="connsiteX2" fmla="*/ 533400 w 2667000"/>
              <a:gd name="connsiteY2" fmla="*/ 1362075 h 1866900"/>
              <a:gd name="connsiteX3" fmla="*/ 923925 w 2667000"/>
              <a:gd name="connsiteY3" fmla="*/ 1676400 h 1866900"/>
              <a:gd name="connsiteX4" fmla="*/ 1495426 w 2667000"/>
              <a:gd name="connsiteY4" fmla="*/ 183832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533400 w 2667000"/>
              <a:gd name="connsiteY2" fmla="*/ 1362075 h 1866900"/>
              <a:gd name="connsiteX3" fmla="*/ 923925 w 2667000"/>
              <a:gd name="connsiteY3" fmla="*/ 1676400 h 1866900"/>
              <a:gd name="connsiteX4" fmla="*/ 1495426 w 2667000"/>
              <a:gd name="connsiteY4" fmla="*/ 183832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457200 w 2667000"/>
              <a:gd name="connsiteY2" fmla="*/ 1374506 h 1866900"/>
              <a:gd name="connsiteX3" fmla="*/ 923925 w 2667000"/>
              <a:gd name="connsiteY3" fmla="*/ 1676400 h 1866900"/>
              <a:gd name="connsiteX4" fmla="*/ 1495426 w 2667000"/>
              <a:gd name="connsiteY4" fmla="*/ 183832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457200 w 2667000"/>
              <a:gd name="connsiteY2" fmla="*/ 1374506 h 1866900"/>
              <a:gd name="connsiteX3" fmla="*/ 676275 w 2667000"/>
              <a:gd name="connsiteY3" fmla="*/ 1583168 h 1866900"/>
              <a:gd name="connsiteX4" fmla="*/ 1495426 w 2667000"/>
              <a:gd name="connsiteY4" fmla="*/ 183832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457200 w 2667000"/>
              <a:gd name="connsiteY2" fmla="*/ 1374506 h 1866900"/>
              <a:gd name="connsiteX3" fmla="*/ 676275 w 2667000"/>
              <a:gd name="connsiteY3" fmla="*/ 1583168 h 1866900"/>
              <a:gd name="connsiteX4" fmla="*/ 1495426 w 2667000"/>
              <a:gd name="connsiteY4" fmla="*/ 183832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457200 w 2667000"/>
              <a:gd name="connsiteY2" fmla="*/ 1374506 h 1866900"/>
              <a:gd name="connsiteX3" fmla="*/ 676275 w 2667000"/>
              <a:gd name="connsiteY3" fmla="*/ 1583168 h 1866900"/>
              <a:gd name="connsiteX4" fmla="*/ 1114428 w 2667000"/>
              <a:gd name="connsiteY4" fmla="*/ 1748806 h 1866900"/>
              <a:gd name="connsiteX5" fmla="*/ 1495426 w 2667000"/>
              <a:gd name="connsiteY5" fmla="*/ 1838325 h 1866900"/>
              <a:gd name="connsiteX6" fmla="*/ 2667000 w 2667000"/>
              <a:gd name="connsiteY6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457200 w 2667000"/>
              <a:gd name="connsiteY2" fmla="*/ 1374506 h 1866900"/>
              <a:gd name="connsiteX3" fmla="*/ 676275 w 2667000"/>
              <a:gd name="connsiteY3" fmla="*/ 1583168 h 1866900"/>
              <a:gd name="connsiteX4" fmla="*/ 990603 w 2667000"/>
              <a:gd name="connsiteY4" fmla="*/ 1723944 h 1866900"/>
              <a:gd name="connsiteX5" fmla="*/ 1495426 w 2667000"/>
              <a:gd name="connsiteY5" fmla="*/ 1838325 h 1866900"/>
              <a:gd name="connsiteX6" fmla="*/ 2667000 w 2667000"/>
              <a:gd name="connsiteY6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457200 w 2667000"/>
              <a:gd name="connsiteY2" fmla="*/ 1374506 h 1866900"/>
              <a:gd name="connsiteX3" fmla="*/ 676275 w 2667000"/>
              <a:gd name="connsiteY3" fmla="*/ 1583168 h 1866900"/>
              <a:gd name="connsiteX4" fmla="*/ 990603 w 2667000"/>
              <a:gd name="connsiteY4" fmla="*/ 1723944 h 1866900"/>
              <a:gd name="connsiteX5" fmla="*/ 1495426 w 2667000"/>
              <a:gd name="connsiteY5" fmla="*/ 1838325 h 1866900"/>
              <a:gd name="connsiteX6" fmla="*/ 2667000 w 2667000"/>
              <a:gd name="connsiteY6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457200 w 2667000"/>
              <a:gd name="connsiteY2" fmla="*/ 1374506 h 1866900"/>
              <a:gd name="connsiteX3" fmla="*/ 676275 w 2667000"/>
              <a:gd name="connsiteY3" fmla="*/ 1583168 h 1866900"/>
              <a:gd name="connsiteX4" fmla="*/ 990603 w 2667000"/>
              <a:gd name="connsiteY4" fmla="*/ 1723944 h 1866900"/>
              <a:gd name="connsiteX5" fmla="*/ 1495426 w 2667000"/>
              <a:gd name="connsiteY5" fmla="*/ 1838325 h 1866900"/>
              <a:gd name="connsiteX6" fmla="*/ 2667000 w 2667000"/>
              <a:gd name="connsiteY6" fmla="*/ 1866900 h 1866900"/>
              <a:gd name="connsiteX0" fmla="*/ 0 w 2667000"/>
              <a:gd name="connsiteY0" fmla="*/ 0 h 1866900"/>
              <a:gd name="connsiteX1" fmla="*/ 219075 w 2667000"/>
              <a:gd name="connsiteY1" fmla="*/ 955002 h 1866900"/>
              <a:gd name="connsiteX2" fmla="*/ 457200 w 2667000"/>
              <a:gd name="connsiteY2" fmla="*/ 1374506 h 1866900"/>
              <a:gd name="connsiteX3" fmla="*/ 676275 w 2667000"/>
              <a:gd name="connsiteY3" fmla="*/ 1583168 h 1866900"/>
              <a:gd name="connsiteX4" fmla="*/ 990603 w 2667000"/>
              <a:gd name="connsiteY4" fmla="*/ 1723944 h 1866900"/>
              <a:gd name="connsiteX5" fmla="*/ 1495426 w 2667000"/>
              <a:gd name="connsiteY5" fmla="*/ 1838325 h 1866900"/>
              <a:gd name="connsiteX6" fmla="*/ 2057403 w 2667000"/>
              <a:gd name="connsiteY6" fmla="*/ 1854470 h 1866900"/>
              <a:gd name="connsiteX7" fmla="*/ 2667000 w 2667000"/>
              <a:gd name="connsiteY7" fmla="*/ 1866900 h 1866900"/>
              <a:gd name="connsiteX0" fmla="*/ 0 w 3762375"/>
              <a:gd name="connsiteY0" fmla="*/ 0 h 1873116"/>
              <a:gd name="connsiteX1" fmla="*/ 219075 w 3762375"/>
              <a:gd name="connsiteY1" fmla="*/ 955002 h 1873116"/>
              <a:gd name="connsiteX2" fmla="*/ 457200 w 3762375"/>
              <a:gd name="connsiteY2" fmla="*/ 1374506 h 1873116"/>
              <a:gd name="connsiteX3" fmla="*/ 676275 w 3762375"/>
              <a:gd name="connsiteY3" fmla="*/ 1583168 h 1873116"/>
              <a:gd name="connsiteX4" fmla="*/ 990603 w 3762375"/>
              <a:gd name="connsiteY4" fmla="*/ 1723944 h 1873116"/>
              <a:gd name="connsiteX5" fmla="*/ 1495426 w 3762375"/>
              <a:gd name="connsiteY5" fmla="*/ 1838325 h 1873116"/>
              <a:gd name="connsiteX6" fmla="*/ 2057403 w 3762375"/>
              <a:gd name="connsiteY6" fmla="*/ 1854470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219075 w 3762375"/>
              <a:gd name="connsiteY1" fmla="*/ 955002 h 1873116"/>
              <a:gd name="connsiteX2" fmla="*/ 457200 w 3762375"/>
              <a:gd name="connsiteY2" fmla="*/ 1374506 h 1873116"/>
              <a:gd name="connsiteX3" fmla="*/ 676275 w 3762375"/>
              <a:gd name="connsiteY3" fmla="*/ 1583168 h 1873116"/>
              <a:gd name="connsiteX4" fmla="*/ 990603 w 3762375"/>
              <a:gd name="connsiteY4" fmla="*/ 1723944 h 1873116"/>
              <a:gd name="connsiteX5" fmla="*/ 1495426 w 3762375"/>
              <a:gd name="connsiteY5" fmla="*/ 1838325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219075 w 3762375"/>
              <a:gd name="connsiteY1" fmla="*/ 955002 h 1873116"/>
              <a:gd name="connsiteX2" fmla="*/ 457200 w 3762375"/>
              <a:gd name="connsiteY2" fmla="*/ 1374506 h 1873116"/>
              <a:gd name="connsiteX3" fmla="*/ 676275 w 3762375"/>
              <a:gd name="connsiteY3" fmla="*/ 1583168 h 1873116"/>
              <a:gd name="connsiteX4" fmla="*/ 990603 w 3762375"/>
              <a:gd name="connsiteY4" fmla="*/ 1723944 h 1873116"/>
              <a:gd name="connsiteX5" fmla="*/ 1495426 w 3762375"/>
              <a:gd name="connsiteY5" fmla="*/ 1813463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219075 w 3762375"/>
              <a:gd name="connsiteY1" fmla="*/ 955002 h 1873116"/>
              <a:gd name="connsiteX2" fmla="*/ 457200 w 3762375"/>
              <a:gd name="connsiteY2" fmla="*/ 1374506 h 1873116"/>
              <a:gd name="connsiteX3" fmla="*/ 676275 w 3762375"/>
              <a:gd name="connsiteY3" fmla="*/ 1583168 h 1873116"/>
              <a:gd name="connsiteX4" fmla="*/ 952503 w 3762375"/>
              <a:gd name="connsiteY4" fmla="*/ 1699082 h 1873116"/>
              <a:gd name="connsiteX5" fmla="*/ 1495426 w 3762375"/>
              <a:gd name="connsiteY5" fmla="*/ 1813463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219075 w 3762375"/>
              <a:gd name="connsiteY1" fmla="*/ 955002 h 1873116"/>
              <a:gd name="connsiteX2" fmla="*/ 457200 w 3762375"/>
              <a:gd name="connsiteY2" fmla="*/ 1374506 h 1873116"/>
              <a:gd name="connsiteX3" fmla="*/ 600075 w 3762375"/>
              <a:gd name="connsiteY3" fmla="*/ 1583168 h 1873116"/>
              <a:gd name="connsiteX4" fmla="*/ 952503 w 3762375"/>
              <a:gd name="connsiteY4" fmla="*/ 1699082 h 1873116"/>
              <a:gd name="connsiteX5" fmla="*/ 1495426 w 3762375"/>
              <a:gd name="connsiteY5" fmla="*/ 1813463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219075 w 3762375"/>
              <a:gd name="connsiteY1" fmla="*/ 955002 h 1873116"/>
              <a:gd name="connsiteX2" fmla="*/ 371475 w 3762375"/>
              <a:gd name="connsiteY2" fmla="*/ 1374506 h 1873116"/>
              <a:gd name="connsiteX3" fmla="*/ 600075 w 3762375"/>
              <a:gd name="connsiteY3" fmla="*/ 1583168 h 1873116"/>
              <a:gd name="connsiteX4" fmla="*/ 952503 w 3762375"/>
              <a:gd name="connsiteY4" fmla="*/ 1699082 h 1873116"/>
              <a:gd name="connsiteX5" fmla="*/ 1495426 w 3762375"/>
              <a:gd name="connsiteY5" fmla="*/ 1813463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171450 w 3762375"/>
              <a:gd name="connsiteY1" fmla="*/ 911494 h 1873116"/>
              <a:gd name="connsiteX2" fmla="*/ 371475 w 3762375"/>
              <a:gd name="connsiteY2" fmla="*/ 1374506 h 1873116"/>
              <a:gd name="connsiteX3" fmla="*/ 600075 w 3762375"/>
              <a:gd name="connsiteY3" fmla="*/ 1583168 h 1873116"/>
              <a:gd name="connsiteX4" fmla="*/ 952503 w 3762375"/>
              <a:gd name="connsiteY4" fmla="*/ 1699082 h 1873116"/>
              <a:gd name="connsiteX5" fmla="*/ 1495426 w 3762375"/>
              <a:gd name="connsiteY5" fmla="*/ 1813463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171450 w 3762375"/>
              <a:gd name="connsiteY1" fmla="*/ 911494 h 1873116"/>
              <a:gd name="connsiteX2" fmla="*/ 371475 w 3762375"/>
              <a:gd name="connsiteY2" fmla="*/ 1374506 h 1873116"/>
              <a:gd name="connsiteX3" fmla="*/ 600075 w 3762375"/>
              <a:gd name="connsiteY3" fmla="*/ 1583168 h 1873116"/>
              <a:gd name="connsiteX4" fmla="*/ 952503 w 3762375"/>
              <a:gd name="connsiteY4" fmla="*/ 1699082 h 1873116"/>
              <a:gd name="connsiteX5" fmla="*/ 1495426 w 3762375"/>
              <a:gd name="connsiteY5" fmla="*/ 1813463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171450 w 3762375"/>
              <a:gd name="connsiteY1" fmla="*/ 911494 h 1873116"/>
              <a:gd name="connsiteX2" fmla="*/ 371475 w 3762375"/>
              <a:gd name="connsiteY2" fmla="*/ 1374506 h 1873116"/>
              <a:gd name="connsiteX3" fmla="*/ 600075 w 3762375"/>
              <a:gd name="connsiteY3" fmla="*/ 1583168 h 1873116"/>
              <a:gd name="connsiteX4" fmla="*/ 952503 w 3762375"/>
              <a:gd name="connsiteY4" fmla="*/ 1699082 h 1873116"/>
              <a:gd name="connsiteX5" fmla="*/ 1495426 w 3762375"/>
              <a:gd name="connsiteY5" fmla="*/ 1813463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171450 w 3762375"/>
              <a:gd name="connsiteY1" fmla="*/ 911494 h 1873116"/>
              <a:gd name="connsiteX2" fmla="*/ 333375 w 3762375"/>
              <a:gd name="connsiteY2" fmla="*/ 1374506 h 1873116"/>
              <a:gd name="connsiteX3" fmla="*/ 600075 w 3762375"/>
              <a:gd name="connsiteY3" fmla="*/ 1583168 h 1873116"/>
              <a:gd name="connsiteX4" fmla="*/ 952503 w 3762375"/>
              <a:gd name="connsiteY4" fmla="*/ 1699082 h 1873116"/>
              <a:gd name="connsiteX5" fmla="*/ 1495426 w 3762375"/>
              <a:gd name="connsiteY5" fmla="*/ 1813463 h 1873116"/>
              <a:gd name="connsiteX6" fmla="*/ 2057403 w 3762375"/>
              <a:gd name="connsiteY6" fmla="*/ 1835824 h 1873116"/>
              <a:gd name="connsiteX7" fmla="*/ 3762375 w 3762375"/>
              <a:gd name="connsiteY7" fmla="*/ 1873116 h 1873116"/>
              <a:gd name="connsiteX0" fmla="*/ 0 w 3762375"/>
              <a:gd name="connsiteY0" fmla="*/ 0 h 1873116"/>
              <a:gd name="connsiteX1" fmla="*/ 104778 w 3762375"/>
              <a:gd name="connsiteY1" fmla="*/ 443551 h 1873116"/>
              <a:gd name="connsiteX2" fmla="*/ 171450 w 3762375"/>
              <a:gd name="connsiteY2" fmla="*/ 911494 h 1873116"/>
              <a:gd name="connsiteX3" fmla="*/ 333375 w 3762375"/>
              <a:gd name="connsiteY3" fmla="*/ 1374506 h 1873116"/>
              <a:gd name="connsiteX4" fmla="*/ 600075 w 3762375"/>
              <a:gd name="connsiteY4" fmla="*/ 1583168 h 1873116"/>
              <a:gd name="connsiteX5" fmla="*/ 952503 w 3762375"/>
              <a:gd name="connsiteY5" fmla="*/ 1699082 h 1873116"/>
              <a:gd name="connsiteX6" fmla="*/ 14954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71450 w 3762375"/>
              <a:gd name="connsiteY2" fmla="*/ 911494 h 1873116"/>
              <a:gd name="connsiteX3" fmla="*/ 333375 w 3762375"/>
              <a:gd name="connsiteY3" fmla="*/ 1374506 h 1873116"/>
              <a:gd name="connsiteX4" fmla="*/ 600075 w 3762375"/>
              <a:gd name="connsiteY4" fmla="*/ 1583168 h 1873116"/>
              <a:gd name="connsiteX5" fmla="*/ 952503 w 3762375"/>
              <a:gd name="connsiteY5" fmla="*/ 1699082 h 1873116"/>
              <a:gd name="connsiteX6" fmla="*/ 14954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42875 w 3762375"/>
              <a:gd name="connsiteY2" fmla="*/ 930141 h 1873116"/>
              <a:gd name="connsiteX3" fmla="*/ 333375 w 3762375"/>
              <a:gd name="connsiteY3" fmla="*/ 1374506 h 1873116"/>
              <a:gd name="connsiteX4" fmla="*/ 600075 w 3762375"/>
              <a:gd name="connsiteY4" fmla="*/ 1583168 h 1873116"/>
              <a:gd name="connsiteX5" fmla="*/ 952503 w 3762375"/>
              <a:gd name="connsiteY5" fmla="*/ 1699082 h 1873116"/>
              <a:gd name="connsiteX6" fmla="*/ 14954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42875 w 3762375"/>
              <a:gd name="connsiteY2" fmla="*/ 930141 h 1873116"/>
              <a:gd name="connsiteX3" fmla="*/ 295275 w 3762375"/>
              <a:gd name="connsiteY3" fmla="*/ 1368291 h 1873116"/>
              <a:gd name="connsiteX4" fmla="*/ 600075 w 3762375"/>
              <a:gd name="connsiteY4" fmla="*/ 1583168 h 1873116"/>
              <a:gd name="connsiteX5" fmla="*/ 952503 w 3762375"/>
              <a:gd name="connsiteY5" fmla="*/ 1699082 h 1873116"/>
              <a:gd name="connsiteX6" fmla="*/ 14954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42875 w 3762375"/>
              <a:gd name="connsiteY2" fmla="*/ 930141 h 1873116"/>
              <a:gd name="connsiteX3" fmla="*/ 295275 w 3762375"/>
              <a:gd name="connsiteY3" fmla="*/ 1368291 h 1873116"/>
              <a:gd name="connsiteX4" fmla="*/ 542925 w 3762375"/>
              <a:gd name="connsiteY4" fmla="*/ 1589384 h 1873116"/>
              <a:gd name="connsiteX5" fmla="*/ 952503 w 3762375"/>
              <a:gd name="connsiteY5" fmla="*/ 1699082 h 1873116"/>
              <a:gd name="connsiteX6" fmla="*/ 14954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42875 w 3762375"/>
              <a:gd name="connsiteY2" fmla="*/ 930141 h 1873116"/>
              <a:gd name="connsiteX3" fmla="*/ 295275 w 3762375"/>
              <a:gd name="connsiteY3" fmla="*/ 1368291 h 1873116"/>
              <a:gd name="connsiteX4" fmla="*/ 571500 w 3762375"/>
              <a:gd name="connsiteY4" fmla="*/ 1595599 h 1873116"/>
              <a:gd name="connsiteX5" fmla="*/ 952503 w 3762375"/>
              <a:gd name="connsiteY5" fmla="*/ 1699082 h 1873116"/>
              <a:gd name="connsiteX6" fmla="*/ 14954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42875 w 3762375"/>
              <a:gd name="connsiteY2" fmla="*/ 930141 h 1873116"/>
              <a:gd name="connsiteX3" fmla="*/ 295275 w 3762375"/>
              <a:gd name="connsiteY3" fmla="*/ 1368291 h 1873116"/>
              <a:gd name="connsiteX4" fmla="*/ 571500 w 3762375"/>
              <a:gd name="connsiteY4" fmla="*/ 1595599 h 1873116"/>
              <a:gd name="connsiteX5" fmla="*/ 876303 w 3762375"/>
              <a:gd name="connsiteY5" fmla="*/ 1711513 h 1873116"/>
              <a:gd name="connsiteX6" fmla="*/ 14954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42875 w 3762375"/>
              <a:gd name="connsiteY2" fmla="*/ 930141 h 1873116"/>
              <a:gd name="connsiteX3" fmla="*/ 295275 w 3762375"/>
              <a:gd name="connsiteY3" fmla="*/ 1368291 h 1873116"/>
              <a:gd name="connsiteX4" fmla="*/ 571500 w 3762375"/>
              <a:gd name="connsiteY4" fmla="*/ 1595599 h 1873116"/>
              <a:gd name="connsiteX5" fmla="*/ 876303 w 3762375"/>
              <a:gd name="connsiteY5" fmla="*/ 1711513 h 1873116"/>
              <a:gd name="connsiteX6" fmla="*/ 14954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42875 w 3762375"/>
              <a:gd name="connsiteY2" fmla="*/ 930141 h 1873116"/>
              <a:gd name="connsiteX3" fmla="*/ 295275 w 3762375"/>
              <a:gd name="connsiteY3" fmla="*/ 1368291 h 1873116"/>
              <a:gd name="connsiteX4" fmla="*/ 571500 w 3762375"/>
              <a:gd name="connsiteY4" fmla="*/ 1595599 h 1873116"/>
              <a:gd name="connsiteX5" fmla="*/ 876303 w 3762375"/>
              <a:gd name="connsiteY5" fmla="*/ 1711513 h 1873116"/>
              <a:gd name="connsiteX6" fmla="*/ 1457326 w 3762375"/>
              <a:gd name="connsiteY6" fmla="*/ 1813463 h 1873116"/>
              <a:gd name="connsiteX7" fmla="*/ 2057403 w 3762375"/>
              <a:gd name="connsiteY7" fmla="*/ 1835824 h 1873116"/>
              <a:gd name="connsiteX8" fmla="*/ 3762375 w 3762375"/>
              <a:gd name="connsiteY8" fmla="*/ 1873116 h 1873116"/>
              <a:gd name="connsiteX0" fmla="*/ 0 w 3762375"/>
              <a:gd name="connsiteY0" fmla="*/ 0 h 1873116"/>
              <a:gd name="connsiteX1" fmla="*/ 66678 w 3762375"/>
              <a:gd name="connsiteY1" fmla="*/ 449767 h 1873116"/>
              <a:gd name="connsiteX2" fmla="*/ 142875 w 3762375"/>
              <a:gd name="connsiteY2" fmla="*/ 930141 h 1873116"/>
              <a:gd name="connsiteX3" fmla="*/ 295275 w 3762375"/>
              <a:gd name="connsiteY3" fmla="*/ 1368291 h 1873116"/>
              <a:gd name="connsiteX4" fmla="*/ 571500 w 3762375"/>
              <a:gd name="connsiteY4" fmla="*/ 1595599 h 1873116"/>
              <a:gd name="connsiteX5" fmla="*/ 876303 w 3762375"/>
              <a:gd name="connsiteY5" fmla="*/ 1711513 h 1873116"/>
              <a:gd name="connsiteX6" fmla="*/ 1457326 w 3762375"/>
              <a:gd name="connsiteY6" fmla="*/ 1813463 h 1873116"/>
              <a:gd name="connsiteX7" fmla="*/ 2038353 w 3762375"/>
              <a:gd name="connsiteY7" fmla="*/ 1848255 h 1873116"/>
              <a:gd name="connsiteX8" fmla="*/ 3762375 w 3762375"/>
              <a:gd name="connsiteY8" fmla="*/ 1873116 h 1873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62375" h="1873116">
                <a:moveTo>
                  <a:pt x="0" y="0"/>
                </a:moveTo>
                <a:cubicBezTo>
                  <a:pt x="17463" y="73925"/>
                  <a:pt x="38103" y="297851"/>
                  <a:pt x="66678" y="449767"/>
                </a:cubicBezTo>
                <a:cubicBezTo>
                  <a:pt x="95253" y="601683"/>
                  <a:pt x="104776" y="777054"/>
                  <a:pt x="142875" y="930141"/>
                </a:cubicBezTo>
                <a:cubicBezTo>
                  <a:pt x="180974" y="1083228"/>
                  <a:pt x="223838" y="1257381"/>
                  <a:pt x="295275" y="1368291"/>
                </a:cubicBezTo>
                <a:cubicBezTo>
                  <a:pt x="366712" y="1479201"/>
                  <a:pt x="461962" y="1533216"/>
                  <a:pt x="571500" y="1595599"/>
                </a:cubicBezTo>
                <a:cubicBezTo>
                  <a:pt x="681038" y="1657982"/>
                  <a:pt x="739778" y="1668987"/>
                  <a:pt x="876303" y="1711513"/>
                </a:cubicBezTo>
                <a:cubicBezTo>
                  <a:pt x="1165228" y="1778901"/>
                  <a:pt x="1279526" y="1791709"/>
                  <a:pt x="1457326" y="1813463"/>
                </a:cubicBezTo>
                <a:cubicBezTo>
                  <a:pt x="1635126" y="1835217"/>
                  <a:pt x="1843091" y="1843492"/>
                  <a:pt x="2038353" y="1848255"/>
                </a:cubicBezTo>
                <a:lnTo>
                  <a:pt x="3762375" y="1873116"/>
                </a:lnTo>
              </a:path>
            </a:pathLst>
          </a:custGeom>
          <a:noFill/>
          <a:ln>
            <a:solidFill>
              <a:srgbClr val="0099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E8D6D67B-25F9-9033-E516-D38A85A1C184}"/>
              </a:ext>
            </a:extLst>
          </p:cNvPr>
          <p:cNvCxnSpPr>
            <a:cxnSpLocks/>
          </p:cNvCxnSpPr>
          <p:nvPr/>
        </p:nvCxnSpPr>
        <p:spPr>
          <a:xfrm flipH="1">
            <a:off x="4753262" y="3130384"/>
            <a:ext cx="3943352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9394979-46EA-4AD5-4DD3-EA00E05F6853}"/>
              </a:ext>
            </a:extLst>
          </p:cNvPr>
          <p:cNvCxnSpPr>
            <a:cxnSpLocks/>
          </p:cNvCxnSpPr>
          <p:nvPr/>
        </p:nvCxnSpPr>
        <p:spPr>
          <a:xfrm flipV="1">
            <a:off x="4753258" y="53809"/>
            <a:ext cx="2" cy="3076573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none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A0B868F1-2AAB-9342-9893-C3E51BC4AD79}"/>
              </a:ext>
            </a:extLst>
          </p:cNvPr>
          <p:cNvSpPr/>
          <p:nvPr/>
        </p:nvSpPr>
        <p:spPr>
          <a:xfrm>
            <a:off x="4762783" y="1680859"/>
            <a:ext cx="1932978" cy="1445477"/>
          </a:xfrm>
          <a:custGeom>
            <a:avLst/>
            <a:gdLst>
              <a:gd name="connsiteX0" fmla="*/ 0 w 2743200"/>
              <a:gd name="connsiteY0" fmla="*/ 1585390 h 1918765"/>
              <a:gd name="connsiteX1" fmla="*/ 114300 w 2743200"/>
              <a:gd name="connsiteY1" fmla="*/ 1528240 h 1918765"/>
              <a:gd name="connsiteX2" fmla="*/ 228600 w 2743200"/>
              <a:gd name="connsiteY2" fmla="*/ 1261540 h 1918765"/>
              <a:gd name="connsiteX3" fmla="*/ 304800 w 2743200"/>
              <a:gd name="connsiteY3" fmla="*/ 670990 h 1918765"/>
              <a:gd name="connsiteX4" fmla="*/ 400050 w 2743200"/>
              <a:gd name="connsiteY4" fmla="*/ 194740 h 1918765"/>
              <a:gd name="connsiteX5" fmla="*/ 590550 w 2743200"/>
              <a:gd name="connsiteY5" fmla="*/ 4240 h 1918765"/>
              <a:gd name="connsiteX6" fmla="*/ 838200 w 2743200"/>
              <a:gd name="connsiteY6" fmla="*/ 356665 h 1918765"/>
              <a:gd name="connsiteX7" fmla="*/ 1228725 w 2743200"/>
              <a:gd name="connsiteY7" fmla="*/ 1337740 h 1918765"/>
              <a:gd name="connsiteX8" fmla="*/ 2152650 w 2743200"/>
              <a:gd name="connsiteY8" fmla="*/ 1813990 h 1918765"/>
              <a:gd name="connsiteX9" fmla="*/ 2743200 w 2743200"/>
              <a:gd name="connsiteY9" fmla="*/ 1918765 h 1918765"/>
              <a:gd name="connsiteX0" fmla="*/ 0 w 2981325"/>
              <a:gd name="connsiteY0" fmla="*/ 1994965 h 1994965"/>
              <a:gd name="connsiteX1" fmla="*/ 352425 w 2981325"/>
              <a:gd name="connsiteY1" fmla="*/ 1528240 h 1994965"/>
              <a:gd name="connsiteX2" fmla="*/ 466725 w 2981325"/>
              <a:gd name="connsiteY2" fmla="*/ 1261540 h 1994965"/>
              <a:gd name="connsiteX3" fmla="*/ 542925 w 2981325"/>
              <a:gd name="connsiteY3" fmla="*/ 670990 h 1994965"/>
              <a:gd name="connsiteX4" fmla="*/ 638175 w 2981325"/>
              <a:gd name="connsiteY4" fmla="*/ 194740 h 1994965"/>
              <a:gd name="connsiteX5" fmla="*/ 828675 w 2981325"/>
              <a:gd name="connsiteY5" fmla="*/ 4240 h 1994965"/>
              <a:gd name="connsiteX6" fmla="*/ 1076325 w 2981325"/>
              <a:gd name="connsiteY6" fmla="*/ 356665 h 1994965"/>
              <a:gd name="connsiteX7" fmla="*/ 1466850 w 2981325"/>
              <a:gd name="connsiteY7" fmla="*/ 1337740 h 1994965"/>
              <a:gd name="connsiteX8" fmla="*/ 2390775 w 2981325"/>
              <a:gd name="connsiteY8" fmla="*/ 1813990 h 1994965"/>
              <a:gd name="connsiteX9" fmla="*/ 2981325 w 2981325"/>
              <a:gd name="connsiteY9" fmla="*/ 1918765 h 1994965"/>
              <a:gd name="connsiteX0" fmla="*/ 0 w 2981325"/>
              <a:gd name="connsiteY0" fmla="*/ 1994965 h 1994965"/>
              <a:gd name="connsiteX1" fmla="*/ 190500 w 2981325"/>
              <a:gd name="connsiteY1" fmla="*/ 1747315 h 1994965"/>
              <a:gd name="connsiteX2" fmla="*/ 466725 w 2981325"/>
              <a:gd name="connsiteY2" fmla="*/ 1261540 h 1994965"/>
              <a:gd name="connsiteX3" fmla="*/ 542925 w 2981325"/>
              <a:gd name="connsiteY3" fmla="*/ 670990 h 1994965"/>
              <a:gd name="connsiteX4" fmla="*/ 638175 w 2981325"/>
              <a:gd name="connsiteY4" fmla="*/ 194740 h 1994965"/>
              <a:gd name="connsiteX5" fmla="*/ 828675 w 2981325"/>
              <a:gd name="connsiteY5" fmla="*/ 4240 h 1994965"/>
              <a:gd name="connsiteX6" fmla="*/ 1076325 w 2981325"/>
              <a:gd name="connsiteY6" fmla="*/ 356665 h 1994965"/>
              <a:gd name="connsiteX7" fmla="*/ 1466850 w 2981325"/>
              <a:gd name="connsiteY7" fmla="*/ 1337740 h 1994965"/>
              <a:gd name="connsiteX8" fmla="*/ 2390775 w 2981325"/>
              <a:gd name="connsiteY8" fmla="*/ 1813990 h 1994965"/>
              <a:gd name="connsiteX9" fmla="*/ 2981325 w 2981325"/>
              <a:gd name="connsiteY9" fmla="*/ 1918765 h 1994965"/>
              <a:gd name="connsiteX0" fmla="*/ 0 w 2981325"/>
              <a:gd name="connsiteY0" fmla="*/ 1994965 h 1994965"/>
              <a:gd name="connsiteX1" fmla="*/ 190500 w 2981325"/>
              <a:gd name="connsiteY1" fmla="*/ 1747315 h 1994965"/>
              <a:gd name="connsiteX2" fmla="*/ 333375 w 2981325"/>
              <a:gd name="connsiteY2" fmla="*/ 1423465 h 1994965"/>
              <a:gd name="connsiteX3" fmla="*/ 542925 w 2981325"/>
              <a:gd name="connsiteY3" fmla="*/ 670990 h 1994965"/>
              <a:gd name="connsiteX4" fmla="*/ 638175 w 2981325"/>
              <a:gd name="connsiteY4" fmla="*/ 194740 h 1994965"/>
              <a:gd name="connsiteX5" fmla="*/ 828675 w 2981325"/>
              <a:gd name="connsiteY5" fmla="*/ 4240 h 1994965"/>
              <a:gd name="connsiteX6" fmla="*/ 1076325 w 2981325"/>
              <a:gd name="connsiteY6" fmla="*/ 356665 h 1994965"/>
              <a:gd name="connsiteX7" fmla="*/ 1466850 w 2981325"/>
              <a:gd name="connsiteY7" fmla="*/ 1337740 h 1994965"/>
              <a:gd name="connsiteX8" fmla="*/ 2390775 w 2981325"/>
              <a:gd name="connsiteY8" fmla="*/ 1813990 h 1994965"/>
              <a:gd name="connsiteX9" fmla="*/ 2981325 w 2981325"/>
              <a:gd name="connsiteY9" fmla="*/ 1918765 h 1994965"/>
              <a:gd name="connsiteX0" fmla="*/ 0 w 2981325"/>
              <a:gd name="connsiteY0" fmla="*/ 1995892 h 1995892"/>
              <a:gd name="connsiteX1" fmla="*/ 190500 w 2981325"/>
              <a:gd name="connsiteY1" fmla="*/ 1748242 h 1995892"/>
              <a:gd name="connsiteX2" fmla="*/ 333375 w 2981325"/>
              <a:gd name="connsiteY2" fmla="*/ 1424392 h 1995892"/>
              <a:gd name="connsiteX3" fmla="*/ 447675 w 2981325"/>
              <a:gd name="connsiteY3" fmla="*/ 824317 h 1995892"/>
              <a:gd name="connsiteX4" fmla="*/ 638175 w 2981325"/>
              <a:gd name="connsiteY4" fmla="*/ 195667 h 1995892"/>
              <a:gd name="connsiteX5" fmla="*/ 828675 w 2981325"/>
              <a:gd name="connsiteY5" fmla="*/ 5167 h 1995892"/>
              <a:gd name="connsiteX6" fmla="*/ 1076325 w 2981325"/>
              <a:gd name="connsiteY6" fmla="*/ 357592 h 1995892"/>
              <a:gd name="connsiteX7" fmla="*/ 1466850 w 2981325"/>
              <a:gd name="connsiteY7" fmla="*/ 1338667 h 1995892"/>
              <a:gd name="connsiteX8" fmla="*/ 2390775 w 2981325"/>
              <a:gd name="connsiteY8" fmla="*/ 1814917 h 1995892"/>
              <a:gd name="connsiteX9" fmla="*/ 2981325 w 2981325"/>
              <a:gd name="connsiteY9" fmla="*/ 1919692 h 1995892"/>
              <a:gd name="connsiteX0" fmla="*/ 0 w 2981325"/>
              <a:gd name="connsiteY0" fmla="*/ 1995892 h 1995892"/>
              <a:gd name="connsiteX1" fmla="*/ 190500 w 2981325"/>
              <a:gd name="connsiteY1" fmla="*/ 1748242 h 1995892"/>
              <a:gd name="connsiteX2" fmla="*/ 333375 w 2981325"/>
              <a:gd name="connsiteY2" fmla="*/ 1424392 h 1995892"/>
              <a:gd name="connsiteX3" fmla="*/ 447675 w 2981325"/>
              <a:gd name="connsiteY3" fmla="*/ 824317 h 1995892"/>
              <a:gd name="connsiteX4" fmla="*/ 552450 w 2981325"/>
              <a:gd name="connsiteY4" fmla="*/ 195667 h 1995892"/>
              <a:gd name="connsiteX5" fmla="*/ 828675 w 2981325"/>
              <a:gd name="connsiteY5" fmla="*/ 5167 h 1995892"/>
              <a:gd name="connsiteX6" fmla="*/ 1076325 w 2981325"/>
              <a:gd name="connsiteY6" fmla="*/ 357592 h 1995892"/>
              <a:gd name="connsiteX7" fmla="*/ 1466850 w 2981325"/>
              <a:gd name="connsiteY7" fmla="*/ 1338667 h 1995892"/>
              <a:gd name="connsiteX8" fmla="*/ 2390775 w 2981325"/>
              <a:gd name="connsiteY8" fmla="*/ 1814917 h 1995892"/>
              <a:gd name="connsiteX9" fmla="*/ 2981325 w 2981325"/>
              <a:gd name="connsiteY9" fmla="*/ 1919692 h 1995892"/>
              <a:gd name="connsiteX0" fmla="*/ 0 w 2981325"/>
              <a:gd name="connsiteY0" fmla="*/ 2014297 h 2014297"/>
              <a:gd name="connsiteX1" fmla="*/ 190500 w 2981325"/>
              <a:gd name="connsiteY1" fmla="*/ 1766647 h 2014297"/>
              <a:gd name="connsiteX2" fmla="*/ 333375 w 2981325"/>
              <a:gd name="connsiteY2" fmla="*/ 1442797 h 2014297"/>
              <a:gd name="connsiteX3" fmla="*/ 447675 w 2981325"/>
              <a:gd name="connsiteY3" fmla="*/ 842722 h 2014297"/>
              <a:gd name="connsiteX4" fmla="*/ 552450 w 2981325"/>
              <a:gd name="connsiteY4" fmla="*/ 214072 h 2014297"/>
              <a:gd name="connsiteX5" fmla="*/ 762000 w 2981325"/>
              <a:gd name="connsiteY5" fmla="*/ 4522 h 2014297"/>
              <a:gd name="connsiteX6" fmla="*/ 1076325 w 2981325"/>
              <a:gd name="connsiteY6" fmla="*/ 375997 h 2014297"/>
              <a:gd name="connsiteX7" fmla="*/ 1466850 w 2981325"/>
              <a:gd name="connsiteY7" fmla="*/ 1357072 h 2014297"/>
              <a:gd name="connsiteX8" fmla="*/ 2390775 w 2981325"/>
              <a:gd name="connsiteY8" fmla="*/ 1833322 h 2014297"/>
              <a:gd name="connsiteX9" fmla="*/ 2981325 w 2981325"/>
              <a:gd name="connsiteY9" fmla="*/ 1938097 h 2014297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466850 w 2981325"/>
              <a:gd name="connsiteY7" fmla="*/ 1357501 h 2014726"/>
              <a:gd name="connsiteX8" fmla="*/ 2390775 w 2981325"/>
              <a:gd name="connsiteY8" fmla="*/ 1833751 h 2014726"/>
              <a:gd name="connsiteX9" fmla="*/ 2981325 w 2981325"/>
              <a:gd name="connsiteY9" fmla="*/ 1938526 h 2014726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200150 w 2981325"/>
              <a:gd name="connsiteY7" fmla="*/ 1081276 h 2014726"/>
              <a:gd name="connsiteX8" fmla="*/ 2390775 w 2981325"/>
              <a:gd name="connsiteY8" fmla="*/ 1833751 h 2014726"/>
              <a:gd name="connsiteX9" fmla="*/ 2981325 w 2981325"/>
              <a:gd name="connsiteY9" fmla="*/ 1938526 h 2014726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200150 w 2981325"/>
              <a:gd name="connsiteY7" fmla="*/ 1081276 h 2014726"/>
              <a:gd name="connsiteX8" fmla="*/ 2390775 w 2981325"/>
              <a:gd name="connsiteY8" fmla="*/ 1833751 h 2014726"/>
              <a:gd name="connsiteX9" fmla="*/ 2981325 w 2981325"/>
              <a:gd name="connsiteY9" fmla="*/ 1938526 h 2014726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200150 w 2981325"/>
              <a:gd name="connsiteY7" fmla="*/ 1081276 h 2014726"/>
              <a:gd name="connsiteX8" fmla="*/ 1638300 w 2981325"/>
              <a:gd name="connsiteY8" fmla="*/ 1528951 h 2014726"/>
              <a:gd name="connsiteX9" fmla="*/ 2981325 w 2981325"/>
              <a:gd name="connsiteY9" fmla="*/ 1938526 h 2014726"/>
              <a:gd name="connsiteX0" fmla="*/ 0 w 2981325"/>
              <a:gd name="connsiteY0" fmla="*/ 2014726 h 2014726"/>
              <a:gd name="connsiteX1" fmla="*/ 190500 w 2981325"/>
              <a:gd name="connsiteY1" fmla="*/ 1767076 h 2014726"/>
              <a:gd name="connsiteX2" fmla="*/ 333375 w 2981325"/>
              <a:gd name="connsiteY2" fmla="*/ 1443226 h 2014726"/>
              <a:gd name="connsiteX3" fmla="*/ 447675 w 2981325"/>
              <a:gd name="connsiteY3" fmla="*/ 843151 h 2014726"/>
              <a:gd name="connsiteX4" fmla="*/ 552450 w 2981325"/>
              <a:gd name="connsiteY4" fmla="*/ 214501 h 2014726"/>
              <a:gd name="connsiteX5" fmla="*/ 762000 w 2981325"/>
              <a:gd name="connsiteY5" fmla="*/ 4951 h 2014726"/>
              <a:gd name="connsiteX6" fmla="*/ 981075 w 2981325"/>
              <a:gd name="connsiteY6" fmla="*/ 385951 h 2014726"/>
              <a:gd name="connsiteX7" fmla="*/ 1200150 w 2981325"/>
              <a:gd name="connsiteY7" fmla="*/ 1081276 h 2014726"/>
              <a:gd name="connsiteX8" fmla="*/ 1619250 w 2981325"/>
              <a:gd name="connsiteY8" fmla="*/ 1700401 h 2014726"/>
              <a:gd name="connsiteX9" fmla="*/ 2981325 w 2981325"/>
              <a:gd name="connsiteY9" fmla="*/ 1938526 h 2014726"/>
              <a:gd name="connsiteX0" fmla="*/ 0 w 2943225"/>
              <a:gd name="connsiteY0" fmla="*/ 2014726 h 2014726"/>
              <a:gd name="connsiteX1" fmla="*/ 190500 w 2943225"/>
              <a:gd name="connsiteY1" fmla="*/ 1767076 h 2014726"/>
              <a:gd name="connsiteX2" fmla="*/ 333375 w 2943225"/>
              <a:gd name="connsiteY2" fmla="*/ 1443226 h 2014726"/>
              <a:gd name="connsiteX3" fmla="*/ 447675 w 2943225"/>
              <a:gd name="connsiteY3" fmla="*/ 843151 h 2014726"/>
              <a:gd name="connsiteX4" fmla="*/ 552450 w 2943225"/>
              <a:gd name="connsiteY4" fmla="*/ 214501 h 2014726"/>
              <a:gd name="connsiteX5" fmla="*/ 762000 w 2943225"/>
              <a:gd name="connsiteY5" fmla="*/ 4951 h 2014726"/>
              <a:gd name="connsiteX6" fmla="*/ 981075 w 2943225"/>
              <a:gd name="connsiteY6" fmla="*/ 385951 h 2014726"/>
              <a:gd name="connsiteX7" fmla="*/ 1200150 w 2943225"/>
              <a:gd name="connsiteY7" fmla="*/ 1081276 h 2014726"/>
              <a:gd name="connsiteX8" fmla="*/ 1619250 w 2943225"/>
              <a:gd name="connsiteY8" fmla="*/ 1700401 h 2014726"/>
              <a:gd name="connsiteX9" fmla="*/ 2943225 w 2943225"/>
              <a:gd name="connsiteY9" fmla="*/ 1995676 h 2014726"/>
              <a:gd name="connsiteX0" fmla="*/ 0 w 2943225"/>
              <a:gd name="connsiteY0" fmla="*/ 2014726 h 2014726"/>
              <a:gd name="connsiteX1" fmla="*/ 190500 w 2943225"/>
              <a:gd name="connsiteY1" fmla="*/ 1767076 h 2014726"/>
              <a:gd name="connsiteX2" fmla="*/ 333375 w 2943225"/>
              <a:gd name="connsiteY2" fmla="*/ 1443226 h 2014726"/>
              <a:gd name="connsiteX3" fmla="*/ 447675 w 2943225"/>
              <a:gd name="connsiteY3" fmla="*/ 843151 h 2014726"/>
              <a:gd name="connsiteX4" fmla="*/ 552450 w 2943225"/>
              <a:gd name="connsiteY4" fmla="*/ 214501 h 2014726"/>
              <a:gd name="connsiteX5" fmla="*/ 762000 w 2943225"/>
              <a:gd name="connsiteY5" fmla="*/ 4951 h 2014726"/>
              <a:gd name="connsiteX6" fmla="*/ 981075 w 2943225"/>
              <a:gd name="connsiteY6" fmla="*/ 385951 h 2014726"/>
              <a:gd name="connsiteX7" fmla="*/ 1200150 w 2943225"/>
              <a:gd name="connsiteY7" fmla="*/ 1081276 h 2014726"/>
              <a:gd name="connsiteX8" fmla="*/ 1762125 w 2943225"/>
              <a:gd name="connsiteY8" fmla="*/ 1767076 h 2014726"/>
              <a:gd name="connsiteX9" fmla="*/ 2943225 w 2943225"/>
              <a:gd name="connsiteY9" fmla="*/ 1995676 h 2014726"/>
              <a:gd name="connsiteX0" fmla="*/ 0 w 2943225"/>
              <a:gd name="connsiteY0" fmla="*/ 2014726 h 2014726"/>
              <a:gd name="connsiteX1" fmla="*/ 190500 w 2943225"/>
              <a:gd name="connsiteY1" fmla="*/ 1767076 h 2014726"/>
              <a:gd name="connsiteX2" fmla="*/ 333375 w 2943225"/>
              <a:gd name="connsiteY2" fmla="*/ 1443226 h 2014726"/>
              <a:gd name="connsiteX3" fmla="*/ 447675 w 2943225"/>
              <a:gd name="connsiteY3" fmla="*/ 843151 h 2014726"/>
              <a:gd name="connsiteX4" fmla="*/ 552450 w 2943225"/>
              <a:gd name="connsiteY4" fmla="*/ 214501 h 2014726"/>
              <a:gd name="connsiteX5" fmla="*/ 762000 w 2943225"/>
              <a:gd name="connsiteY5" fmla="*/ 4951 h 2014726"/>
              <a:gd name="connsiteX6" fmla="*/ 981075 w 2943225"/>
              <a:gd name="connsiteY6" fmla="*/ 385951 h 2014726"/>
              <a:gd name="connsiteX7" fmla="*/ 1209675 w 2943225"/>
              <a:gd name="connsiteY7" fmla="*/ 1128901 h 2014726"/>
              <a:gd name="connsiteX8" fmla="*/ 1762125 w 2943225"/>
              <a:gd name="connsiteY8" fmla="*/ 1767076 h 2014726"/>
              <a:gd name="connsiteX9" fmla="*/ 2943225 w 2943225"/>
              <a:gd name="connsiteY9" fmla="*/ 1995676 h 2014726"/>
              <a:gd name="connsiteX0" fmla="*/ 0 w 2943225"/>
              <a:gd name="connsiteY0" fmla="*/ 2014726 h 2014726"/>
              <a:gd name="connsiteX1" fmla="*/ 190500 w 2943225"/>
              <a:gd name="connsiteY1" fmla="*/ 1767076 h 2014726"/>
              <a:gd name="connsiteX2" fmla="*/ 333375 w 2943225"/>
              <a:gd name="connsiteY2" fmla="*/ 1443226 h 2014726"/>
              <a:gd name="connsiteX3" fmla="*/ 447675 w 2943225"/>
              <a:gd name="connsiteY3" fmla="*/ 843151 h 2014726"/>
              <a:gd name="connsiteX4" fmla="*/ 552450 w 2943225"/>
              <a:gd name="connsiteY4" fmla="*/ 214501 h 2014726"/>
              <a:gd name="connsiteX5" fmla="*/ 762000 w 2943225"/>
              <a:gd name="connsiteY5" fmla="*/ 4951 h 2014726"/>
              <a:gd name="connsiteX6" fmla="*/ 981075 w 2943225"/>
              <a:gd name="connsiteY6" fmla="*/ 385951 h 2014726"/>
              <a:gd name="connsiteX7" fmla="*/ 1209675 w 2943225"/>
              <a:gd name="connsiteY7" fmla="*/ 1128901 h 2014726"/>
              <a:gd name="connsiteX8" fmla="*/ 1762125 w 2943225"/>
              <a:gd name="connsiteY8" fmla="*/ 1767076 h 2014726"/>
              <a:gd name="connsiteX9" fmla="*/ 2943225 w 2943225"/>
              <a:gd name="connsiteY9" fmla="*/ 1995676 h 2014726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33375 w 2943225"/>
              <a:gd name="connsiteY2" fmla="*/ 1441202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09675 w 2943225"/>
              <a:gd name="connsiteY7" fmla="*/ 1126877 h 2012702"/>
              <a:gd name="connsiteX8" fmla="*/ 1762125 w 2943225"/>
              <a:gd name="connsiteY8" fmla="*/ 1765052 h 2012702"/>
              <a:gd name="connsiteX9" fmla="*/ 2943225 w 2943225"/>
              <a:gd name="connsiteY9" fmla="*/ 1993652 h 2012702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33375 w 2943225"/>
              <a:gd name="connsiteY2" fmla="*/ 1441202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09675 w 2943225"/>
              <a:gd name="connsiteY7" fmla="*/ 1126877 h 2012702"/>
              <a:gd name="connsiteX8" fmla="*/ 1762125 w 2943225"/>
              <a:gd name="connsiteY8" fmla="*/ 1765052 h 2012702"/>
              <a:gd name="connsiteX9" fmla="*/ 2943225 w 2943225"/>
              <a:gd name="connsiteY9" fmla="*/ 1993652 h 2012702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33375 w 2943225"/>
              <a:gd name="connsiteY2" fmla="*/ 1441202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47775 w 2943225"/>
              <a:gd name="connsiteY7" fmla="*/ 1222127 h 2012702"/>
              <a:gd name="connsiteX8" fmla="*/ 1762125 w 2943225"/>
              <a:gd name="connsiteY8" fmla="*/ 1765052 h 2012702"/>
              <a:gd name="connsiteX9" fmla="*/ 2943225 w 2943225"/>
              <a:gd name="connsiteY9" fmla="*/ 1993652 h 2012702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33375 w 2943225"/>
              <a:gd name="connsiteY2" fmla="*/ 1441202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47775 w 2943225"/>
              <a:gd name="connsiteY7" fmla="*/ 1222127 h 2012702"/>
              <a:gd name="connsiteX8" fmla="*/ 1790700 w 2943225"/>
              <a:gd name="connsiteY8" fmla="*/ 1746002 h 2012702"/>
              <a:gd name="connsiteX9" fmla="*/ 2943225 w 2943225"/>
              <a:gd name="connsiteY9" fmla="*/ 1993652 h 2012702"/>
              <a:gd name="connsiteX0" fmla="*/ 0 w 2943225"/>
              <a:gd name="connsiteY0" fmla="*/ 2012702 h 2012702"/>
              <a:gd name="connsiteX1" fmla="*/ 190500 w 2943225"/>
              <a:gd name="connsiteY1" fmla="*/ 1765052 h 2012702"/>
              <a:gd name="connsiteX2" fmla="*/ 361950 w 2943225"/>
              <a:gd name="connsiteY2" fmla="*/ 1317377 h 2012702"/>
              <a:gd name="connsiteX3" fmla="*/ 447675 w 2943225"/>
              <a:gd name="connsiteY3" fmla="*/ 841127 h 2012702"/>
              <a:gd name="connsiteX4" fmla="*/ 552450 w 2943225"/>
              <a:gd name="connsiteY4" fmla="*/ 212477 h 2012702"/>
              <a:gd name="connsiteX5" fmla="*/ 762000 w 2943225"/>
              <a:gd name="connsiteY5" fmla="*/ 2927 h 2012702"/>
              <a:gd name="connsiteX6" fmla="*/ 1000125 w 2943225"/>
              <a:gd name="connsiteY6" fmla="*/ 336302 h 2012702"/>
              <a:gd name="connsiteX7" fmla="*/ 1247775 w 2943225"/>
              <a:gd name="connsiteY7" fmla="*/ 1222127 h 2012702"/>
              <a:gd name="connsiteX8" fmla="*/ 1790700 w 2943225"/>
              <a:gd name="connsiteY8" fmla="*/ 1746002 h 2012702"/>
              <a:gd name="connsiteX9" fmla="*/ 2943225 w 2943225"/>
              <a:gd name="connsiteY9" fmla="*/ 1993652 h 2012702"/>
              <a:gd name="connsiteX0" fmla="*/ 0 w 2943225"/>
              <a:gd name="connsiteY0" fmla="*/ 2012292 h 2012292"/>
              <a:gd name="connsiteX1" fmla="*/ 190500 w 2943225"/>
              <a:gd name="connsiteY1" fmla="*/ 1764642 h 2012292"/>
              <a:gd name="connsiteX2" fmla="*/ 361950 w 2943225"/>
              <a:gd name="connsiteY2" fmla="*/ 1316967 h 2012292"/>
              <a:gd name="connsiteX3" fmla="*/ 447675 w 2943225"/>
              <a:gd name="connsiteY3" fmla="*/ 726417 h 2012292"/>
              <a:gd name="connsiteX4" fmla="*/ 552450 w 2943225"/>
              <a:gd name="connsiteY4" fmla="*/ 212067 h 2012292"/>
              <a:gd name="connsiteX5" fmla="*/ 762000 w 2943225"/>
              <a:gd name="connsiteY5" fmla="*/ 2517 h 2012292"/>
              <a:gd name="connsiteX6" fmla="*/ 1000125 w 2943225"/>
              <a:gd name="connsiteY6" fmla="*/ 335892 h 2012292"/>
              <a:gd name="connsiteX7" fmla="*/ 1247775 w 2943225"/>
              <a:gd name="connsiteY7" fmla="*/ 1221717 h 2012292"/>
              <a:gd name="connsiteX8" fmla="*/ 1790700 w 2943225"/>
              <a:gd name="connsiteY8" fmla="*/ 1745592 h 2012292"/>
              <a:gd name="connsiteX9" fmla="*/ 2943225 w 2943225"/>
              <a:gd name="connsiteY9" fmla="*/ 1993242 h 2012292"/>
              <a:gd name="connsiteX0" fmla="*/ 0 w 2943225"/>
              <a:gd name="connsiteY0" fmla="*/ 2012629 h 2012629"/>
              <a:gd name="connsiteX1" fmla="*/ 190500 w 2943225"/>
              <a:gd name="connsiteY1" fmla="*/ 1764979 h 2012629"/>
              <a:gd name="connsiteX2" fmla="*/ 361950 w 2943225"/>
              <a:gd name="connsiteY2" fmla="*/ 1317304 h 2012629"/>
              <a:gd name="connsiteX3" fmla="*/ 447675 w 2943225"/>
              <a:gd name="connsiteY3" fmla="*/ 726754 h 2012629"/>
              <a:gd name="connsiteX4" fmla="*/ 552450 w 2943225"/>
              <a:gd name="connsiteY4" fmla="*/ 212404 h 2012629"/>
              <a:gd name="connsiteX5" fmla="*/ 762000 w 2943225"/>
              <a:gd name="connsiteY5" fmla="*/ 2854 h 2012629"/>
              <a:gd name="connsiteX6" fmla="*/ 952500 w 2943225"/>
              <a:gd name="connsiteY6" fmla="*/ 345754 h 2012629"/>
              <a:gd name="connsiteX7" fmla="*/ 1247775 w 2943225"/>
              <a:gd name="connsiteY7" fmla="*/ 1222054 h 2012629"/>
              <a:gd name="connsiteX8" fmla="*/ 1790700 w 2943225"/>
              <a:gd name="connsiteY8" fmla="*/ 1745929 h 2012629"/>
              <a:gd name="connsiteX9" fmla="*/ 2943225 w 2943225"/>
              <a:gd name="connsiteY9" fmla="*/ 1993579 h 2012629"/>
              <a:gd name="connsiteX0" fmla="*/ 0 w 2943225"/>
              <a:gd name="connsiteY0" fmla="*/ 2012629 h 2012629"/>
              <a:gd name="connsiteX1" fmla="*/ 190500 w 2943225"/>
              <a:gd name="connsiteY1" fmla="*/ 1764979 h 2012629"/>
              <a:gd name="connsiteX2" fmla="*/ 361950 w 2943225"/>
              <a:gd name="connsiteY2" fmla="*/ 1317304 h 2012629"/>
              <a:gd name="connsiteX3" fmla="*/ 447675 w 2943225"/>
              <a:gd name="connsiteY3" fmla="*/ 726754 h 2012629"/>
              <a:gd name="connsiteX4" fmla="*/ 552450 w 2943225"/>
              <a:gd name="connsiteY4" fmla="*/ 212404 h 2012629"/>
              <a:gd name="connsiteX5" fmla="*/ 733425 w 2943225"/>
              <a:gd name="connsiteY5" fmla="*/ 2854 h 2012629"/>
              <a:gd name="connsiteX6" fmla="*/ 952500 w 2943225"/>
              <a:gd name="connsiteY6" fmla="*/ 345754 h 2012629"/>
              <a:gd name="connsiteX7" fmla="*/ 1247775 w 2943225"/>
              <a:gd name="connsiteY7" fmla="*/ 1222054 h 2012629"/>
              <a:gd name="connsiteX8" fmla="*/ 1790700 w 2943225"/>
              <a:gd name="connsiteY8" fmla="*/ 1745929 h 2012629"/>
              <a:gd name="connsiteX9" fmla="*/ 2943225 w 2943225"/>
              <a:gd name="connsiteY9" fmla="*/ 1993579 h 2012629"/>
              <a:gd name="connsiteX0" fmla="*/ 0 w 2943225"/>
              <a:gd name="connsiteY0" fmla="*/ 2011102 h 2011102"/>
              <a:gd name="connsiteX1" fmla="*/ 190500 w 2943225"/>
              <a:gd name="connsiteY1" fmla="*/ 1763452 h 2011102"/>
              <a:gd name="connsiteX2" fmla="*/ 361950 w 2943225"/>
              <a:gd name="connsiteY2" fmla="*/ 1315777 h 2011102"/>
              <a:gd name="connsiteX3" fmla="*/ 447675 w 2943225"/>
              <a:gd name="connsiteY3" fmla="*/ 725227 h 2011102"/>
              <a:gd name="connsiteX4" fmla="*/ 552450 w 2943225"/>
              <a:gd name="connsiteY4" fmla="*/ 210877 h 2011102"/>
              <a:gd name="connsiteX5" fmla="*/ 733425 w 2943225"/>
              <a:gd name="connsiteY5" fmla="*/ 1327 h 2011102"/>
              <a:gd name="connsiteX6" fmla="*/ 942975 w 2943225"/>
              <a:gd name="connsiteY6" fmla="*/ 296602 h 2011102"/>
              <a:gd name="connsiteX7" fmla="*/ 1247775 w 2943225"/>
              <a:gd name="connsiteY7" fmla="*/ 1220527 h 2011102"/>
              <a:gd name="connsiteX8" fmla="*/ 1790700 w 2943225"/>
              <a:gd name="connsiteY8" fmla="*/ 1744402 h 2011102"/>
              <a:gd name="connsiteX9" fmla="*/ 2943225 w 2943225"/>
              <a:gd name="connsiteY9" fmla="*/ 1992052 h 2011102"/>
              <a:gd name="connsiteX0" fmla="*/ 0 w 2943225"/>
              <a:gd name="connsiteY0" fmla="*/ 2011102 h 2011102"/>
              <a:gd name="connsiteX1" fmla="*/ 66675 w 2943225"/>
              <a:gd name="connsiteY1" fmla="*/ 1439602 h 2011102"/>
              <a:gd name="connsiteX2" fmla="*/ 361950 w 2943225"/>
              <a:gd name="connsiteY2" fmla="*/ 1315777 h 2011102"/>
              <a:gd name="connsiteX3" fmla="*/ 447675 w 2943225"/>
              <a:gd name="connsiteY3" fmla="*/ 725227 h 2011102"/>
              <a:gd name="connsiteX4" fmla="*/ 552450 w 2943225"/>
              <a:gd name="connsiteY4" fmla="*/ 210877 h 2011102"/>
              <a:gd name="connsiteX5" fmla="*/ 733425 w 2943225"/>
              <a:gd name="connsiteY5" fmla="*/ 1327 h 2011102"/>
              <a:gd name="connsiteX6" fmla="*/ 942975 w 2943225"/>
              <a:gd name="connsiteY6" fmla="*/ 296602 h 2011102"/>
              <a:gd name="connsiteX7" fmla="*/ 1247775 w 2943225"/>
              <a:gd name="connsiteY7" fmla="*/ 1220527 h 2011102"/>
              <a:gd name="connsiteX8" fmla="*/ 1790700 w 2943225"/>
              <a:gd name="connsiteY8" fmla="*/ 1744402 h 2011102"/>
              <a:gd name="connsiteX9" fmla="*/ 2943225 w 2943225"/>
              <a:gd name="connsiteY9" fmla="*/ 1992052 h 2011102"/>
              <a:gd name="connsiteX0" fmla="*/ 0 w 2943225"/>
              <a:gd name="connsiteY0" fmla="*/ 2011102 h 2011102"/>
              <a:gd name="connsiteX1" fmla="*/ 66675 w 2943225"/>
              <a:gd name="connsiteY1" fmla="*/ 1439602 h 2011102"/>
              <a:gd name="connsiteX2" fmla="*/ 123825 w 2943225"/>
              <a:gd name="connsiteY2" fmla="*/ 906202 h 2011102"/>
              <a:gd name="connsiteX3" fmla="*/ 447675 w 2943225"/>
              <a:gd name="connsiteY3" fmla="*/ 725227 h 2011102"/>
              <a:gd name="connsiteX4" fmla="*/ 552450 w 2943225"/>
              <a:gd name="connsiteY4" fmla="*/ 210877 h 2011102"/>
              <a:gd name="connsiteX5" fmla="*/ 733425 w 2943225"/>
              <a:gd name="connsiteY5" fmla="*/ 1327 h 2011102"/>
              <a:gd name="connsiteX6" fmla="*/ 942975 w 2943225"/>
              <a:gd name="connsiteY6" fmla="*/ 296602 h 2011102"/>
              <a:gd name="connsiteX7" fmla="*/ 1247775 w 2943225"/>
              <a:gd name="connsiteY7" fmla="*/ 1220527 h 2011102"/>
              <a:gd name="connsiteX8" fmla="*/ 1790700 w 2943225"/>
              <a:gd name="connsiteY8" fmla="*/ 1744402 h 2011102"/>
              <a:gd name="connsiteX9" fmla="*/ 2943225 w 2943225"/>
              <a:gd name="connsiteY9" fmla="*/ 1992052 h 2011102"/>
              <a:gd name="connsiteX0" fmla="*/ 0 w 2943225"/>
              <a:gd name="connsiteY0" fmla="*/ 2010697 h 2010697"/>
              <a:gd name="connsiteX1" fmla="*/ 66675 w 2943225"/>
              <a:gd name="connsiteY1" fmla="*/ 1439197 h 2010697"/>
              <a:gd name="connsiteX2" fmla="*/ 123825 w 2943225"/>
              <a:gd name="connsiteY2" fmla="*/ 905797 h 2010697"/>
              <a:gd name="connsiteX3" fmla="*/ 171450 w 2943225"/>
              <a:gd name="connsiteY3" fmla="*/ 410497 h 2010697"/>
              <a:gd name="connsiteX4" fmla="*/ 552450 w 2943225"/>
              <a:gd name="connsiteY4" fmla="*/ 210472 h 2010697"/>
              <a:gd name="connsiteX5" fmla="*/ 733425 w 2943225"/>
              <a:gd name="connsiteY5" fmla="*/ 922 h 2010697"/>
              <a:gd name="connsiteX6" fmla="*/ 942975 w 2943225"/>
              <a:gd name="connsiteY6" fmla="*/ 296197 h 2010697"/>
              <a:gd name="connsiteX7" fmla="*/ 1247775 w 2943225"/>
              <a:gd name="connsiteY7" fmla="*/ 1220122 h 2010697"/>
              <a:gd name="connsiteX8" fmla="*/ 1790700 w 2943225"/>
              <a:gd name="connsiteY8" fmla="*/ 1743997 h 2010697"/>
              <a:gd name="connsiteX9" fmla="*/ 2943225 w 2943225"/>
              <a:gd name="connsiteY9" fmla="*/ 1991647 h 2010697"/>
              <a:gd name="connsiteX0" fmla="*/ 0 w 2943225"/>
              <a:gd name="connsiteY0" fmla="*/ 2025172 h 2025172"/>
              <a:gd name="connsiteX1" fmla="*/ 66675 w 2943225"/>
              <a:gd name="connsiteY1" fmla="*/ 1453672 h 2025172"/>
              <a:gd name="connsiteX2" fmla="*/ 123825 w 2943225"/>
              <a:gd name="connsiteY2" fmla="*/ 920272 h 2025172"/>
              <a:gd name="connsiteX3" fmla="*/ 171450 w 2943225"/>
              <a:gd name="connsiteY3" fmla="*/ 424972 h 2025172"/>
              <a:gd name="connsiteX4" fmla="*/ 238125 w 2943225"/>
              <a:gd name="connsiteY4" fmla="*/ 82072 h 2025172"/>
              <a:gd name="connsiteX5" fmla="*/ 733425 w 2943225"/>
              <a:gd name="connsiteY5" fmla="*/ 15397 h 2025172"/>
              <a:gd name="connsiteX6" fmla="*/ 942975 w 2943225"/>
              <a:gd name="connsiteY6" fmla="*/ 310672 h 2025172"/>
              <a:gd name="connsiteX7" fmla="*/ 1247775 w 2943225"/>
              <a:gd name="connsiteY7" fmla="*/ 1234597 h 2025172"/>
              <a:gd name="connsiteX8" fmla="*/ 1790700 w 2943225"/>
              <a:gd name="connsiteY8" fmla="*/ 1758472 h 2025172"/>
              <a:gd name="connsiteX9" fmla="*/ 2943225 w 2943225"/>
              <a:gd name="connsiteY9" fmla="*/ 2006122 h 2025172"/>
              <a:gd name="connsiteX0" fmla="*/ 0 w 2943225"/>
              <a:gd name="connsiteY0" fmla="*/ 2130824 h 2130824"/>
              <a:gd name="connsiteX1" fmla="*/ 66675 w 2943225"/>
              <a:gd name="connsiteY1" fmla="*/ 1559324 h 2130824"/>
              <a:gd name="connsiteX2" fmla="*/ 123825 w 2943225"/>
              <a:gd name="connsiteY2" fmla="*/ 1025924 h 2130824"/>
              <a:gd name="connsiteX3" fmla="*/ 171450 w 2943225"/>
              <a:gd name="connsiteY3" fmla="*/ 530624 h 2130824"/>
              <a:gd name="connsiteX4" fmla="*/ 238125 w 2943225"/>
              <a:gd name="connsiteY4" fmla="*/ 187724 h 2130824"/>
              <a:gd name="connsiteX5" fmla="*/ 361950 w 2943225"/>
              <a:gd name="connsiteY5" fmla="*/ 6749 h 2130824"/>
              <a:gd name="connsiteX6" fmla="*/ 942975 w 2943225"/>
              <a:gd name="connsiteY6" fmla="*/ 416324 h 2130824"/>
              <a:gd name="connsiteX7" fmla="*/ 1247775 w 2943225"/>
              <a:gd name="connsiteY7" fmla="*/ 1340249 h 2130824"/>
              <a:gd name="connsiteX8" fmla="*/ 1790700 w 2943225"/>
              <a:gd name="connsiteY8" fmla="*/ 1864124 h 2130824"/>
              <a:gd name="connsiteX9" fmla="*/ 2943225 w 2943225"/>
              <a:gd name="connsiteY9" fmla="*/ 2111774 h 2130824"/>
              <a:gd name="connsiteX0" fmla="*/ 0 w 2943225"/>
              <a:gd name="connsiteY0" fmla="*/ 2130824 h 2130824"/>
              <a:gd name="connsiteX1" fmla="*/ 66675 w 2943225"/>
              <a:gd name="connsiteY1" fmla="*/ 1559324 h 2130824"/>
              <a:gd name="connsiteX2" fmla="*/ 57150 w 2943225"/>
              <a:gd name="connsiteY2" fmla="*/ 997349 h 2130824"/>
              <a:gd name="connsiteX3" fmla="*/ 171450 w 2943225"/>
              <a:gd name="connsiteY3" fmla="*/ 530624 h 2130824"/>
              <a:gd name="connsiteX4" fmla="*/ 238125 w 2943225"/>
              <a:gd name="connsiteY4" fmla="*/ 187724 h 2130824"/>
              <a:gd name="connsiteX5" fmla="*/ 361950 w 2943225"/>
              <a:gd name="connsiteY5" fmla="*/ 6749 h 2130824"/>
              <a:gd name="connsiteX6" fmla="*/ 942975 w 2943225"/>
              <a:gd name="connsiteY6" fmla="*/ 416324 h 2130824"/>
              <a:gd name="connsiteX7" fmla="*/ 1247775 w 2943225"/>
              <a:gd name="connsiteY7" fmla="*/ 1340249 h 2130824"/>
              <a:gd name="connsiteX8" fmla="*/ 1790700 w 2943225"/>
              <a:gd name="connsiteY8" fmla="*/ 1864124 h 2130824"/>
              <a:gd name="connsiteX9" fmla="*/ 2943225 w 2943225"/>
              <a:gd name="connsiteY9" fmla="*/ 2111774 h 2130824"/>
              <a:gd name="connsiteX0" fmla="*/ 0 w 2943225"/>
              <a:gd name="connsiteY0" fmla="*/ 2130824 h 2130824"/>
              <a:gd name="connsiteX1" fmla="*/ 19050 w 2943225"/>
              <a:gd name="connsiteY1" fmla="*/ 1540274 h 2130824"/>
              <a:gd name="connsiteX2" fmla="*/ 57150 w 2943225"/>
              <a:gd name="connsiteY2" fmla="*/ 997349 h 2130824"/>
              <a:gd name="connsiteX3" fmla="*/ 171450 w 2943225"/>
              <a:gd name="connsiteY3" fmla="*/ 530624 h 2130824"/>
              <a:gd name="connsiteX4" fmla="*/ 238125 w 2943225"/>
              <a:gd name="connsiteY4" fmla="*/ 187724 h 2130824"/>
              <a:gd name="connsiteX5" fmla="*/ 361950 w 2943225"/>
              <a:gd name="connsiteY5" fmla="*/ 6749 h 2130824"/>
              <a:gd name="connsiteX6" fmla="*/ 942975 w 2943225"/>
              <a:gd name="connsiteY6" fmla="*/ 416324 h 2130824"/>
              <a:gd name="connsiteX7" fmla="*/ 1247775 w 2943225"/>
              <a:gd name="connsiteY7" fmla="*/ 1340249 h 2130824"/>
              <a:gd name="connsiteX8" fmla="*/ 1790700 w 2943225"/>
              <a:gd name="connsiteY8" fmla="*/ 1864124 h 2130824"/>
              <a:gd name="connsiteX9" fmla="*/ 2943225 w 2943225"/>
              <a:gd name="connsiteY9" fmla="*/ 2111774 h 2130824"/>
              <a:gd name="connsiteX0" fmla="*/ 0 w 2943225"/>
              <a:gd name="connsiteY0" fmla="*/ 2130824 h 2130824"/>
              <a:gd name="connsiteX1" fmla="*/ 19050 w 2943225"/>
              <a:gd name="connsiteY1" fmla="*/ 1540274 h 2130824"/>
              <a:gd name="connsiteX2" fmla="*/ 28575 w 2943225"/>
              <a:gd name="connsiteY2" fmla="*/ 997349 h 2130824"/>
              <a:gd name="connsiteX3" fmla="*/ 171450 w 2943225"/>
              <a:gd name="connsiteY3" fmla="*/ 530624 h 2130824"/>
              <a:gd name="connsiteX4" fmla="*/ 238125 w 2943225"/>
              <a:gd name="connsiteY4" fmla="*/ 187724 h 2130824"/>
              <a:gd name="connsiteX5" fmla="*/ 361950 w 2943225"/>
              <a:gd name="connsiteY5" fmla="*/ 6749 h 2130824"/>
              <a:gd name="connsiteX6" fmla="*/ 942975 w 2943225"/>
              <a:gd name="connsiteY6" fmla="*/ 416324 h 2130824"/>
              <a:gd name="connsiteX7" fmla="*/ 1247775 w 2943225"/>
              <a:gd name="connsiteY7" fmla="*/ 1340249 h 2130824"/>
              <a:gd name="connsiteX8" fmla="*/ 1790700 w 2943225"/>
              <a:gd name="connsiteY8" fmla="*/ 1864124 h 2130824"/>
              <a:gd name="connsiteX9" fmla="*/ 2943225 w 2943225"/>
              <a:gd name="connsiteY9" fmla="*/ 2111774 h 2130824"/>
              <a:gd name="connsiteX0" fmla="*/ 0 w 2943225"/>
              <a:gd name="connsiteY0" fmla="*/ 2130886 h 2130886"/>
              <a:gd name="connsiteX1" fmla="*/ 19050 w 2943225"/>
              <a:gd name="connsiteY1" fmla="*/ 1540336 h 2130886"/>
              <a:gd name="connsiteX2" fmla="*/ 28575 w 2943225"/>
              <a:gd name="connsiteY2" fmla="*/ 997411 h 2130886"/>
              <a:gd name="connsiteX3" fmla="*/ 47625 w 2943225"/>
              <a:gd name="connsiteY3" fmla="*/ 540211 h 2130886"/>
              <a:gd name="connsiteX4" fmla="*/ 238125 w 2943225"/>
              <a:gd name="connsiteY4" fmla="*/ 187786 h 2130886"/>
              <a:gd name="connsiteX5" fmla="*/ 361950 w 2943225"/>
              <a:gd name="connsiteY5" fmla="*/ 6811 h 2130886"/>
              <a:gd name="connsiteX6" fmla="*/ 942975 w 2943225"/>
              <a:gd name="connsiteY6" fmla="*/ 416386 h 2130886"/>
              <a:gd name="connsiteX7" fmla="*/ 1247775 w 2943225"/>
              <a:gd name="connsiteY7" fmla="*/ 1340311 h 2130886"/>
              <a:gd name="connsiteX8" fmla="*/ 1790700 w 2943225"/>
              <a:gd name="connsiteY8" fmla="*/ 1864186 h 2130886"/>
              <a:gd name="connsiteX9" fmla="*/ 2943225 w 2943225"/>
              <a:gd name="connsiteY9" fmla="*/ 2111836 h 2130886"/>
              <a:gd name="connsiteX0" fmla="*/ 0 w 2943225"/>
              <a:gd name="connsiteY0" fmla="*/ 2124665 h 2124665"/>
              <a:gd name="connsiteX1" fmla="*/ 19050 w 2943225"/>
              <a:gd name="connsiteY1" fmla="*/ 1534115 h 2124665"/>
              <a:gd name="connsiteX2" fmla="*/ 28575 w 2943225"/>
              <a:gd name="connsiteY2" fmla="*/ 991190 h 2124665"/>
              <a:gd name="connsiteX3" fmla="*/ 47625 w 2943225"/>
              <a:gd name="connsiteY3" fmla="*/ 533990 h 2124665"/>
              <a:gd name="connsiteX4" fmla="*/ 123825 w 2943225"/>
              <a:gd name="connsiteY4" fmla="*/ 324440 h 2124665"/>
              <a:gd name="connsiteX5" fmla="*/ 361950 w 2943225"/>
              <a:gd name="connsiteY5" fmla="*/ 590 h 2124665"/>
              <a:gd name="connsiteX6" fmla="*/ 942975 w 2943225"/>
              <a:gd name="connsiteY6" fmla="*/ 410165 h 2124665"/>
              <a:gd name="connsiteX7" fmla="*/ 1247775 w 2943225"/>
              <a:gd name="connsiteY7" fmla="*/ 1334090 h 2124665"/>
              <a:gd name="connsiteX8" fmla="*/ 1790700 w 2943225"/>
              <a:gd name="connsiteY8" fmla="*/ 1857965 h 2124665"/>
              <a:gd name="connsiteX9" fmla="*/ 2943225 w 2943225"/>
              <a:gd name="connsiteY9" fmla="*/ 2105615 h 2124665"/>
              <a:gd name="connsiteX0" fmla="*/ 0 w 2943225"/>
              <a:gd name="connsiteY0" fmla="*/ 2001227 h 2001227"/>
              <a:gd name="connsiteX1" fmla="*/ 19050 w 2943225"/>
              <a:gd name="connsiteY1" fmla="*/ 1410677 h 2001227"/>
              <a:gd name="connsiteX2" fmla="*/ 28575 w 2943225"/>
              <a:gd name="connsiteY2" fmla="*/ 867752 h 2001227"/>
              <a:gd name="connsiteX3" fmla="*/ 47625 w 2943225"/>
              <a:gd name="connsiteY3" fmla="*/ 410552 h 2001227"/>
              <a:gd name="connsiteX4" fmla="*/ 123825 w 2943225"/>
              <a:gd name="connsiteY4" fmla="*/ 201002 h 2001227"/>
              <a:gd name="connsiteX5" fmla="*/ 333375 w 2943225"/>
              <a:gd name="connsiteY5" fmla="*/ 977 h 2001227"/>
              <a:gd name="connsiteX6" fmla="*/ 942975 w 2943225"/>
              <a:gd name="connsiteY6" fmla="*/ 286727 h 2001227"/>
              <a:gd name="connsiteX7" fmla="*/ 1247775 w 2943225"/>
              <a:gd name="connsiteY7" fmla="*/ 1210652 h 2001227"/>
              <a:gd name="connsiteX8" fmla="*/ 1790700 w 2943225"/>
              <a:gd name="connsiteY8" fmla="*/ 1734527 h 2001227"/>
              <a:gd name="connsiteX9" fmla="*/ 2943225 w 2943225"/>
              <a:gd name="connsiteY9" fmla="*/ 1982177 h 2001227"/>
              <a:gd name="connsiteX0" fmla="*/ 0 w 2943225"/>
              <a:gd name="connsiteY0" fmla="*/ 2000462 h 2000462"/>
              <a:gd name="connsiteX1" fmla="*/ 19050 w 2943225"/>
              <a:gd name="connsiteY1" fmla="*/ 1409912 h 2000462"/>
              <a:gd name="connsiteX2" fmla="*/ 28575 w 2943225"/>
              <a:gd name="connsiteY2" fmla="*/ 866987 h 2000462"/>
              <a:gd name="connsiteX3" fmla="*/ 47625 w 2943225"/>
              <a:gd name="connsiteY3" fmla="*/ 409787 h 2000462"/>
              <a:gd name="connsiteX4" fmla="*/ 123825 w 2943225"/>
              <a:gd name="connsiteY4" fmla="*/ 200237 h 2000462"/>
              <a:gd name="connsiteX5" fmla="*/ 333375 w 2943225"/>
              <a:gd name="connsiteY5" fmla="*/ 212 h 2000462"/>
              <a:gd name="connsiteX6" fmla="*/ 657225 w 2943225"/>
              <a:gd name="connsiteY6" fmla="*/ 238337 h 2000462"/>
              <a:gd name="connsiteX7" fmla="*/ 1247775 w 2943225"/>
              <a:gd name="connsiteY7" fmla="*/ 1209887 h 2000462"/>
              <a:gd name="connsiteX8" fmla="*/ 1790700 w 2943225"/>
              <a:gd name="connsiteY8" fmla="*/ 1733762 h 2000462"/>
              <a:gd name="connsiteX9" fmla="*/ 2943225 w 2943225"/>
              <a:gd name="connsiteY9" fmla="*/ 1981412 h 2000462"/>
              <a:gd name="connsiteX0" fmla="*/ 0 w 2943225"/>
              <a:gd name="connsiteY0" fmla="*/ 2001004 h 2001004"/>
              <a:gd name="connsiteX1" fmla="*/ 19050 w 2943225"/>
              <a:gd name="connsiteY1" fmla="*/ 1410454 h 2001004"/>
              <a:gd name="connsiteX2" fmla="*/ 28575 w 2943225"/>
              <a:gd name="connsiteY2" fmla="*/ 867529 h 2001004"/>
              <a:gd name="connsiteX3" fmla="*/ 47625 w 2943225"/>
              <a:gd name="connsiteY3" fmla="*/ 410329 h 2001004"/>
              <a:gd name="connsiteX4" fmla="*/ 133350 w 2943225"/>
              <a:gd name="connsiteY4" fmla="*/ 172204 h 2001004"/>
              <a:gd name="connsiteX5" fmla="*/ 333375 w 2943225"/>
              <a:gd name="connsiteY5" fmla="*/ 754 h 2001004"/>
              <a:gd name="connsiteX6" fmla="*/ 657225 w 2943225"/>
              <a:gd name="connsiteY6" fmla="*/ 238879 h 2001004"/>
              <a:gd name="connsiteX7" fmla="*/ 1247775 w 2943225"/>
              <a:gd name="connsiteY7" fmla="*/ 1210429 h 2001004"/>
              <a:gd name="connsiteX8" fmla="*/ 1790700 w 2943225"/>
              <a:gd name="connsiteY8" fmla="*/ 1734304 h 2001004"/>
              <a:gd name="connsiteX9" fmla="*/ 2943225 w 2943225"/>
              <a:gd name="connsiteY9" fmla="*/ 1981954 h 2001004"/>
              <a:gd name="connsiteX0" fmla="*/ 0 w 2943225"/>
              <a:gd name="connsiteY0" fmla="*/ 2002084 h 2002084"/>
              <a:gd name="connsiteX1" fmla="*/ 19050 w 2943225"/>
              <a:gd name="connsiteY1" fmla="*/ 1411534 h 2002084"/>
              <a:gd name="connsiteX2" fmla="*/ 28575 w 2943225"/>
              <a:gd name="connsiteY2" fmla="*/ 868609 h 2002084"/>
              <a:gd name="connsiteX3" fmla="*/ 47625 w 2943225"/>
              <a:gd name="connsiteY3" fmla="*/ 411409 h 2002084"/>
              <a:gd name="connsiteX4" fmla="*/ 161925 w 2943225"/>
              <a:gd name="connsiteY4" fmla="*/ 144709 h 2002084"/>
              <a:gd name="connsiteX5" fmla="*/ 333375 w 2943225"/>
              <a:gd name="connsiteY5" fmla="*/ 1834 h 2002084"/>
              <a:gd name="connsiteX6" fmla="*/ 657225 w 2943225"/>
              <a:gd name="connsiteY6" fmla="*/ 239959 h 2002084"/>
              <a:gd name="connsiteX7" fmla="*/ 1247775 w 2943225"/>
              <a:gd name="connsiteY7" fmla="*/ 1211509 h 2002084"/>
              <a:gd name="connsiteX8" fmla="*/ 1790700 w 2943225"/>
              <a:gd name="connsiteY8" fmla="*/ 1735384 h 2002084"/>
              <a:gd name="connsiteX9" fmla="*/ 2943225 w 2943225"/>
              <a:gd name="connsiteY9" fmla="*/ 1983034 h 2002084"/>
              <a:gd name="connsiteX0" fmla="*/ 0 w 2943225"/>
              <a:gd name="connsiteY0" fmla="*/ 2000782 h 2000782"/>
              <a:gd name="connsiteX1" fmla="*/ 19050 w 2943225"/>
              <a:gd name="connsiteY1" fmla="*/ 1410232 h 2000782"/>
              <a:gd name="connsiteX2" fmla="*/ 28575 w 2943225"/>
              <a:gd name="connsiteY2" fmla="*/ 867307 h 2000782"/>
              <a:gd name="connsiteX3" fmla="*/ 47625 w 2943225"/>
              <a:gd name="connsiteY3" fmla="*/ 410107 h 2000782"/>
              <a:gd name="connsiteX4" fmla="*/ 161925 w 2943225"/>
              <a:gd name="connsiteY4" fmla="*/ 143407 h 2000782"/>
              <a:gd name="connsiteX5" fmla="*/ 333375 w 2943225"/>
              <a:gd name="connsiteY5" fmla="*/ 532 h 2000782"/>
              <a:gd name="connsiteX6" fmla="*/ 600075 w 2943225"/>
              <a:gd name="connsiteY6" fmla="*/ 191032 h 2000782"/>
              <a:gd name="connsiteX7" fmla="*/ 1247775 w 2943225"/>
              <a:gd name="connsiteY7" fmla="*/ 1210207 h 2000782"/>
              <a:gd name="connsiteX8" fmla="*/ 1790700 w 2943225"/>
              <a:gd name="connsiteY8" fmla="*/ 1734082 h 2000782"/>
              <a:gd name="connsiteX9" fmla="*/ 2943225 w 2943225"/>
              <a:gd name="connsiteY9" fmla="*/ 1981732 h 2000782"/>
              <a:gd name="connsiteX0" fmla="*/ 0 w 2943225"/>
              <a:gd name="connsiteY0" fmla="*/ 2000782 h 2000782"/>
              <a:gd name="connsiteX1" fmla="*/ 19050 w 2943225"/>
              <a:gd name="connsiteY1" fmla="*/ 1410232 h 2000782"/>
              <a:gd name="connsiteX2" fmla="*/ 28575 w 2943225"/>
              <a:gd name="connsiteY2" fmla="*/ 867307 h 2000782"/>
              <a:gd name="connsiteX3" fmla="*/ 47625 w 2943225"/>
              <a:gd name="connsiteY3" fmla="*/ 410107 h 2000782"/>
              <a:gd name="connsiteX4" fmla="*/ 161925 w 2943225"/>
              <a:gd name="connsiteY4" fmla="*/ 143407 h 2000782"/>
              <a:gd name="connsiteX5" fmla="*/ 333375 w 2943225"/>
              <a:gd name="connsiteY5" fmla="*/ 532 h 2000782"/>
              <a:gd name="connsiteX6" fmla="*/ 600075 w 2943225"/>
              <a:gd name="connsiteY6" fmla="*/ 191032 h 2000782"/>
              <a:gd name="connsiteX7" fmla="*/ 952500 w 2943225"/>
              <a:gd name="connsiteY7" fmla="*/ 1038757 h 2000782"/>
              <a:gd name="connsiteX8" fmla="*/ 1790700 w 2943225"/>
              <a:gd name="connsiteY8" fmla="*/ 1734082 h 2000782"/>
              <a:gd name="connsiteX9" fmla="*/ 2943225 w 2943225"/>
              <a:gd name="connsiteY9" fmla="*/ 1981732 h 2000782"/>
              <a:gd name="connsiteX0" fmla="*/ 0 w 2943225"/>
              <a:gd name="connsiteY0" fmla="*/ 2000417 h 2000417"/>
              <a:gd name="connsiteX1" fmla="*/ 19050 w 2943225"/>
              <a:gd name="connsiteY1" fmla="*/ 1409867 h 2000417"/>
              <a:gd name="connsiteX2" fmla="*/ 28575 w 2943225"/>
              <a:gd name="connsiteY2" fmla="*/ 866942 h 2000417"/>
              <a:gd name="connsiteX3" fmla="*/ 47625 w 2943225"/>
              <a:gd name="connsiteY3" fmla="*/ 409742 h 2000417"/>
              <a:gd name="connsiteX4" fmla="*/ 133350 w 2943225"/>
              <a:gd name="connsiteY4" fmla="*/ 162092 h 2000417"/>
              <a:gd name="connsiteX5" fmla="*/ 333375 w 2943225"/>
              <a:gd name="connsiteY5" fmla="*/ 167 h 2000417"/>
              <a:gd name="connsiteX6" fmla="*/ 600075 w 2943225"/>
              <a:gd name="connsiteY6" fmla="*/ 190667 h 2000417"/>
              <a:gd name="connsiteX7" fmla="*/ 952500 w 2943225"/>
              <a:gd name="connsiteY7" fmla="*/ 1038392 h 2000417"/>
              <a:gd name="connsiteX8" fmla="*/ 1790700 w 2943225"/>
              <a:gd name="connsiteY8" fmla="*/ 1733717 h 2000417"/>
              <a:gd name="connsiteX9" fmla="*/ 2943225 w 2943225"/>
              <a:gd name="connsiteY9" fmla="*/ 1981367 h 2000417"/>
              <a:gd name="connsiteX0" fmla="*/ 0 w 2943225"/>
              <a:gd name="connsiteY0" fmla="*/ 2000433 h 2000433"/>
              <a:gd name="connsiteX1" fmla="*/ 19050 w 2943225"/>
              <a:gd name="connsiteY1" fmla="*/ 1409883 h 2000433"/>
              <a:gd name="connsiteX2" fmla="*/ 28575 w 2943225"/>
              <a:gd name="connsiteY2" fmla="*/ 866958 h 2000433"/>
              <a:gd name="connsiteX3" fmla="*/ 47625 w 2943225"/>
              <a:gd name="connsiteY3" fmla="*/ 466908 h 2000433"/>
              <a:gd name="connsiteX4" fmla="*/ 133350 w 2943225"/>
              <a:gd name="connsiteY4" fmla="*/ 162108 h 2000433"/>
              <a:gd name="connsiteX5" fmla="*/ 333375 w 2943225"/>
              <a:gd name="connsiteY5" fmla="*/ 183 h 2000433"/>
              <a:gd name="connsiteX6" fmla="*/ 600075 w 2943225"/>
              <a:gd name="connsiteY6" fmla="*/ 190683 h 2000433"/>
              <a:gd name="connsiteX7" fmla="*/ 952500 w 2943225"/>
              <a:gd name="connsiteY7" fmla="*/ 1038408 h 2000433"/>
              <a:gd name="connsiteX8" fmla="*/ 1790700 w 2943225"/>
              <a:gd name="connsiteY8" fmla="*/ 1733733 h 2000433"/>
              <a:gd name="connsiteX9" fmla="*/ 2943225 w 2943225"/>
              <a:gd name="connsiteY9" fmla="*/ 1981383 h 2000433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952500 w 2943225"/>
              <a:gd name="connsiteY7" fmla="*/ 1038896 h 2000921"/>
              <a:gd name="connsiteX8" fmla="*/ 1790700 w 2943225"/>
              <a:gd name="connsiteY8" fmla="*/ 1734221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952500 w 2943225"/>
              <a:gd name="connsiteY7" fmla="*/ 1038896 h 2000921"/>
              <a:gd name="connsiteX8" fmla="*/ 1619250 w 2943225"/>
              <a:gd name="connsiteY8" fmla="*/ 1667546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952500 w 2943225"/>
              <a:gd name="connsiteY7" fmla="*/ 1038896 h 2000921"/>
              <a:gd name="connsiteX8" fmla="*/ 1400175 w 2943225"/>
              <a:gd name="connsiteY8" fmla="*/ 1572296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943225 w 2943225"/>
              <a:gd name="connsiteY9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38351 w 2943225"/>
              <a:gd name="connsiteY9" fmla="*/ 17723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38351 w 2943225"/>
              <a:gd name="connsiteY9" fmla="*/ 17723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104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104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104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104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057401 w 2943225"/>
              <a:gd name="connsiteY9" fmla="*/ 1848521 h 2000921"/>
              <a:gd name="connsiteX10" fmla="*/ 2943225 w 2943225"/>
              <a:gd name="connsiteY10" fmla="*/ 1981871 h 2000921"/>
              <a:gd name="connsiteX0" fmla="*/ 0 w 2943225"/>
              <a:gd name="connsiteY0" fmla="*/ 2000921 h 2000921"/>
              <a:gd name="connsiteX1" fmla="*/ 19050 w 2943225"/>
              <a:gd name="connsiteY1" fmla="*/ 1410371 h 2000921"/>
              <a:gd name="connsiteX2" fmla="*/ 28575 w 2943225"/>
              <a:gd name="connsiteY2" fmla="*/ 867446 h 2000921"/>
              <a:gd name="connsiteX3" fmla="*/ 47625 w 2943225"/>
              <a:gd name="connsiteY3" fmla="*/ 467396 h 2000921"/>
              <a:gd name="connsiteX4" fmla="*/ 133350 w 2943225"/>
              <a:gd name="connsiteY4" fmla="*/ 162596 h 2000921"/>
              <a:gd name="connsiteX5" fmla="*/ 333375 w 2943225"/>
              <a:gd name="connsiteY5" fmla="*/ 671 h 2000921"/>
              <a:gd name="connsiteX6" fmla="*/ 600075 w 2943225"/>
              <a:gd name="connsiteY6" fmla="*/ 219746 h 2000921"/>
              <a:gd name="connsiteX7" fmla="*/ 857250 w 2943225"/>
              <a:gd name="connsiteY7" fmla="*/ 857921 h 2000921"/>
              <a:gd name="connsiteX8" fmla="*/ 1400175 w 2943225"/>
              <a:gd name="connsiteY8" fmla="*/ 1572296 h 2000921"/>
              <a:gd name="connsiteX9" fmla="*/ 2143126 w 2943225"/>
              <a:gd name="connsiteY9" fmla="*/ 1867571 h 2000921"/>
              <a:gd name="connsiteX10" fmla="*/ 2943225 w 2943225"/>
              <a:gd name="connsiteY10" fmla="*/ 1981871 h 2000921"/>
              <a:gd name="connsiteX0" fmla="*/ 0 w 2952750"/>
              <a:gd name="connsiteY0" fmla="*/ 2000921 h 2010446"/>
              <a:gd name="connsiteX1" fmla="*/ 19050 w 2952750"/>
              <a:gd name="connsiteY1" fmla="*/ 1410371 h 2010446"/>
              <a:gd name="connsiteX2" fmla="*/ 28575 w 2952750"/>
              <a:gd name="connsiteY2" fmla="*/ 867446 h 2010446"/>
              <a:gd name="connsiteX3" fmla="*/ 47625 w 2952750"/>
              <a:gd name="connsiteY3" fmla="*/ 467396 h 2010446"/>
              <a:gd name="connsiteX4" fmla="*/ 133350 w 2952750"/>
              <a:gd name="connsiteY4" fmla="*/ 162596 h 2010446"/>
              <a:gd name="connsiteX5" fmla="*/ 333375 w 2952750"/>
              <a:gd name="connsiteY5" fmla="*/ 671 h 2010446"/>
              <a:gd name="connsiteX6" fmla="*/ 600075 w 2952750"/>
              <a:gd name="connsiteY6" fmla="*/ 219746 h 2010446"/>
              <a:gd name="connsiteX7" fmla="*/ 857250 w 2952750"/>
              <a:gd name="connsiteY7" fmla="*/ 857921 h 2010446"/>
              <a:gd name="connsiteX8" fmla="*/ 1400175 w 2952750"/>
              <a:gd name="connsiteY8" fmla="*/ 1572296 h 2010446"/>
              <a:gd name="connsiteX9" fmla="*/ 2143126 w 2952750"/>
              <a:gd name="connsiteY9" fmla="*/ 1867571 h 2010446"/>
              <a:gd name="connsiteX10" fmla="*/ 2952750 w 2952750"/>
              <a:gd name="connsiteY10" fmla="*/ 2010446 h 2010446"/>
              <a:gd name="connsiteX0" fmla="*/ 0 w 2924175"/>
              <a:gd name="connsiteY0" fmla="*/ 2000921 h 2000921"/>
              <a:gd name="connsiteX1" fmla="*/ 19050 w 2924175"/>
              <a:gd name="connsiteY1" fmla="*/ 1410371 h 2000921"/>
              <a:gd name="connsiteX2" fmla="*/ 28575 w 2924175"/>
              <a:gd name="connsiteY2" fmla="*/ 867446 h 2000921"/>
              <a:gd name="connsiteX3" fmla="*/ 47625 w 2924175"/>
              <a:gd name="connsiteY3" fmla="*/ 467396 h 2000921"/>
              <a:gd name="connsiteX4" fmla="*/ 133350 w 2924175"/>
              <a:gd name="connsiteY4" fmla="*/ 162596 h 2000921"/>
              <a:gd name="connsiteX5" fmla="*/ 333375 w 2924175"/>
              <a:gd name="connsiteY5" fmla="*/ 671 h 2000921"/>
              <a:gd name="connsiteX6" fmla="*/ 600075 w 2924175"/>
              <a:gd name="connsiteY6" fmla="*/ 219746 h 2000921"/>
              <a:gd name="connsiteX7" fmla="*/ 857250 w 2924175"/>
              <a:gd name="connsiteY7" fmla="*/ 857921 h 2000921"/>
              <a:gd name="connsiteX8" fmla="*/ 1400175 w 2924175"/>
              <a:gd name="connsiteY8" fmla="*/ 1572296 h 2000921"/>
              <a:gd name="connsiteX9" fmla="*/ 2143126 w 2924175"/>
              <a:gd name="connsiteY9" fmla="*/ 1867571 h 2000921"/>
              <a:gd name="connsiteX10" fmla="*/ 2924175 w 2924175"/>
              <a:gd name="connsiteY10" fmla="*/ 1991396 h 2000921"/>
              <a:gd name="connsiteX0" fmla="*/ 22491 w 2946666"/>
              <a:gd name="connsiteY0" fmla="*/ 2018264 h 2018264"/>
              <a:gd name="connsiteX1" fmla="*/ 41541 w 2946666"/>
              <a:gd name="connsiteY1" fmla="*/ 1427714 h 2018264"/>
              <a:gd name="connsiteX2" fmla="*/ 51066 w 2946666"/>
              <a:gd name="connsiteY2" fmla="*/ 884789 h 2018264"/>
              <a:gd name="connsiteX3" fmla="*/ 70116 w 2946666"/>
              <a:gd name="connsiteY3" fmla="*/ 484739 h 2018264"/>
              <a:gd name="connsiteX4" fmla="*/ 12966 w 2946666"/>
              <a:gd name="connsiteY4" fmla="*/ 65639 h 2018264"/>
              <a:gd name="connsiteX5" fmla="*/ 355866 w 2946666"/>
              <a:gd name="connsiteY5" fmla="*/ 18014 h 2018264"/>
              <a:gd name="connsiteX6" fmla="*/ 622566 w 2946666"/>
              <a:gd name="connsiteY6" fmla="*/ 237089 h 2018264"/>
              <a:gd name="connsiteX7" fmla="*/ 879741 w 2946666"/>
              <a:gd name="connsiteY7" fmla="*/ 875264 h 2018264"/>
              <a:gd name="connsiteX8" fmla="*/ 1422666 w 2946666"/>
              <a:gd name="connsiteY8" fmla="*/ 1589639 h 2018264"/>
              <a:gd name="connsiteX9" fmla="*/ 2165617 w 2946666"/>
              <a:gd name="connsiteY9" fmla="*/ 1884914 h 2018264"/>
              <a:gd name="connsiteX10" fmla="*/ 2946666 w 2946666"/>
              <a:gd name="connsiteY10" fmla="*/ 2008739 h 2018264"/>
              <a:gd name="connsiteX0" fmla="*/ 28065 w 2952240"/>
              <a:gd name="connsiteY0" fmla="*/ 2017834 h 2017834"/>
              <a:gd name="connsiteX1" fmla="*/ 47115 w 2952240"/>
              <a:gd name="connsiteY1" fmla="*/ 1427284 h 2017834"/>
              <a:gd name="connsiteX2" fmla="*/ 56640 w 2952240"/>
              <a:gd name="connsiteY2" fmla="*/ 884359 h 2017834"/>
              <a:gd name="connsiteX3" fmla="*/ 47115 w 2952240"/>
              <a:gd name="connsiteY3" fmla="*/ 474784 h 2017834"/>
              <a:gd name="connsiteX4" fmla="*/ 18540 w 2952240"/>
              <a:gd name="connsiteY4" fmla="*/ 65209 h 2017834"/>
              <a:gd name="connsiteX5" fmla="*/ 361440 w 2952240"/>
              <a:gd name="connsiteY5" fmla="*/ 17584 h 2017834"/>
              <a:gd name="connsiteX6" fmla="*/ 628140 w 2952240"/>
              <a:gd name="connsiteY6" fmla="*/ 236659 h 2017834"/>
              <a:gd name="connsiteX7" fmla="*/ 885315 w 2952240"/>
              <a:gd name="connsiteY7" fmla="*/ 874834 h 2017834"/>
              <a:gd name="connsiteX8" fmla="*/ 1428240 w 2952240"/>
              <a:gd name="connsiteY8" fmla="*/ 1589209 h 2017834"/>
              <a:gd name="connsiteX9" fmla="*/ 2171191 w 2952240"/>
              <a:gd name="connsiteY9" fmla="*/ 1884484 h 2017834"/>
              <a:gd name="connsiteX10" fmla="*/ 2952240 w 2952240"/>
              <a:gd name="connsiteY10" fmla="*/ 2008309 h 2017834"/>
              <a:gd name="connsiteX0" fmla="*/ 27386 w 2951561"/>
              <a:gd name="connsiteY0" fmla="*/ 2017834 h 2017834"/>
              <a:gd name="connsiteX1" fmla="*/ 46436 w 2951561"/>
              <a:gd name="connsiteY1" fmla="*/ 1427284 h 2017834"/>
              <a:gd name="connsiteX2" fmla="*/ 27386 w 2951561"/>
              <a:gd name="connsiteY2" fmla="*/ 884359 h 2017834"/>
              <a:gd name="connsiteX3" fmla="*/ 46436 w 2951561"/>
              <a:gd name="connsiteY3" fmla="*/ 474784 h 2017834"/>
              <a:gd name="connsiteX4" fmla="*/ 17861 w 2951561"/>
              <a:gd name="connsiteY4" fmla="*/ 65209 h 2017834"/>
              <a:gd name="connsiteX5" fmla="*/ 360761 w 2951561"/>
              <a:gd name="connsiteY5" fmla="*/ 17584 h 2017834"/>
              <a:gd name="connsiteX6" fmla="*/ 627461 w 2951561"/>
              <a:gd name="connsiteY6" fmla="*/ 236659 h 2017834"/>
              <a:gd name="connsiteX7" fmla="*/ 884636 w 2951561"/>
              <a:gd name="connsiteY7" fmla="*/ 874834 h 2017834"/>
              <a:gd name="connsiteX8" fmla="*/ 1427561 w 2951561"/>
              <a:gd name="connsiteY8" fmla="*/ 1589209 h 2017834"/>
              <a:gd name="connsiteX9" fmla="*/ 2170512 w 2951561"/>
              <a:gd name="connsiteY9" fmla="*/ 1884484 h 2017834"/>
              <a:gd name="connsiteX10" fmla="*/ 2951561 w 2951561"/>
              <a:gd name="connsiteY10" fmla="*/ 2008309 h 2017834"/>
              <a:gd name="connsiteX0" fmla="*/ 11230 w 2935405"/>
              <a:gd name="connsiteY0" fmla="*/ 2014361 h 2014361"/>
              <a:gd name="connsiteX1" fmla="*/ 30280 w 2935405"/>
              <a:gd name="connsiteY1" fmla="*/ 1423811 h 2014361"/>
              <a:gd name="connsiteX2" fmla="*/ 11230 w 2935405"/>
              <a:gd name="connsiteY2" fmla="*/ 880886 h 2014361"/>
              <a:gd name="connsiteX3" fmla="*/ 30280 w 2935405"/>
              <a:gd name="connsiteY3" fmla="*/ 471311 h 2014361"/>
              <a:gd name="connsiteX4" fmla="*/ 20755 w 2935405"/>
              <a:gd name="connsiteY4" fmla="*/ 71261 h 2014361"/>
              <a:gd name="connsiteX5" fmla="*/ 344605 w 2935405"/>
              <a:gd name="connsiteY5" fmla="*/ 14111 h 2014361"/>
              <a:gd name="connsiteX6" fmla="*/ 611305 w 2935405"/>
              <a:gd name="connsiteY6" fmla="*/ 233186 h 2014361"/>
              <a:gd name="connsiteX7" fmla="*/ 868480 w 2935405"/>
              <a:gd name="connsiteY7" fmla="*/ 871361 h 2014361"/>
              <a:gd name="connsiteX8" fmla="*/ 1411405 w 2935405"/>
              <a:gd name="connsiteY8" fmla="*/ 1585736 h 2014361"/>
              <a:gd name="connsiteX9" fmla="*/ 2154356 w 2935405"/>
              <a:gd name="connsiteY9" fmla="*/ 1881011 h 2014361"/>
              <a:gd name="connsiteX10" fmla="*/ 2935405 w 2935405"/>
              <a:gd name="connsiteY10" fmla="*/ 2004836 h 2014361"/>
              <a:gd name="connsiteX0" fmla="*/ 11230 w 2935405"/>
              <a:gd name="connsiteY0" fmla="*/ 2014361 h 2014361"/>
              <a:gd name="connsiteX1" fmla="*/ 11230 w 2935405"/>
              <a:gd name="connsiteY1" fmla="*/ 880886 h 2014361"/>
              <a:gd name="connsiteX2" fmla="*/ 30280 w 2935405"/>
              <a:gd name="connsiteY2" fmla="*/ 471311 h 2014361"/>
              <a:gd name="connsiteX3" fmla="*/ 20755 w 2935405"/>
              <a:gd name="connsiteY3" fmla="*/ 71261 h 2014361"/>
              <a:gd name="connsiteX4" fmla="*/ 344605 w 2935405"/>
              <a:gd name="connsiteY4" fmla="*/ 14111 h 2014361"/>
              <a:gd name="connsiteX5" fmla="*/ 611305 w 2935405"/>
              <a:gd name="connsiteY5" fmla="*/ 233186 h 2014361"/>
              <a:gd name="connsiteX6" fmla="*/ 868480 w 2935405"/>
              <a:gd name="connsiteY6" fmla="*/ 871361 h 2014361"/>
              <a:gd name="connsiteX7" fmla="*/ 1411405 w 2935405"/>
              <a:gd name="connsiteY7" fmla="*/ 1585736 h 2014361"/>
              <a:gd name="connsiteX8" fmla="*/ 2154356 w 2935405"/>
              <a:gd name="connsiteY8" fmla="*/ 1881011 h 2014361"/>
              <a:gd name="connsiteX9" fmla="*/ 2935405 w 2935405"/>
              <a:gd name="connsiteY9" fmla="*/ 2004836 h 2014361"/>
              <a:gd name="connsiteX0" fmla="*/ 11230 w 2935405"/>
              <a:gd name="connsiteY0" fmla="*/ 2014361 h 2014361"/>
              <a:gd name="connsiteX1" fmla="*/ 30280 w 2935405"/>
              <a:gd name="connsiteY1" fmla="*/ 471311 h 2014361"/>
              <a:gd name="connsiteX2" fmla="*/ 20755 w 2935405"/>
              <a:gd name="connsiteY2" fmla="*/ 71261 h 2014361"/>
              <a:gd name="connsiteX3" fmla="*/ 344605 w 2935405"/>
              <a:gd name="connsiteY3" fmla="*/ 14111 h 2014361"/>
              <a:gd name="connsiteX4" fmla="*/ 611305 w 2935405"/>
              <a:gd name="connsiteY4" fmla="*/ 233186 h 2014361"/>
              <a:gd name="connsiteX5" fmla="*/ 868480 w 2935405"/>
              <a:gd name="connsiteY5" fmla="*/ 871361 h 2014361"/>
              <a:gd name="connsiteX6" fmla="*/ 1411405 w 2935405"/>
              <a:gd name="connsiteY6" fmla="*/ 1585736 h 2014361"/>
              <a:gd name="connsiteX7" fmla="*/ 2154356 w 2935405"/>
              <a:gd name="connsiteY7" fmla="*/ 1881011 h 2014361"/>
              <a:gd name="connsiteX8" fmla="*/ 2935405 w 2935405"/>
              <a:gd name="connsiteY8" fmla="*/ 2004836 h 2014361"/>
              <a:gd name="connsiteX0" fmla="*/ 17387 w 2941562"/>
              <a:gd name="connsiteY0" fmla="*/ 2115051 h 2115051"/>
              <a:gd name="connsiteX1" fmla="*/ 26912 w 2941562"/>
              <a:gd name="connsiteY1" fmla="*/ 171951 h 2115051"/>
              <a:gd name="connsiteX2" fmla="*/ 350762 w 2941562"/>
              <a:gd name="connsiteY2" fmla="*/ 114801 h 2115051"/>
              <a:gd name="connsiteX3" fmla="*/ 617462 w 2941562"/>
              <a:gd name="connsiteY3" fmla="*/ 333876 h 2115051"/>
              <a:gd name="connsiteX4" fmla="*/ 874637 w 2941562"/>
              <a:gd name="connsiteY4" fmla="*/ 972051 h 2115051"/>
              <a:gd name="connsiteX5" fmla="*/ 1417562 w 2941562"/>
              <a:gd name="connsiteY5" fmla="*/ 1686426 h 2115051"/>
              <a:gd name="connsiteX6" fmla="*/ 2160513 w 2941562"/>
              <a:gd name="connsiteY6" fmla="*/ 1981701 h 2115051"/>
              <a:gd name="connsiteX7" fmla="*/ 2941562 w 2941562"/>
              <a:gd name="connsiteY7" fmla="*/ 2105526 h 2115051"/>
              <a:gd name="connsiteX0" fmla="*/ 22292 w 2946467"/>
              <a:gd name="connsiteY0" fmla="*/ 2002142 h 2002142"/>
              <a:gd name="connsiteX1" fmla="*/ 31817 w 2946467"/>
              <a:gd name="connsiteY1" fmla="*/ 59042 h 2002142"/>
              <a:gd name="connsiteX2" fmla="*/ 422342 w 2946467"/>
              <a:gd name="connsiteY2" fmla="*/ 478142 h 2002142"/>
              <a:gd name="connsiteX3" fmla="*/ 622367 w 2946467"/>
              <a:gd name="connsiteY3" fmla="*/ 220967 h 2002142"/>
              <a:gd name="connsiteX4" fmla="*/ 879542 w 2946467"/>
              <a:gd name="connsiteY4" fmla="*/ 859142 h 2002142"/>
              <a:gd name="connsiteX5" fmla="*/ 1422467 w 2946467"/>
              <a:gd name="connsiteY5" fmla="*/ 1573517 h 2002142"/>
              <a:gd name="connsiteX6" fmla="*/ 2165418 w 2946467"/>
              <a:gd name="connsiteY6" fmla="*/ 1868792 h 2002142"/>
              <a:gd name="connsiteX7" fmla="*/ 2946467 w 2946467"/>
              <a:gd name="connsiteY7" fmla="*/ 1992617 h 2002142"/>
              <a:gd name="connsiteX0" fmla="*/ 10153 w 2934328"/>
              <a:gd name="connsiteY0" fmla="*/ 2020062 h 2020062"/>
              <a:gd name="connsiteX1" fmla="*/ 38728 w 2934328"/>
              <a:gd name="connsiteY1" fmla="*/ 57912 h 2020062"/>
              <a:gd name="connsiteX2" fmla="*/ 410203 w 2934328"/>
              <a:gd name="connsiteY2" fmla="*/ 496062 h 2020062"/>
              <a:gd name="connsiteX3" fmla="*/ 610228 w 2934328"/>
              <a:gd name="connsiteY3" fmla="*/ 238887 h 2020062"/>
              <a:gd name="connsiteX4" fmla="*/ 867403 w 2934328"/>
              <a:gd name="connsiteY4" fmla="*/ 877062 h 2020062"/>
              <a:gd name="connsiteX5" fmla="*/ 1410328 w 2934328"/>
              <a:gd name="connsiteY5" fmla="*/ 1591437 h 2020062"/>
              <a:gd name="connsiteX6" fmla="*/ 2153279 w 2934328"/>
              <a:gd name="connsiteY6" fmla="*/ 1886712 h 2020062"/>
              <a:gd name="connsiteX7" fmla="*/ 2934328 w 2934328"/>
              <a:gd name="connsiteY7" fmla="*/ 2010537 h 2020062"/>
              <a:gd name="connsiteX0" fmla="*/ 0 w 2924175"/>
              <a:gd name="connsiteY0" fmla="*/ 2016852 h 2016852"/>
              <a:gd name="connsiteX1" fmla="*/ 28575 w 2924175"/>
              <a:gd name="connsiteY1" fmla="*/ 54702 h 2016852"/>
              <a:gd name="connsiteX2" fmla="*/ 400050 w 2924175"/>
              <a:gd name="connsiteY2" fmla="*/ 492852 h 2016852"/>
              <a:gd name="connsiteX3" fmla="*/ 600075 w 2924175"/>
              <a:gd name="connsiteY3" fmla="*/ 235677 h 2016852"/>
              <a:gd name="connsiteX4" fmla="*/ 857250 w 2924175"/>
              <a:gd name="connsiteY4" fmla="*/ 873852 h 2016852"/>
              <a:gd name="connsiteX5" fmla="*/ 1400175 w 2924175"/>
              <a:gd name="connsiteY5" fmla="*/ 1588227 h 2016852"/>
              <a:gd name="connsiteX6" fmla="*/ 2143126 w 2924175"/>
              <a:gd name="connsiteY6" fmla="*/ 1883502 h 2016852"/>
              <a:gd name="connsiteX7" fmla="*/ 2924175 w 2924175"/>
              <a:gd name="connsiteY7" fmla="*/ 2007327 h 2016852"/>
              <a:gd name="connsiteX0" fmla="*/ 0 w 2924175"/>
              <a:gd name="connsiteY0" fmla="*/ 2016852 h 2016852"/>
              <a:gd name="connsiteX1" fmla="*/ 9525 w 2924175"/>
              <a:gd name="connsiteY1" fmla="*/ 54702 h 2016852"/>
              <a:gd name="connsiteX2" fmla="*/ 400050 w 2924175"/>
              <a:gd name="connsiteY2" fmla="*/ 492852 h 2016852"/>
              <a:gd name="connsiteX3" fmla="*/ 600075 w 2924175"/>
              <a:gd name="connsiteY3" fmla="*/ 235677 h 2016852"/>
              <a:gd name="connsiteX4" fmla="*/ 857250 w 2924175"/>
              <a:gd name="connsiteY4" fmla="*/ 873852 h 2016852"/>
              <a:gd name="connsiteX5" fmla="*/ 1400175 w 2924175"/>
              <a:gd name="connsiteY5" fmla="*/ 1588227 h 2016852"/>
              <a:gd name="connsiteX6" fmla="*/ 2143126 w 2924175"/>
              <a:gd name="connsiteY6" fmla="*/ 1883502 h 2016852"/>
              <a:gd name="connsiteX7" fmla="*/ 2924175 w 2924175"/>
              <a:gd name="connsiteY7" fmla="*/ 2007327 h 2016852"/>
              <a:gd name="connsiteX0" fmla="*/ 11806 w 2935981"/>
              <a:gd name="connsiteY0" fmla="*/ 2044354 h 2044354"/>
              <a:gd name="connsiteX1" fmla="*/ 21331 w 2935981"/>
              <a:gd name="connsiteY1" fmla="*/ 82204 h 2044354"/>
              <a:gd name="connsiteX2" fmla="*/ 268981 w 2935981"/>
              <a:gd name="connsiteY2" fmla="*/ 358429 h 2044354"/>
              <a:gd name="connsiteX3" fmla="*/ 611881 w 2935981"/>
              <a:gd name="connsiteY3" fmla="*/ 263179 h 2044354"/>
              <a:gd name="connsiteX4" fmla="*/ 869056 w 2935981"/>
              <a:gd name="connsiteY4" fmla="*/ 901354 h 2044354"/>
              <a:gd name="connsiteX5" fmla="*/ 1411981 w 2935981"/>
              <a:gd name="connsiteY5" fmla="*/ 1615729 h 2044354"/>
              <a:gd name="connsiteX6" fmla="*/ 2154932 w 2935981"/>
              <a:gd name="connsiteY6" fmla="*/ 1911004 h 2044354"/>
              <a:gd name="connsiteX7" fmla="*/ 2935981 w 2935981"/>
              <a:gd name="connsiteY7" fmla="*/ 2034829 h 204435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69056 w 2935981"/>
              <a:gd name="connsiteY4" fmla="*/ 913214 h 2056214"/>
              <a:gd name="connsiteX5" fmla="*/ 1411981 w 2935981"/>
              <a:gd name="connsiteY5" fmla="*/ 162758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945256 w 2935981"/>
              <a:gd name="connsiteY4" fmla="*/ 1256114 h 2056214"/>
              <a:gd name="connsiteX5" fmla="*/ 1411981 w 2935981"/>
              <a:gd name="connsiteY5" fmla="*/ 162758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88106 w 2935981"/>
              <a:gd name="connsiteY4" fmla="*/ 1313264 h 2056214"/>
              <a:gd name="connsiteX5" fmla="*/ 1411981 w 2935981"/>
              <a:gd name="connsiteY5" fmla="*/ 162758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88106 w 2935981"/>
              <a:gd name="connsiteY4" fmla="*/ 1313264 h 2056214"/>
              <a:gd name="connsiteX5" fmla="*/ 1411981 w 2935981"/>
              <a:gd name="connsiteY5" fmla="*/ 162758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88106 w 2935981"/>
              <a:gd name="connsiteY4" fmla="*/ 1313264 h 2056214"/>
              <a:gd name="connsiteX5" fmla="*/ 1335781 w 2935981"/>
              <a:gd name="connsiteY5" fmla="*/ 164663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11806 w 2935981"/>
              <a:gd name="connsiteY0" fmla="*/ 2056214 h 2056214"/>
              <a:gd name="connsiteX1" fmla="*/ 21331 w 2935981"/>
              <a:gd name="connsiteY1" fmla="*/ 94064 h 2056214"/>
              <a:gd name="connsiteX2" fmla="*/ 268981 w 2935981"/>
              <a:gd name="connsiteY2" fmla="*/ 370289 h 2056214"/>
              <a:gd name="connsiteX3" fmla="*/ 573781 w 2935981"/>
              <a:gd name="connsiteY3" fmla="*/ 884639 h 2056214"/>
              <a:gd name="connsiteX4" fmla="*/ 888106 w 2935981"/>
              <a:gd name="connsiteY4" fmla="*/ 1313264 h 2056214"/>
              <a:gd name="connsiteX5" fmla="*/ 1335781 w 2935981"/>
              <a:gd name="connsiteY5" fmla="*/ 1646639 h 2056214"/>
              <a:gd name="connsiteX6" fmla="*/ 2154932 w 2935981"/>
              <a:gd name="connsiteY6" fmla="*/ 1922864 h 2056214"/>
              <a:gd name="connsiteX7" fmla="*/ 2935981 w 2935981"/>
              <a:gd name="connsiteY7" fmla="*/ 2046689 h 2056214"/>
              <a:gd name="connsiteX0" fmla="*/ 0 w 2914650"/>
              <a:gd name="connsiteY0" fmla="*/ 94064 h 2046689"/>
              <a:gd name="connsiteX1" fmla="*/ 247650 w 2914650"/>
              <a:gd name="connsiteY1" fmla="*/ 370289 h 2046689"/>
              <a:gd name="connsiteX2" fmla="*/ 552450 w 2914650"/>
              <a:gd name="connsiteY2" fmla="*/ 884639 h 2046689"/>
              <a:gd name="connsiteX3" fmla="*/ 866775 w 2914650"/>
              <a:gd name="connsiteY3" fmla="*/ 1313264 h 2046689"/>
              <a:gd name="connsiteX4" fmla="*/ 1314450 w 2914650"/>
              <a:gd name="connsiteY4" fmla="*/ 1646639 h 2046689"/>
              <a:gd name="connsiteX5" fmla="*/ 2133601 w 2914650"/>
              <a:gd name="connsiteY5" fmla="*/ 1922864 h 2046689"/>
              <a:gd name="connsiteX6" fmla="*/ 2914650 w 2914650"/>
              <a:gd name="connsiteY6" fmla="*/ 2046689 h 2046689"/>
              <a:gd name="connsiteX0" fmla="*/ 0 w 2667000"/>
              <a:gd name="connsiteY0" fmla="*/ 0 h 1676400"/>
              <a:gd name="connsiteX1" fmla="*/ 304800 w 2667000"/>
              <a:gd name="connsiteY1" fmla="*/ 514350 h 1676400"/>
              <a:gd name="connsiteX2" fmla="*/ 619125 w 2667000"/>
              <a:gd name="connsiteY2" fmla="*/ 942975 h 1676400"/>
              <a:gd name="connsiteX3" fmla="*/ 1066800 w 2667000"/>
              <a:gd name="connsiteY3" fmla="*/ 1276350 h 1676400"/>
              <a:gd name="connsiteX4" fmla="*/ 1885951 w 2667000"/>
              <a:gd name="connsiteY4" fmla="*/ 1552575 h 1676400"/>
              <a:gd name="connsiteX5" fmla="*/ 2667000 w 2667000"/>
              <a:gd name="connsiteY5" fmla="*/ 1676400 h 1676400"/>
              <a:gd name="connsiteX0" fmla="*/ 0 w 2667000"/>
              <a:gd name="connsiteY0" fmla="*/ 0 h 1866900"/>
              <a:gd name="connsiteX1" fmla="*/ 304800 w 2667000"/>
              <a:gd name="connsiteY1" fmla="*/ 704850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304800 w 2667000"/>
              <a:gd name="connsiteY1" fmla="*/ 704850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304800 w 2667000"/>
              <a:gd name="connsiteY1" fmla="*/ 704850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67000"/>
              <a:gd name="connsiteY0" fmla="*/ 0 h 1866900"/>
              <a:gd name="connsiteX1" fmla="*/ 304800 w 2667000"/>
              <a:gd name="connsiteY1" fmla="*/ 704850 h 1866900"/>
              <a:gd name="connsiteX2" fmla="*/ 619125 w 2667000"/>
              <a:gd name="connsiteY2" fmla="*/ 1133475 h 1866900"/>
              <a:gd name="connsiteX3" fmla="*/ 1066800 w 2667000"/>
              <a:gd name="connsiteY3" fmla="*/ 1466850 h 1866900"/>
              <a:gd name="connsiteX4" fmla="*/ 1885951 w 2667000"/>
              <a:gd name="connsiteY4" fmla="*/ 1743075 h 1866900"/>
              <a:gd name="connsiteX5" fmla="*/ 2667000 w 2667000"/>
              <a:gd name="connsiteY5" fmla="*/ 1866900 h 1866900"/>
              <a:gd name="connsiteX0" fmla="*/ 0 w 2647950"/>
              <a:gd name="connsiteY0" fmla="*/ 0 h 1866900"/>
              <a:gd name="connsiteX1" fmla="*/ 304800 w 2647950"/>
              <a:gd name="connsiteY1" fmla="*/ 704850 h 1866900"/>
              <a:gd name="connsiteX2" fmla="*/ 619125 w 2647950"/>
              <a:gd name="connsiteY2" fmla="*/ 1133475 h 1866900"/>
              <a:gd name="connsiteX3" fmla="*/ 1066800 w 2647950"/>
              <a:gd name="connsiteY3" fmla="*/ 1466850 h 1866900"/>
              <a:gd name="connsiteX4" fmla="*/ 1885951 w 2647950"/>
              <a:gd name="connsiteY4" fmla="*/ 1743075 h 1866900"/>
              <a:gd name="connsiteX5" fmla="*/ 2647950 w 2647950"/>
              <a:gd name="connsiteY5" fmla="*/ 1866900 h 1866900"/>
              <a:gd name="connsiteX0" fmla="*/ 0 w 1885951"/>
              <a:gd name="connsiteY0" fmla="*/ 0 h 1743075"/>
              <a:gd name="connsiteX1" fmla="*/ 304800 w 1885951"/>
              <a:gd name="connsiteY1" fmla="*/ 704850 h 1743075"/>
              <a:gd name="connsiteX2" fmla="*/ 619125 w 1885951"/>
              <a:gd name="connsiteY2" fmla="*/ 1133475 h 1743075"/>
              <a:gd name="connsiteX3" fmla="*/ 1066800 w 1885951"/>
              <a:gd name="connsiteY3" fmla="*/ 1466850 h 1743075"/>
              <a:gd name="connsiteX4" fmla="*/ 1885951 w 1885951"/>
              <a:gd name="connsiteY4" fmla="*/ 1743075 h 1743075"/>
              <a:gd name="connsiteX0" fmla="*/ 0 w 1828801"/>
              <a:gd name="connsiteY0" fmla="*/ 0 h 1877993"/>
              <a:gd name="connsiteX1" fmla="*/ 304800 w 1828801"/>
              <a:gd name="connsiteY1" fmla="*/ 704850 h 1877993"/>
              <a:gd name="connsiteX2" fmla="*/ 619125 w 1828801"/>
              <a:gd name="connsiteY2" fmla="*/ 1133475 h 1877993"/>
              <a:gd name="connsiteX3" fmla="*/ 1066800 w 1828801"/>
              <a:gd name="connsiteY3" fmla="*/ 1466850 h 1877993"/>
              <a:gd name="connsiteX4" fmla="*/ 1828801 w 1828801"/>
              <a:gd name="connsiteY4" fmla="*/ 1877993 h 1877993"/>
              <a:gd name="connsiteX0" fmla="*/ 0 w 1828801"/>
              <a:gd name="connsiteY0" fmla="*/ 0 h 1877993"/>
              <a:gd name="connsiteX1" fmla="*/ 304800 w 1828801"/>
              <a:gd name="connsiteY1" fmla="*/ 704850 h 1877993"/>
              <a:gd name="connsiteX2" fmla="*/ 619125 w 1828801"/>
              <a:gd name="connsiteY2" fmla="*/ 1133475 h 1877993"/>
              <a:gd name="connsiteX3" fmla="*/ 1000125 w 1828801"/>
              <a:gd name="connsiteY3" fmla="*/ 1505399 h 1877993"/>
              <a:gd name="connsiteX4" fmla="*/ 1828801 w 1828801"/>
              <a:gd name="connsiteY4" fmla="*/ 1877993 h 1877993"/>
              <a:gd name="connsiteX0" fmla="*/ 0 w 1828801"/>
              <a:gd name="connsiteY0" fmla="*/ 0 h 1877993"/>
              <a:gd name="connsiteX1" fmla="*/ 286777 w 1828801"/>
              <a:gd name="connsiteY1" fmla="*/ 654961 h 1877993"/>
              <a:gd name="connsiteX2" fmla="*/ 619125 w 1828801"/>
              <a:gd name="connsiteY2" fmla="*/ 1133475 h 1877993"/>
              <a:gd name="connsiteX3" fmla="*/ 1000125 w 1828801"/>
              <a:gd name="connsiteY3" fmla="*/ 1505399 h 1877993"/>
              <a:gd name="connsiteX4" fmla="*/ 1828801 w 1828801"/>
              <a:gd name="connsiteY4" fmla="*/ 1877993 h 1877993"/>
              <a:gd name="connsiteX0" fmla="*/ 0 w 1828801"/>
              <a:gd name="connsiteY0" fmla="*/ 0 h 1877993"/>
              <a:gd name="connsiteX1" fmla="*/ 286777 w 1828801"/>
              <a:gd name="connsiteY1" fmla="*/ 654961 h 1877993"/>
              <a:gd name="connsiteX2" fmla="*/ 583079 w 1828801"/>
              <a:gd name="connsiteY2" fmla="*/ 1108531 h 1877993"/>
              <a:gd name="connsiteX3" fmla="*/ 1000125 w 1828801"/>
              <a:gd name="connsiteY3" fmla="*/ 1505399 h 1877993"/>
              <a:gd name="connsiteX4" fmla="*/ 1828801 w 1828801"/>
              <a:gd name="connsiteY4" fmla="*/ 1877993 h 1877993"/>
              <a:gd name="connsiteX0" fmla="*/ 0 w 1828801"/>
              <a:gd name="connsiteY0" fmla="*/ 0 h 1877993"/>
              <a:gd name="connsiteX1" fmla="*/ 286777 w 1828801"/>
              <a:gd name="connsiteY1" fmla="*/ 654961 h 1877993"/>
              <a:gd name="connsiteX2" fmla="*/ 583079 w 1828801"/>
              <a:gd name="connsiteY2" fmla="*/ 1108531 h 1877993"/>
              <a:gd name="connsiteX3" fmla="*/ 1108265 w 1828801"/>
              <a:gd name="connsiteY3" fmla="*/ 1567759 h 1877993"/>
              <a:gd name="connsiteX4" fmla="*/ 1828801 w 1828801"/>
              <a:gd name="connsiteY4" fmla="*/ 1877993 h 1877993"/>
              <a:gd name="connsiteX0" fmla="*/ 0 w 1828801"/>
              <a:gd name="connsiteY0" fmla="*/ 0 h 1877993"/>
              <a:gd name="connsiteX1" fmla="*/ 286777 w 1828801"/>
              <a:gd name="connsiteY1" fmla="*/ 654961 h 1877993"/>
              <a:gd name="connsiteX2" fmla="*/ 583079 w 1828801"/>
              <a:gd name="connsiteY2" fmla="*/ 1108531 h 1877993"/>
              <a:gd name="connsiteX3" fmla="*/ 1099254 w 1828801"/>
              <a:gd name="connsiteY3" fmla="*/ 1517871 h 1877993"/>
              <a:gd name="connsiteX4" fmla="*/ 1828801 w 1828801"/>
              <a:gd name="connsiteY4" fmla="*/ 1877993 h 1877993"/>
              <a:gd name="connsiteX0" fmla="*/ 0 w 1828801"/>
              <a:gd name="connsiteY0" fmla="*/ 0 h 1877993"/>
              <a:gd name="connsiteX1" fmla="*/ 259742 w 1828801"/>
              <a:gd name="connsiteY1" fmla="*/ 642587 h 1877993"/>
              <a:gd name="connsiteX2" fmla="*/ 583079 w 1828801"/>
              <a:gd name="connsiteY2" fmla="*/ 1108531 h 1877993"/>
              <a:gd name="connsiteX3" fmla="*/ 1099254 w 1828801"/>
              <a:gd name="connsiteY3" fmla="*/ 1517871 h 1877993"/>
              <a:gd name="connsiteX4" fmla="*/ 1828801 w 1828801"/>
              <a:gd name="connsiteY4" fmla="*/ 1877993 h 1877993"/>
              <a:gd name="connsiteX0" fmla="*/ 0 w 1828801"/>
              <a:gd name="connsiteY0" fmla="*/ 0 h 1877993"/>
              <a:gd name="connsiteX1" fmla="*/ 259742 w 1828801"/>
              <a:gd name="connsiteY1" fmla="*/ 642587 h 1877993"/>
              <a:gd name="connsiteX2" fmla="*/ 583079 w 1828801"/>
              <a:gd name="connsiteY2" fmla="*/ 1108531 h 1877993"/>
              <a:gd name="connsiteX3" fmla="*/ 1027161 w 1828801"/>
              <a:gd name="connsiteY3" fmla="*/ 1517871 h 1877993"/>
              <a:gd name="connsiteX4" fmla="*/ 1828801 w 1828801"/>
              <a:gd name="connsiteY4" fmla="*/ 1877993 h 1877993"/>
              <a:gd name="connsiteX0" fmla="*/ 0 w 1828801"/>
              <a:gd name="connsiteY0" fmla="*/ 0 h 1877993"/>
              <a:gd name="connsiteX1" fmla="*/ 259742 w 1828801"/>
              <a:gd name="connsiteY1" fmla="*/ 642587 h 1877993"/>
              <a:gd name="connsiteX2" fmla="*/ 583079 w 1828801"/>
              <a:gd name="connsiteY2" fmla="*/ 1108531 h 1877993"/>
              <a:gd name="connsiteX3" fmla="*/ 1027161 w 1828801"/>
              <a:gd name="connsiteY3" fmla="*/ 1517871 h 1877993"/>
              <a:gd name="connsiteX4" fmla="*/ 1828801 w 1828801"/>
              <a:gd name="connsiteY4" fmla="*/ 1877993 h 187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1" h="1877993">
                <a:moveTo>
                  <a:pt x="0" y="0"/>
                </a:moveTo>
                <a:cubicBezTo>
                  <a:pt x="101600" y="369887"/>
                  <a:pt x="162562" y="457832"/>
                  <a:pt x="259742" y="642587"/>
                </a:cubicBezTo>
                <a:cubicBezTo>
                  <a:pt x="356922" y="827342"/>
                  <a:pt x="455176" y="962651"/>
                  <a:pt x="583079" y="1108531"/>
                </a:cubicBezTo>
                <a:cubicBezTo>
                  <a:pt x="710982" y="1254411"/>
                  <a:pt x="830311" y="1365471"/>
                  <a:pt x="1027161" y="1517871"/>
                </a:cubicBezTo>
                <a:cubicBezTo>
                  <a:pt x="1320287" y="1722622"/>
                  <a:pt x="1533526" y="1819256"/>
                  <a:pt x="1828801" y="1877993"/>
                </a:cubicBezTo>
              </a:path>
            </a:pathLst>
          </a:custGeom>
          <a:noFill/>
          <a:ln>
            <a:solidFill>
              <a:srgbClr val="FF00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A6E5C58-08EC-A1A2-C85C-F9FCD24F7F08}"/>
              </a:ext>
            </a:extLst>
          </p:cNvPr>
          <p:cNvSpPr txBox="1"/>
          <p:nvPr/>
        </p:nvSpPr>
        <p:spPr>
          <a:xfrm rot="16200000">
            <a:off x="674670" y="1621597"/>
            <a:ext cx="18772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Probability density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01B7001-0D8F-D179-0E4A-1EF9FEF622E2}"/>
              </a:ext>
            </a:extLst>
          </p:cNvPr>
          <p:cNvSpPr txBox="1"/>
          <p:nvPr/>
        </p:nvSpPr>
        <p:spPr>
          <a:xfrm>
            <a:off x="1721012" y="3074422"/>
            <a:ext cx="24027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3333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Rainfall (mm/24h)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0F7001D-92F6-7150-5535-6FD7A71A1F8A}"/>
              </a:ext>
            </a:extLst>
          </p:cNvPr>
          <p:cNvSpPr txBox="1"/>
          <p:nvPr/>
        </p:nvSpPr>
        <p:spPr>
          <a:xfrm>
            <a:off x="135508" y="393237"/>
            <a:ext cx="1130402" cy="510778"/>
          </a:xfrm>
          <a:prstGeom prst="round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(a)</a:t>
            </a:r>
          </a:p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RESOLUTION OF RAINFALL ESTIMATES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DC3BEB2-454E-19A7-92A3-DDCA65962411}"/>
              </a:ext>
            </a:extLst>
          </p:cNvPr>
          <p:cNvSpPr txBox="1"/>
          <p:nvPr/>
        </p:nvSpPr>
        <p:spPr>
          <a:xfrm rot="16200000">
            <a:off x="-450857" y="1328275"/>
            <a:ext cx="105561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POINT-SCALE</a:t>
            </a:r>
            <a:endParaRPr lang="en-GB" sz="800" dirty="0">
              <a:solidFill>
                <a:srgbClr val="009999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B38647C-70D0-6445-AB69-5A2BD90B5B93}"/>
              </a:ext>
            </a:extLst>
          </p:cNvPr>
          <p:cNvSpPr txBox="1"/>
          <p:nvPr/>
        </p:nvSpPr>
        <p:spPr>
          <a:xfrm rot="16200000">
            <a:off x="-206472" y="2522710"/>
            <a:ext cx="56684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GRIDDED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2FAA06D-DDE9-2ADD-747D-C3C50786AE5C}"/>
              </a:ext>
            </a:extLst>
          </p:cNvPr>
          <p:cNvSpPr txBox="1"/>
          <p:nvPr/>
        </p:nvSpPr>
        <p:spPr>
          <a:xfrm>
            <a:off x="167277" y="908192"/>
            <a:ext cx="1066865" cy="1170980"/>
          </a:xfrm>
          <a:prstGeom prst="roundRect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Historical point-scale observations</a:t>
            </a:r>
          </a:p>
          <a:p>
            <a:pPr algn="ctr"/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(from rain gauges or rada-derived)</a:t>
            </a:r>
          </a:p>
          <a:p>
            <a:pPr algn="ctr"/>
            <a:endParaRPr lang="en-US" sz="400" dirty="0">
              <a:solidFill>
                <a:srgbClr val="009999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</a:t>
            </a:r>
          </a:p>
          <a:p>
            <a:pPr algn="ctr"/>
            <a:endParaRPr lang="en-US" sz="400" dirty="0">
              <a:solidFill>
                <a:srgbClr val="009999"/>
              </a:solidFill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algn="ctr"/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ERA5-ecPoint rainfall estimates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8BC306-006D-A3D2-5976-61D8BD14E1ED}"/>
              </a:ext>
            </a:extLst>
          </p:cNvPr>
          <p:cNvSpPr txBox="1"/>
          <p:nvPr/>
        </p:nvSpPr>
        <p:spPr>
          <a:xfrm>
            <a:off x="167277" y="2375043"/>
            <a:ext cx="1066865" cy="510778"/>
          </a:xfrm>
          <a:prstGeom prst="roundRect">
            <a:avLst/>
          </a:prstGeom>
          <a:noFill/>
          <a:ln w="3175"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Gridded blended or modelled rainfall estimates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F18C9BE-530D-994A-B6AE-7647993A9132}"/>
              </a:ext>
            </a:extLst>
          </p:cNvPr>
          <p:cNvSpPr txBox="1"/>
          <p:nvPr/>
        </p:nvSpPr>
        <p:spPr>
          <a:xfrm>
            <a:off x="75912" y="2067266"/>
            <a:ext cx="1249595" cy="238363"/>
          </a:xfrm>
          <a:prstGeom prst="round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or</a:t>
            </a:r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D081A298-D89E-4F14-807F-07EE788B2A87}"/>
              </a:ext>
            </a:extLst>
          </p:cNvPr>
          <p:cNvCxnSpPr>
            <a:cxnSpLocks/>
          </p:cNvCxnSpPr>
          <p:nvPr/>
        </p:nvCxnSpPr>
        <p:spPr>
          <a:xfrm flipV="1">
            <a:off x="1315074" y="1435995"/>
            <a:ext cx="180000" cy="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7302B89-6C7B-52DB-96D7-A5011A21FE72}"/>
              </a:ext>
            </a:extLst>
          </p:cNvPr>
          <p:cNvCxnSpPr>
            <a:cxnSpLocks/>
          </p:cNvCxnSpPr>
          <p:nvPr/>
        </p:nvCxnSpPr>
        <p:spPr>
          <a:xfrm flipV="1">
            <a:off x="1315074" y="2630431"/>
            <a:ext cx="180000" cy="2"/>
          </a:xfrm>
          <a:prstGeom prst="straightConnector1">
            <a:avLst/>
          </a:prstGeom>
          <a:ln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>
            <a:extLst>
              <a:ext uri="{FF2B5EF4-FFF2-40B4-BE49-F238E27FC236}">
                <a16:creationId xmlns:a16="http://schemas.microsoft.com/office/drawing/2014/main" id="{58424FDA-F2C3-DE63-F21C-6772F8B5B8F6}"/>
              </a:ext>
            </a:extLst>
          </p:cNvPr>
          <p:cNvSpPr txBox="1"/>
          <p:nvPr/>
        </p:nvSpPr>
        <p:spPr>
          <a:xfrm>
            <a:off x="2093284" y="2678036"/>
            <a:ext cx="1176943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(Gridded)</a:t>
            </a:r>
          </a:p>
          <a:p>
            <a:pPr algn="ctr"/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verifying rainfall threshold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7B54E3B-E7AB-A677-EEA0-DB017D160EC5}"/>
              </a:ext>
            </a:extLst>
          </p:cNvPr>
          <p:cNvSpPr txBox="1"/>
          <p:nvPr/>
        </p:nvSpPr>
        <p:spPr>
          <a:xfrm>
            <a:off x="3090514" y="2668717"/>
            <a:ext cx="1176943" cy="461665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(Point)</a:t>
            </a:r>
          </a:p>
          <a:p>
            <a:pPr algn="ctr"/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verifying rainfall threshold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3D9ADA3-A60D-E106-EE13-5467D5692F2F}"/>
              </a:ext>
            </a:extLst>
          </p:cNvPr>
          <p:cNvSpPr txBox="1"/>
          <p:nvPr/>
        </p:nvSpPr>
        <p:spPr>
          <a:xfrm>
            <a:off x="1721013" y="393237"/>
            <a:ext cx="2419188" cy="510778"/>
          </a:xfrm>
          <a:prstGeom prst="round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(b)</a:t>
            </a:r>
          </a:p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TYPES OF RAINFALL DISTRIBUTIONS BASED ON THE RAINFALL ESTIMATES’ SPATIAL RESOLUTION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6D8D8F3-3619-BEB6-47D9-A78EC9897308}"/>
              </a:ext>
            </a:extLst>
          </p:cNvPr>
          <p:cNvSpPr txBox="1"/>
          <p:nvPr/>
        </p:nvSpPr>
        <p:spPr>
          <a:xfrm>
            <a:off x="2952980" y="2806395"/>
            <a:ext cx="454781" cy="238363"/>
          </a:xfrm>
          <a:prstGeom prst="round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&lt;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2F7AE519-2885-2AE0-032C-CD88933B2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172" y="767810"/>
            <a:ext cx="2465361" cy="1938130"/>
          </a:xfrm>
          <a:prstGeom prst="rect">
            <a:avLst/>
          </a:prstGeom>
        </p:spPr>
      </p:pic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7ABC4DD-2A8C-488F-1B5F-46EB12ECAFC1}"/>
              </a:ext>
            </a:extLst>
          </p:cNvPr>
          <p:cNvCxnSpPr>
            <a:cxnSpLocks/>
          </p:cNvCxnSpPr>
          <p:nvPr/>
        </p:nvCxnSpPr>
        <p:spPr>
          <a:xfrm flipV="1">
            <a:off x="3678985" y="1541069"/>
            <a:ext cx="0" cy="1126873"/>
          </a:xfrm>
          <a:prstGeom prst="line">
            <a:avLst/>
          </a:prstGeom>
          <a:ln w="3175">
            <a:solidFill>
              <a:srgbClr val="009999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D32BA22B-09F7-81CF-C7D2-96180B319A88}"/>
              </a:ext>
            </a:extLst>
          </p:cNvPr>
          <p:cNvCxnSpPr>
            <a:cxnSpLocks/>
          </p:cNvCxnSpPr>
          <p:nvPr/>
        </p:nvCxnSpPr>
        <p:spPr>
          <a:xfrm flipV="1">
            <a:off x="2681755" y="1541069"/>
            <a:ext cx="0" cy="1126873"/>
          </a:xfrm>
          <a:prstGeom prst="line">
            <a:avLst/>
          </a:prstGeom>
          <a:ln w="3175">
            <a:solidFill>
              <a:srgbClr val="FF0066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86B2EB7-D95B-7FBE-8B82-B63C263B90EB}"/>
              </a:ext>
            </a:extLst>
          </p:cNvPr>
          <p:cNvSpPr txBox="1"/>
          <p:nvPr/>
        </p:nvSpPr>
        <p:spPr>
          <a:xfrm>
            <a:off x="2095030" y="1202515"/>
            <a:ext cx="1176943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US" sz="800" baseline="300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percentile</a:t>
            </a:r>
          </a:p>
          <a:p>
            <a:pPr algn="ctr"/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(e.g., 99</a:t>
            </a:r>
            <a:r>
              <a:rPr lang="en-US" sz="800" baseline="300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800" dirty="0">
                <a:solidFill>
                  <a:srgbClr val="FF0066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E62392E-CD69-DD91-20F9-46EE5C2E15DD}"/>
              </a:ext>
            </a:extLst>
          </p:cNvPr>
          <p:cNvSpPr txBox="1"/>
          <p:nvPr/>
        </p:nvSpPr>
        <p:spPr>
          <a:xfrm>
            <a:off x="3090514" y="1202515"/>
            <a:ext cx="1176943" cy="338554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X</a:t>
            </a:r>
            <a:r>
              <a:rPr lang="en-US" sz="800" baseline="300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percentile</a:t>
            </a:r>
          </a:p>
          <a:p>
            <a:pPr algn="ctr"/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(e.g., 99</a:t>
            </a:r>
            <a:r>
              <a:rPr lang="en-US" sz="800" baseline="300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th</a:t>
            </a:r>
            <a:r>
              <a:rPr lang="en-US" sz="800" dirty="0">
                <a:solidFill>
                  <a:srgbClr val="009999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)</a:t>
            </a:r>
          </a:p>
        </p:txBody>
      </p:sp>
      <p:sp>
        <p:nvSpPr>
          <p:cNvPr id="2" name="Left Brace 1">
            <a:extLst>
              <a:ext uri="{FF2B5EF4-FFF2-40B4-BE49-F238E27FC236}">
                <a16:creationId xmlns:a16="http://schemas.microsoft.com/office/drawing/2014/main" id="{6475B653-DA3F-5CA6-A884-8D9DA7B69587}"/>
              </a:ext>
            </a:extLst>
          </p:cNvPr>
          <p:cNvSpPr/>
          <p:nvPr/>
        </p:nvSpPr>
        <p:spPr>
          <a:xfrm rot="5400000">
            <a:off x="3636207" y="2436676"/>
            <a:ext cx="125966" cy="319477"/>
          </a:xfrm>
          <a:prstGeom prst="leftBrace">
            <a:avLst>
              <a:gd name="adj1" fmla="val 68169"/>
              <a:gd name="adj2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C68351-2A61-BBB7-2367-244CD19CFD46}"/>
              </a:ext>
            </a:extLst>
          </p:cNvPr>
          <p:cNvSpPr txBox="1"/>
          <p:nvPr/>
        </p:nvSpPr>
        <p:spPr>
          <a:xfrm>
            <a:off x="2727497" y="1572884"/>
            <a:ext cx="899170" cy="646986"/>
          </a:xfrm>
          <a:prstGeom prst="round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Range of rainfall values that might cause flash floods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442856A-86B3-26DD-9F34-BB3AF79B144F}"/>
              </a:ext>
            </a:extLst>
          </p:cNvPr>
          <p:cNvCxnSpPr>
            <a:cxnSpLocks/>
          </p:cNvCxnSpPr>
          <p:nvPr/>
        </p:nvCxnSpPr>
        <p:spPr>
          <a:xfrm flipH="1" flipV="1">
            <a:off x="3332333" y="2263757"/>
            <a:ext cx="218632" cy="336667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38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104</Words>
  <Application>Microsoft Office PowerPoint</Application>
  <PresentationFormat>Custom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Fatima Maria Pillosu</dc:creator>
  <cp:lastModifiedBy>Fatima Maria Pillosu</cp:lastModifiedBy>
  <cp:revision>1</cp:revision>
  <dcterms:created xsi:type="dcterms:W3CDTF">2026-01-21T16:27:25Z</dcterms:created>
  <dcterms:modified xsi:type="dcterms:W3CDTF">2026-01-22T12:20:56Z</dcterms:modified>
</cp:coreProperties>
</file>