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7258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52E4F-FEA4-454C-BBB1-9F45DF71D23B}" v="1" dt="2026-01-26T21:43:28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custSel modSld">
      <pc:chgData name="Fatima Pillosu" userId="a6295d4dc9e22643" providerId="LiveId" clId="{87453732-75AC-4426-B5D3-B7C69C2D4F54}" dt="2026-01-26T21:43:49.868" v="8" actId="1036"/>
      <pc:docMkLst>
        <pc:docMk/>
      </pc:docMkLst>
      <pc:sldChg chg="modSp mod">
        <pc:chgData name="Fatima Pillosu" userId="a6295d4dc9e22643" providerId="LiveId" clId="{87453732-75AC-4426-B5D3-B7C69C2D4F54}" dt="2026-01-26T21:43:49.868" v="8" actId="1036"/>
        <pc:sldMkLst>
          <pc:docMk/>
          <pc:sldMk cId="2001934226" sldId="256"/>
        </pc:sldMkLst>
        <pc:spChg chg="mod">
          <ac:chgData name="Fatima Pillosu" userId="a6295d4dc9e22643" providerId="LiveId" clId="{87453732-75AC-4426-B5D3-B7C69C2D4F54}" dt="2026-01-26T21:43:49.868" v="8" actId="1036"/>
          <ac:spMkLst>
            <pc:docMk/>
            <pc:sldMk cId="2001934226" sldId="256"/>
            <ac:spMk id="25" creationId="{18F79773-A305-6943-D6AB-6A9BB374B2B4}"/>
          </ac:spMkLst>
        </pc:spChg>
        <pc:spChg chg="mod">
          <ac:chgData name="Fatima Pillosu" userId="a6295d4dc9e22643" providerId="LiveId" clId="{87453732-75AC-4426-B5D3-B7C69C2D4F54}" dt="2026-01-26T21:43:49.868" v="8" actId="1036"/>
          <ac:spMkLst>
            <pc:docMk/>
            <pc:sldMk cId="2001934226" sldId="256"/>
            <ac:spMk id="35" creationId="{8B1F5955-FCB9-F344-7FF7-DF879384E574}"/>
          </ac:spMkLst>
        </pc:spChg>
        <pc:spChg chg="mod">
          <ac:chgData name="Fatima Pillosu" userId="a6295d4dc9e22643" providerId="LiveId" clId="{87453732-75AC-4426-B5D3-B7C69C2D4F54}" dt="2026-01-26T21:43:49.868" v="8" actId="1036"/>
          <ac:spMkLst>
            <pc:docMk/>
            <pc:sldMk cId="2001934226" sldId="256"/>
            <ac:spMk id="36" creationId="{A2A68CE5-3663-E3BA-5B16-FF1EBD5CAD67}"/>
          </ac:spMkLst>
        </pc:spChg>
        <pc:spChg chg="mod">
          <ac:chgData name="Fatima Pillosu" userId="a6295d4dc9e22643" providerId="LiveId" clId="{87453732-75AC-4426-B5D3-B7C69C2D4F54}" dt="2026-01-26T21:43:49.868" v="8" actId="1036"/>
          <ac:spMkLst>
            <pc:docMk/>
            <pc:sldMk cId="2001934226" sldId="256"/>
            <ac:spMk id="37" creationId="{0DD473FB-E495-B2CC-B0FF-A62B16673603}"/>
          </ac:spMkLst>
        </pc:spChg>
        <pc:spChg chg="mod">
          <ac:chgData name="Fatima Pillosu" userId="a6295d4dc9e22643" providerId="LiveId" clId="{87453732-75AC-4426-B5D3-B7C69C2D4F54}" dt="2026-01-26T21:43:49.868" v="8" actId="1036"/>
          <ac:spMkLst>
            <pc:docMk/>
            <pc:sldMk cId="2001934226" sldId="256"/>
            <ac:spMk id="38" creationId="{44BA3302-BB3A-42E9-5A33-833C023D5C47}"/>
          </ac:spMkLst>
        </pc:spChg>
        <pc:spChg chg="mod">
          <ac:chgData name="Fatima Pillosu" userId="a6295d4dc9e22643" providerId="LiveId" clId="{87453732-75AC-4426-B5D3-B7C69C2D4F54}" dt="2026-01-26T21:43:49.868" v="8" actId="1036"/>
          <ac:spMkLst>
            <pc:docMk/>
            <pc:sldMk cId="2001934226" sldId="256"/>
            <ac:spMk id="39" creationId="{FE152A2A-430B-C523-E1E8-2692C77455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440" y="1060529"/>
            <a:ext cx="3166984" cy="2256061"/>
          </a:xfrm>
        </p:spPr>
        <p:txBody>
          <a:bodyPr anchor="b"/>
          <a:lstStyle>
            <a:lvl1pPr algn="ctr">
              <a:defRPr sz="2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733" y="3403592"/>
            <a:ext cx="2794397" cy="1564542"/>
          </a:xfrm>
        </p:spPr>
        <p:txBody>
          <a:bodyPr/>
          <a:lstStyle>
            <a:lvl1pPr marL="0" indent="0" algn="ctr">
              <a:buNone/>
              <a:defRPr sz="978"/>
            </a:lvl1pPr>
            <a:lvl2pPr marL="186309" indent="0" algn="ctr">
              <a:buNone/>
              <a:defRPr sz="815"/>
            </a:lvl2pPr>
            <a:lvl3pPr marL="372618" indent="0" algn="ctr">
              <a:buNone/>
              <a:defRPr sz="734"/>
            </a:lvl3pPr>
            <a:lvl4pPr marL="558927" indent="0" algn="ctr">
              <a:buNone/>
              <a:defRPr sz="652"/>
            </a:lvl4pPr>
            <a:lvl5pPr marL="745236" indent="0" algn="ctr">
              <a:buNone/>
              <a:defRPr sz="652"/>
            </a:lvl5pPr>
            <a:lvl6pPr marL="931545" indent="0" algn="ctr">
              <a:buNone/>
              <a:defRPr sz="652"/>
            </a:lvl6pPr>
            <a:lvl7pPr marL="1117854" indent="0" algn="ctr">
              <a:buNone/>
              <a:defRPr sz="652"/>
            </a:lvl7pPr>
            <a:lvl8pPr marL="1304163" indent="0" algn="ctr">
              <a:buNone/>
              <a:defRPr sz="652"/>
            </a:lvl8pPr>
            <a:lvl9pPr marL="1490472" indent="0" algn="ctr">
              <a:buNone/>
              <a:defRPr sz="6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96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61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213" y="1615546"/>
            <a:ext cx="3213557" cy="2695572"/>
          </a:xfrm>
        </p:spPr>
        <p:txBody>
          <a:bodyPr anchor="b"/>
          <a:lstStyle>
            <a:lvl1pPr>
              <a:defRPr sz="2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213" y="4336619"/>
            <a:ext cx="3213557" cy="1417538"/>
          </a:xfrm>
        </p:spPr>
        <p:txBody>
          <a:bodyPr/>
          <a:lstStyle>
            <a:lvl1pPr marL="0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1pPr>
            <a:lvl2pPr marL="186309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2pPr>
            <a:lvl3pPr marL="372618" indent="0">
              <a:buNone/>
              <a:defRPr sz="734">
                <a:solidFill>
                  <a:schemeClr val="tx1">
                    <a:tint val="82000"/>
                  </a:schemeClr>
                </a:solidFill>
              </a:defRPr>
            </a:lvl3pPr>
            <a:lvl4pPr marL="558927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4pPr>
            <a:lvl5pPr marL="745236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5pPr>
            <a:lvl6pPr marL="931545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6pPr>
            <a:lvl7pPr marL="1117854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7pPr>
            <a:lvl8pPr marL="1304163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8pPr>
            <a:lvl9pPr marL="1490472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27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153" y="1725046"/>
            <a:ext cx="1583492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6218" y="1725046"/>
            <a:ext cx="1583492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04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38" y="345011"/>
            <a:ext cx="3213557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639" y="1588543"/>
            <a:ext cx="1576214" cy="778521"/>
          </a:xfrm>
        </p:spPr>
        <p:txBody>
          <a:bodyPr anchor="b"/>
          <a:lstStyle>
            <a:lvl1pPr marL="0" indent="0">
              <a:buNone/>
              <a:defRPr sz="978" b="1"/>
            </a:lvl1pPr>
            <a:lvl2pPr marL="186309" indent="0">
              <a:buNone/>
              <a:defRPr sz="815" b="1"/>
            </a:lvl2pPr>
            <a:lvl3pPr marL="372618" indent="0">
              <a:buNone/>
              <a:defRPr sz="734" b="1"/>
            </a:lvl3pPr>
            <a:lvl4pPr marL="558927" indent="0">
              <a:buNone/>
              <a:defRPr sz="652" b="1"/>
            </a:lvl4pPr>
            <a:lvl5pPr marL="745236" indent="0">
              <a:buNone/>
              <a:defRPr sz="652" b="1"/>
            </a:lvl5pPr>
            <a:lvl6pPr marL="931545" indent="0">
              <a:buNone/>
              <a:defRPr sz="652" b="1"/>
            </a:lvl6pPr>
            <a:lvl7pPr marL="1117854" indent="0">
              <a:buNone/>
              <a:defRPr sz="652" b="1"/>
            </a:lvl7pPr>
            <a:lvl8pPr marL="1304163" indent="0">
              <a:buNone/>
              <a:defRPr sz="652" b="1"/>
            </a:lvl8pPr>
            <a:lvl9pPr marL="1490472" indent="0">
              <a:buNone/>
              <a:defRPr sz="6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639" y="2367064"/>
            <a:ext cx="1576214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86218" y="1588543"/>
            <a:ext cx="1583977" cy="778521"/>
          </a:xfrm>
        </p:spPr>
        <p:txBody>
          <a:bodyPr anchor="b"/>
          <a:lstStyle>
            <a:lvl1pPr marL="0" indent="0">
              <a:buNone/>
              <a:defRPr sz="978" b="1"/>
            </a:lvl1pPr>
            <a:lvl2pPr marL="186309" indent="0">
              <a:buNone/>
              <a:defRPr sz="815" b="1"/>
            </a:lvl2pPr>
            <a:lvl3pPr marL="372618" indent="0">
              <a:buNone/>
              <a:defRPr sz="734" b="1"/>
            </a:lvl3pPr>
            <a:lvl4pPr marL="558927" indent="0">
              <a:buNone/>
              <a:defRPr sz="652" b="1"/>
            </a:lvl4pPr>
            <a:lvl5pPr marL="745236" indent="0">
              <a:buNone/>
              <a:defRPr sz="652" b="1"/>
            </a:lvl5pPr>
            <a:lvl6pPr marL="931545" indent="0">
              <a:buNone/>
              <a:defRPr sz="652" b="1"/>
            </a:lvl6pPr>
            <a:lvl7pPr marL="1117854" indent="0">
              <a:buNone/>
              <a:defRPr sz="652" b="1"/>
            </a:lvl7pPr>
            <a:lvl8pPr marL="1304163" indent="0">
              <a:buNone/>
              <a:defRPr sz="652" b="1"/>
            </a:lvl8pPr>
            <a:lvl9pPr marL="1490472" indent="0">
              <a:buNone/>
              <a:defRPr sz="6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86218" y="2367064"/>
            <a:ext cx="1583977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99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34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38" y="432012"/>
            <a:ext cx="1201688" cy="1512041"/>
          </a:xfrm>
        </p:spPr>
        <p:txBody>
          <a:bodyPr anchor="b"/>
          <a:lstStyle>
            <a:lvl1pPr>
              <a:defRPr sz="1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3977" y="933027"/>
            <a:ext cx="1886218" cy="4605124"/>
          </a:xfrm>
        </p:spPr>
        <p:txBody>
          <a:bodyPr/>
          <a:lstStyle>
            <a:lvl1pPr>
              <a:defRPr sz="1304"/>
            </a:lvl1pPr>
            <a:lvl2pPr>
              <a:defRPr sz="1141"/>
            </a:lvl2pPr>
            <a:lvl3pPr>
              <a:defRPr sz="978"/>
            </a:lvl3pPr>
            <a:lvl4pPr>
              <a:defRPr sz="815"/>
            </a:lvl4pPr>
            <a:lvl5pPr>
              <a:defRPr sz="815"/>
            </a:lvl5pPr>
            <a:lvl6pPr>
              <a:defRPr sz="815"/>
            </a:lvl6pPr>
            <a:lvl7pPr>
              <a:defRPr sz="815"/>
            </a:lvl7pPr>
            <a:lvl8pPr>
              <a:defRPr sz="815"/>
            </a:lvl8pPr>
            <a:lvl9pPr>
              <a:defRPr sz="8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638" y="1944052"/>
            <a:ext cx="1201688" cy="3601598"/>
          </a:xfrm>
        </p:spPr>
        <p:txBody>
          <a:bodyPr/>
          <a:lstStyle>
            <a:lvl1pPr marL="0" indent="0">
              <a:buNone/>
              <a:defRPr sz="652"/>
            </a:lvl1pPr>
            <a:lvl2pPr marL="186309" indent="0">
              <a:buNone/>
              <a:defRPr sz="571"/>
            </a:lvl2pPr>
            <a:lvl3pPr marL="372618" indent="0">
              <a:buNone/>
              <a:defRPr sz="489"/>
            </a:lvl3pPr>
            <a:lvl4pPr marL="558927" indent="0">
              <a:buNone/>
              <a:defRPr sz="408"/>
            </a:lvl4pPr>
            <a:lvl5pPr marL="745236" indent="0">
              <a:buNone/>
              <a:defRPr sz="408"/>
            </a:lvl5pPr>
            <a:lvl6pPr marL="931545" indent="0">
              <a:buNone/>
              <a:defRPr sz="408"/>
            </a:lvl6pPr>
            <a:lvl7pPr marL="1117854" indent="0">
              <a:buNone/>
              <a:defRPr sz="408"/>
            </a:lvl7pPr>
            <a:lvl8pPr marL="1304163" indent="0">
              <a:buNone/>
              <a:defRPr sz="408"/>
            </a:lvl8pPr>
            <a:lvl9pPr marL="1490472" indent="0">
              <a:buNone/>
              <a:defRPr sz="4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13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38" y="432012"/>
            <a:ext cx="1201688" cy="1512041"/>
          </a:xfrm>
        </p:spPr>
        <p:txBody>
          <a:bodyPr anchor="b"/>
          <a:lstStyle>
            <a:lvl1pPr>
              <a:defRPr sz="1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83977" y="933027"/>
            <a:ext cx="1886218" cy="4605124"/>
          </a:xfrm>
        </p:spPr>
        <p:txBody>
          <a:bodyPr anchor="t"/>
          <a:lstStyle>
            <a:lvl1pPr marL="0" indent="0">
              <a:buNone/>
              <a:defRPr sz="1304"/>
            </a:lvl1pPr>
            <a:lvl2pPr marL="186309" indent="0">
              <a:buNone/>
              <a:defRPr sz="1141"/>
            </a:lvl2pPr>
            <a:lvl3pPr marL="372618" indent="0">
              <a:buNone/>
              <a:defRPr sz="978"/>
            </a:lvl3pPr>
            <a:lvl4pPr marL="558927" indent="0">
              <a:buNone/>
              <a:defRPr sz="815"/>
            </a:lvl4pPr>
            <a:lvl5pPr marL="745236" indent="0">
              <a:buNone/>
              <a:defRPr sz="815"/>
            </a:lvl5pPr>
            <a:lvl6pPr marL="931545" indent="0">
              <a:buNone/>
              <a:defRPr sz="815"/>
            </a:lvl6pPr>
            <a:lvl7pPr marL="1117854" indent="0">
              <a:buNone/>
              <a:defRPr sz="815"/>
            </a:lvl7pPr>
            <a:lvl8pPr marL="1304163" indent="0">
              <a:buNone/>
              <a:defRPr sz="815"/>
            </a:lvl8pPr>
            <a:lvl9pPr marL="1490472" indent="0">
              <a:buNone/>
              <a:defRPr sz="8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638" y="1944052"/>
            <a:ext cx="1201688" cy="3601598"/>
          </a:xfrm>
        </p:spPr>
        <p:txBody>
          <a:bodyPr/>
          <a:lstStyle>
            <a:lvl1pPr marL="0" indent="0">
              <a:buNone/>
              <a:defRPr sz="652"/>
            </a:lvl1pPr>
            <a:lvl2pPr marL="186309" indent="0">
              <a:buNone/>
              <a:defRPr sz="571"/>
            </a:lvl2pPr>
            <a:lvl3pPr marL="372618" indent="0">
              <a:buNone/>
              <a:defRPr sz="489"/>
            </a:lvl3pPr>
            <a:lvl4pPr marL="558927" indent="0">
              <a:buNone/>
              <a:defRPr sz="408"/>
            </a:lvl4pPr>
            <a:lvl5pPr marL="745236" indent="0">
              <a:buNone/>
              <a:defRPr sz="408"/>
            </a:lvl5pPr>
            <a:lvl6pPr marL="931545" indent="0">
              <a:buNone/>
              <a:defRPr sz="408"/>
            </a:lvl6pPr>
            <a:lvl7pPr marL="1117854" indent="0">
              <a:buNone/>
              <a:defRPr sz="408"/>
            </a:lvl7pPr>
            <a:lvl8pPr marL="1304163" indent="0">
              <a:buNone/>
              <a:defRPr sz="408"/>
            </a:lvl8pPr>
            <a:lvl9pPr marL="1490472" indent="0">
              <a:buNone/>
              <a:defRPr sz="4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30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0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66321" y="345009"/>
            <a:ext cx="803389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6153" y="345009"/>
            <a:ext cx="2363594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80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153" y="345011"/>
            <a:ext cx="3213557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153" y="1725046"/>
            <a:ext cx="3213557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153" y="6006164"/>
            <a:ext cx="83831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34192" y="6006164"/>
            <a:ext cx="125747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31391" y="6006164"/>
            <a:ext cx="83831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22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72618" rtl="0" eaLnBrk="1" latinLnBrk="0" hangingPunct="1">
        <a:lnSpc>
          <a:spcPct val="90000"/>
        </a:lnSpc>
        <a:spcBef>
          <a:spcPct val="0"/>
        </a:spcBef>
        <a:buNone/>
        <a:defRPr sz="17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155" indent="-93155" algn="l" defTabSz="372618" rtl="0" eaLnBrk="1" latinLnBrk="0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79464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2pPr>
      <a:lvl3pPr marL="465773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52082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4pPr>
      <a:lvl5pPr marL="838391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5pPr>
      <a:lvl6pPr marL="1024700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6pPr>
      <a:lvl7pPr marL="1211009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7pPr>
      <a:lvl8pPr marL="1397318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8pPr>
      <a:lvl9pPr marL="1583627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1pPr>
      <a:lvl2pPr marL="186309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2pPr>
      <a:lvl3pPr marL="372618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3pPr>
      <a:lvl4pPr marL="558927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4pPr>
      <a:lvl5pPr marL="745236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5pPr>
      <a:lvl6pPr marL="931545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6pPr>
      <a:lvl7pPr marL="1117854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7pPr>
      <a:lvl8pPr marL="1304163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8pPr>
      <a:lvl9pPr marL="1490472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88D99402-A6F8-6200-075A-3580037CF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" t="11245" r="9069" b="9654"/>
          <a:stretch/>
        </p:blipFill>
        <p:spPr>
          <a:xfrm>
            <a:off x="16476" y="750570"/>
            <a:ext cx="1903355" cy="1692770"/>
          </a:xfrm>
          <a:prstGeom prst="rect">
            <a:avLst/>
          </a:prstGeom>
        </p:spPr>
      </p:pic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418065AA-8313-1CC2-5EE1-9C56B8E0F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3" t="11245" r="9069" b="9654"/>
          <a:stretch/>
        </p:blipFill>
        <p:spPr>
          <a:xfrm>
            <a:off x="1997888" y="750570"/>
            <a:ext cx="1713025" cy="1692770"/>
          </a:xfrm>
          <a:prstGeom prst="rect">
            <a:avLst/>
          </a:prstGeom>
        </p:spPr>
      </p:pic>
      <p:pic>
        <p:nvPicPr>
          <p:cNvPr id="8" name="Picture 7" descr="A graph with a red line&#10;&#10;AI-generated content may be incorrect.">
            <a:extLst>
              <a:ext uri="{FF2B5EF4-FFF2-40B4-BE49-F238E27FC236}">
                <a16:creationId xmlns:a16="http://schemas.microsoft.com/office/drawing/2014/main" id="{456425BC-5DD3-60EE-62D5-E50A057589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" t="11245" r="9069" b="9654"/>
          <a:stretch/>
        </p:blipFill>
        <p:spPr>
          <a:xfrm>
            <a:off x="16476" y="2692538"/>
            <a:ext cx="1903355" cy="1692770"/>
          </a:xfrm>
          <a:prstGeom prst="rect">
            <a:avLst/>
          </a:prstGeom>
        </p:spPr>
      </p:pic>
      <p:pic>
        <p:nvPicPr>
          <p:cNvPr id="21" name="Picture 20" descr="A graph with a red line&#10;&#10;AI-generated content may be incorrect.">
            <a:extLst>
              <a:ext uri="{FF2B5EF4-FFF2-40B4-BE49-F238E27FC236}">
                <a16:creationId xmlns:a16="http://schemas.microsoft.com/office/drawing/2014/main" id="{364666C4-F3CA-09A7-7F4A-4F7FA0193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3" t="11245" r="9069" b="9654"/>
          <a:stretch/>
        </p:blipFill>
        <p:spPr>
          <a:xfrm>
            <a:off x="1997888" y="2692537"/>
            <a:ext cx="1713026" cy="1692771"/>
          </a:xfrm>
          <a:prstGeom prst="rect">
            <a:avLst/>
          </a:prstGeom>
        </p:spPr>
      </p:pic>
      <p:pic>
        <p:nvPicPr>
          <p:cNvPr id="22" name="Picture 21" descr="A graph with a red line and black dots&#10;&#10;AI-generated content may be incorrect.">
            <a:extLst>
              <a:ext uri="{FF2B5EF4-FFF2-40B4-BE49-F238E27FC236}">
                <a16:creationId xmlns:a16="http://schemas.microsoft.com/office/drawing/2014/main" id="{F8264153-7720-42A1-AED4-320543208D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" t="11245" r="9069" b="2508"/>
          <a:stretch/>
        </p:blipFill>
        <p:spPr>
          <a:xfrm>
            <a:off x="16476" y="4634507"/>
            <a:ext cx="1903355" cy="1845667"/>
          </a:xfrm>
          <a:prstGeom prst="rect">
            <a:avLst/>
          </a:prstGeom>
        </p:spPr>
      </p:pic>
      <p:pic>
        <p:nvPicPr>
          <p:cNvPr id="23" name="Picture 22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60C6E82B-7081-61AF-D5FA-746E2FCF6A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3" t="11245" r="9069" b="2508"/>
          <a:stretch/>
        </p:blipFill>
        <p:spPr>
          <a:xfrm>
            <a:off x="1997886" y="4634505"/>
            <a:ext cx="1713027" cy="18456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D251682-B46D-DC7E-8C5E-59DFF1C27261}"/>
              </a:ext>
            </a:extLst>
          </p:cNvPr>
          <p:cNvSpPr txBox="1"/>
          <p:nvPr/>
        </p:nvSpPr>
        <p:spPr>
          <a:xfrm>
            <a:off x="-66676" y="-57150"/>
            <a:ext cx="4206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Breakdown verification scores (rainfall-based forecasts)</a:t>
            </a: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ROC curves for rainfall events exceeding the </a:t>
            </a:r>
            <a:r>
              <a:rPr lang="en-US" sz="1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1-year return period</a:t>
            </a:r>
            <a:endParaRPr lang="en-GB" sz="1000" u="sng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F79773-A305-6943-D6AB-6A9BB374B2B4}"/>
              </a:ext>
            </a:extLst>
          </p:cNvPr>
          <p:cNvSpPr txBox="1"/>
          <p:nvPr/>
        </p:nvSpPr>
        <p:spPr>
          <a:xfrm>
            <a:off x="866094" y="2042724"/>
            <a:ext cx="9646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0.675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(0.660 ; 0.691)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39338B-2360-F0B9-54B0-E0E8A3F764B5}"/>
              </a:ext>
            </a:extLst>
          </p:cNvPr>
          <p:cNvSpPr txBox="1"/>
          <p:nvPr/>
        </p:nvSpPr>
        <p:spPr>
          <a:xfrm>
            <a:off x="1899746" y="568047"/>
            <a:ext cx="1908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long-range forecast (t+0,t+24)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1F5955-FCB9-F344-7FF7-DF879384E574}"/>
              </a:ext>
            </a:extLst>
          </p:cNvPr>
          <p:cNvSpPr txBox="1"/>
          <p:nvPr/>
        </p:nvSpPr>
        <p:spPr>
          <a:xfrm>
            <a:off x="2650836" y="2042724"/>
            <a:ext cx="9646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0.692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(0.677 ; 0.708)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A68CE5-3663-E3BA-5B16-FF1EBD5CAD67}"/>
              </a:ext>
            </a:extLst>
          </p:cNvPr>
          <p:cNvSpPr txBox="1"/>
          <p:nvPr/>
        </p:nvSpPr>
        <p:spPr>
          <a:xfrm>
            <a:off x="866094" y="3970584"/>
            <a:ext cx="9646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0.655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(0.640 ; 0.670)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D473FB-E495-B2CC-B0FF-A62B16673603}"/>
              </a:ext>
            </a:extLst>
          </p:cNvPr>
          <p:cNvSpPr txBox="1"/>
          <p:nvPr/>
        </p:nvSpPr>
        <p:spPr>
          <a:xfrm>
            <a:off x="2650836" y="3970584"/>
            <a:ext cx="9646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0.634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(0.618 ; 0.649)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BA3302-BB3A-42E9-5A33-833C023D5C47}"/>
              </a:ext>
            </a:extLst>
          </p:cNvPr>
          <p:cNvSpPr txBox="1"/>
          <p:nvPr/>
        </p:nvSpPr>
        <p:spPr>
          <a:xfrm>
            <a:off x="866094" y="5917494"/>
            <a:ext cx="9646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0.623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(0.609 ; 0.636)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152A2A-430B-C523-E1E8-2692C774555F}"/>
              </a:ext>
            </a:extLst>
          </p:cNvPr>
          <p:cNvSpPr txBox="1"/>
          <p:nvPr/>
        </p:nvSpPr>
        <p:spPr>
          <a:xfrm>
            <a:off x="2650836" y="5917494"/>
            <a:ext cx="9646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0.612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(0.598 ; 0.628)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2B84FE-6FFF-9B2B-74C3-F9216FC6BFC1}"/>
              </a:ext>
            </a:extLst>
          </p:cNvPr>
          <p:cNvSpPr txBox="1"/>
          <p:nvPr/>
        </p:nvSpPr>
        <p:spPr>
          <a:xfrm>
            <a:off x="-67695" y="568047"/>
            <a:ext cx="1908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short-range forecast (reanalysis)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667C36-0CBE-9755-7F89-8AACC8E51FA9}"/>
              </a:ext>
            </a:extLst>
          </p:cNvPr>
          <p:cNvSpPr txBox="1"/>
          <p:nvPr/>
        </p:nvSpPr>
        <p:spPr>
          <a:xfrm>
            <a:off x="-67695" y="2507068"/>
            <a:ext cx="1908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long-range forecast (t+24,t+48)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1E61F0-9840-9B7F-30F2-30B65396312F}"/>
              </a:ext>
            </a:extLst>
          </p:cNvPr>
          <p:cNvSpPr txBox="1"/>
          <p:nvPr/>
        </p:nvSpPr>
        <p:spPr>
          <a:xfrm>
            <a:off x="-67695" y="4439241"/>
            <a:ext cx="1908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e) long-range forecast (t+72,t+96)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1C25AE-D652-11A5-B5EC-F8165BE323FC}"/>
              </a:ext>
            </a:extLst>
          </p:cNvPr>
          <p:cNvSpPr txBox="1"/>
          <p:nvPr/>
        </p:nvSpPr>
        <p:spPr>
          <a:xfrm>
            <a:off x="1899746" y="2506512"/>
            <a:ext cx="1908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long-range forecast (t+48,t+72)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F73A1B-3ADC-F2FE-4134-96AE95176977}"/>
              </a:ext>
            </a:extLst>
          </p:cNvPr>
          <p:cNvSpPr txBox="1"/>
          <p:nvPr/>
        </p:nvSpPr>
        <p:spPr>
          <a:xfrm>
            <a:off x="1899746" y="4434319"/>
            <a:ext cx="1908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f) long-range forecast (t+96,t+120)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AEBC89-740E-B6AE-1664-60181017FDA9}"/>
              </a:ext>
            </a:extLst>
          </p:cNvPr>
          <p:cNvSpPr txBox="1"/>
          <p:nvPr/>
        </p:nvSpPr>
        <p:spPr>
          <a:xfrm>
            <a:off x="1002218" y="383448"/>
            <a:ext cx="119641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ROC curve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15B4F4-9555-239A-6644-707B5F75353A}"/>
              </a:ext>
            </a:extLst>
          </p:cNvPr>
          <p:cNvSpPr/>
          <p:nvPr/>
        </p:nvSpPr>
        <p:spPr>
          <a:xfrm>
            <a:off x="1680346" y="446170"/>
            <a:ext cx="360000" cy="90000"/>
          </a:xfrm>
          <a:prstGeom prst="rect">
            <a:avLst/>
          </a:prstGeom>
          <a:solidFill>
            <a:srgbClr val="DB0E3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endParaRPr lang="en-GB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0F3755-65FA-8268-88B6-1CBC42EFB7F8}"/>
              </a:ext>
            </a:extLst>
          </p:cNvPr>
          <p:cNvCxnSpPr>
            <a:cxnSpLocks/>
          </p:cNvCxnSpPr>
          <p:nvPr/>
        </p:nvCxnSpPr>
        <p:spPr>
          <a:xfrm>
            <a:off x="706414" y="491170"/>
            <a:ext cx="360000" cy="0"/>
          </a:xfrm>
          <a:prstGeom prst="line">
            <a:avLst/>
          </a:prstGeom>
          <a:ln w="12700">
            <a:solidFill>
              <a:srgbClr val="DB0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DE5C9A9-3189-D01F-D799-FE5E444982DC}"/>
              </a:ext>
            </a:extLst>
          </p:cNvPr>
          <p:cNvSpPr txBox="1"/>
          <p:nvPr/>
        </p:nvSpPr>
        <p:spPr>
          <a:xfrm>
            <a:off x="1979018" y="383448"/>
            <a:ext cx="119641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99% confidence interval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93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144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2</cp:revision>
  <dcterms:created xsi:type="dcterms:W3CDTF">2025-05-22T22:05:26Z</dcterms:created>
  <dcterms:modified xsi:type="dcterms:W3CDTF">2026-01-26T21:43:54Z</dcterms:modified>
</cp:coreProperties>
</file>