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292725" cy="5364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B193"/>
    <a:srgbClr val="ADDFE0"/>
    <a:srgbClr val="60AEBB"/>
    <a:srgbClr val="D4B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8D9D5-600E-4759-BC05-5B38C92E3F5B}" v="45" dt="2026-01-22T22:04:02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5033" autoAdjust="0"/>
  </p:normalViewPr>
  <p:slideViewPr>
    <p:cSldViewPr snapToGrid="0">
      <p:cViewPr>
        <p:scale>
          <a:sx n="106" d="100"/>
          <a:sy n="106" d="100"/>
        </p:scale>
        <p:origin x="306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2T22:04:02.330" v="1043" actId="164"/>
      <pc:docMkLst>
        <pc:docMk/>
      </pc:docMkLst>
      <pc:sldChg chg="addSp delSp modSp mod">
        <pc:chgData name="Fatima Pillosu" userId="a6295d4dc9e22643" providerId="LiveId" clId="{87453732-75AC-4426-B5D3-B7C69C2D4F54}" dt="2026-01-22T22:04:02.330" v="1043" actId="164"/>
        <pc:sldMkLst>
          <pc:docMk/>
          <pc:sldMk cId="4155273118" sldId="256"/>
        </pc:sldMkLst>
        <pc:spChg chg="del mod">
          <ac:chgData name="Fatima Pillosu" userId="a6295d4dc9e22643" providerId="LiveId" clId="{87453732-75AC-4426-B5D3-B7C69C2D4F54}" dt="2026-01-22T18:03:02.619" v="851" actId="21"/>
          <ac:spMkLst>
            <pc:docMk/>
            <pc:sldMk cId="4155273118" sldId="256"/>
            <ac:spMk id="4" creationId="{3CCAD409-6CE6-14B6-591D-924DE4834C1E}"/>
          </ac:spMkLst>
        </pc:spChg>
        <pc:spChg chg="add del">
          <ac:chgData name="Fatima Pillosu" userId="a6295d4dc9e22643" providerId="LiveId" clId="{87453732-75AC-4426-B5D3-B7C69C2D4F54}" dt="2026-01-22T21:56:43.911" v="889" actId="22"/>
          <ac:spMkLst>
            <pc:docMk/>
            <pc:sldMk cId="4155273118" sldId="256"/>
            <ac:spMk id="4" creationId="{EFF87F11-77A5-B96A-4C6A-701B9CA5A106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6" creationId="{1B34B031-7420-8898-3E1B-0B900661C307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8" creationId="{753E959C-8472-9A74-C109-3EE07465250B}"/>
          </ac:spMkLst>
        </pc:spChg>
        <pc:spChg chg="add mod">
          <ac:chgData name="Fatima Pillosu" userId="a6295d4dc9e22643" providerId="LiveId" clId="{87453732-75AC-4426-B5D3-B7C69C2D4F54}" dt="2026-01-22T22:04:02.330" v="1043" actId="164"/>
          <ac:spMkLst>
            <pc:docMk/>
            <pc:sldMk cId="4155273118" sldId="256"/>
            <ac:spMk id="9" creationId="{288CBE8A-D728-A863-6E7E-B69BDCEC8C94}"/>
          </ac:spMkLst>
        </pc:spChg>
        <pc:spChg chg="add del mod">
          <ac:chgData name="Fatima Pillosu" userId="a6295d4dc9e22643" providerId="LiveId" clId="{87453732-75AC-4426-B5D3-B7C69C2D4F54}" dt="2026-01-22T17:31:55.251" v="534" actId="478"/>
          <ac:spMkLst>
            <pc:docMk/>
            <pc:sldMk cId="4155273118" sldId="256"/>
            <ac:spMk id="9" creationId="{BDC9FCB4-E10E-2DC7-5685-3578E65076FD}"/>
          </ac:spMkLst>
        </pc:spChg>
        <pc:spChg chg="add mod">
          <ac:chgData name="Fatima Pillosu" userId="a6295d4dc9e22643" providerId="LiveId" clId="{87453732-75AC-4426-B5D3-B7C69C2D4F54}" dt="2026-01-22T22:04:02.330" v="1043" actId="164"/>
          <ac:spMkLst>
            <pc:docMk/>
            <pc:sldMk cId="4155273118" sldId="256"/>
            <ac:spMk id="10" creationId="{AC68D853-B4DB-1139-485A-2696D64CD685}"/>
          </ac:spMkLst>
        </pc:spChg>
        <pc:spChg chg="add mod">
          <ac:chgData name="Fatima Pillosu" userId="a6295d4dc9e22643" providerId="LiveId" clId="{87453732-75AC-4426-B5D3-B7C69C2D4F54}" dt="2026-01-22T22:04:02.330" v="1043" actId="164"/>
          <ac:spMkLst>
            <pc:docMk/>
            <pc:sldMk cId="4155273118" sldId="256"/>
            <ac:spMk id="11" creationId="{A6E281B1-96B6-9580-6F86-551F986094BC}"/>
          </ac:spMkLst>
        </pc:spChg>
        <pc:spChg chg="add mod">
          <ac:chgData name="Fatima Pillosu" userId="a6295d4dc9e22643" providerId="LiveId" clId="{87453732-75AC-4426-B5D3-B7C69C2D4F54}" dt="2026-01-22T22:04:02.330" v="1043" actId="164"/>
          <ac:spMkLst>
            <pc:docMk/>
            <pc:sldMk cId="4155273118" sldId="256"/>
            <ac:spMk id="12" creationId="{180766EE-FB1E-3E60-CC59-657F79EDDB42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13" creationId="{DFB1869D-8E4B-C883-7CF1-DF24DF8699F4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14" creationId="{FBCEE915-9377-42DB-3A45-4538306A8F72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15" creationId="{D5CD603C-4F13-FE2C-33B4-BDD84D975942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18" creationId="{CEFCF6D4-2C62-A7BB-A782-554728E33CCF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19" creationId="{4B8F791A-03AF-6A2B-D08A-2FDC7562E899}"/>
          </ac:spMkLst>
        </pc:spChg>
        <pc:spChg chg="add del">
          <ac:chgData name="Fatima Pillosu" userId="a6295d4dc9e22643" providerId="LiveId" clId="{87453732-75AC-4426-B5D3-B7C69C2D4F54}" dt="2026-01-22T17:13:37.784" v="239" actId="478"/>
          <ac:spMkLst>
            <pc:docMk/>
            <pc:sldMk cId="4155273118" sldId="256"/>
            <ac:spMk id="20" creationId="{F6EE8D70-8185-87EF-398D-5D8675E244AC}"/>
          </ac:spMkLst>
        </pc:spChg>
        <pc:spChg chg="add mod">
          <ac:chgData name="Fatima Pillosu" userId="a6295d4dc9e22643" providerId="LiveId" clId="{87453732-75AC-4426-B5D3-B7C69C2D4F54}" dt="2026-01-22T17:41:42.495" v="771" actId="164"/>
          <ac:spMkLst>
            <pc:docMk/>
            <pc:sldMk cId="4155273118" sldId="256"/>
            <ac:spMk id="23" creationId="{D9D865EB-1F18-14FE-26C7-19BAF52B20E4}"/>
          </ac:spMkLst>
        </pc:spChg>
        <pc:spChg chg="add mod">
          <ac:chgData name="Fatima Pillosu" userId="a6295d4dc9e22643" providerId="LiveId" clId="{87453732-75AC-4426-B5D3-B7C69C2D4F54}" dt="2026-01-22T17:41:42.495" v="771" actId="164"/>
          <ac:spMkLst>
            <pc:docMk/>
            <pc:sldMk cId="4155273118" sldId="256"/>
            <ac:spMk id="24" creationId="{B7816E59-8B07-4D98-C917-C42CC54168D5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25" creationId="{2B01569A-59C1-0E07-4C8F-764E4ED22059}"/>
          </ac:spMkLst>
        </pc:spChg>
        <pc:spChg chg="add mod">
          <ac:chgData name="Fatima Pillosu" userId="a6295d4dc9e22643" providerId="LiveId" clId="{87453732-75AC-4426-B5D3-B7C69C2D4F54}" dt="2026-01-22T17:32:41.688" v="536" actId="164"/>
          <ac:spMkLst>
            <pc:docMk/>
            <pc:sldMk cId="4155273118" sldId="256"/>
            <ac:spMk id="29" creationId="{FD04F017-4168-C917-58D4-529886D5B5B1}"/>
          </ac:spMkLst>
        </pc:spChg>
        <pc:spChg chg="add mod">
          <ac:chgData name="Fatima Pillosu" userId="a6295d4dc9e22643" providerId="LiveId" clId="{87453732-75AC-4426-B5D3-B7C69C2D4F54}" dt="2026-01-22T17:39:06.413" v="720" actId="20577"/>
          <ac:spMkLst>
            <pc:docMk/>
            <pc:sldMk cId="4155273118" sldId="256"/>
            <ac:spMk id="30" creationId="{8F3E5D51-D014-7642-6B81-C4556D291914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5" creationId="{B6F5B2D0-F279-FD1D-7790-ED13A0E4194E}"/>
          </ac:spMkLst>
        </pc:spChg>
        <pc:spChg chg="add del mod">
          <ac:chgData name="Fatima Pillosu" userId="a6295d4dc9e22643" providerId="LiveId" clId="{87453732-75AC-4426-B5D3-B7C69C2D4F54}" dt="2026-01-22T17:35:18.548" v="571" actId="478"/>
          <ac:spMkLst>
            <pc:docMk/>
            <pc:sldMk cId="4155273118" sldId="256"/>
            <ac:spMk id="36" creationId="{A318BE84-EF23-1704-61FD-6B02E7406C44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7" creationId="{BA389953-71F5-8D9C-A4CF-52C541BED022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8" creationId="{D68FE5DA-7152-2EB5-41B2-E04811FA06AD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9" creationId="{7BA628CE-D7DB-3D9A-B38F-8AEB15347E1A}"/>
          </ac:spMkLst>
        </pc:spChg>
        <pc:spChg chg="add mod">
          <ac:chgData name="Fatima Pillosu" userId="a6295d4dc9e22643" providerId="LiveId" clId="{87453732-75AC-4426-B5D3-B7C69C2D4F54}" dt="2026-01-22T18:01:14.143" v="825" actId="12788"/>
          <ac:spMkLst>
            <pc:docMk/>
            <pc:sldMk cId="4155273118" sldId="256"/>
            <ac:spMk id="45" creationId="{83B97A3E-BF25-2C9C-A028-9CBE8D5603ED}"/>
          </ac:spMkLst>
        </pc:spChg>
        <pc:spChg chg="add mod">
          <ac:chgData name="Fatima Pillosu" userId="a6295d4dc9e22643" providerId="LiveId" clId="{87453732-75AC-4426-B5D3-B7C69C2D4F54}" dt="2026-01-22T18:01:14.143" v="825" actId="12788"/>
          <ac:spMkLst>
            <pc:docMk/>
            <pc:sldMk cId="4155273118" sldId="256"/>
            <ac:spMk id="46" creationId="{495484E7-DE8A-893A-111A-9BAC0431DE2B}"/>
          </ac:spMkLst>
        </pc:spChg>
        <pc:spChg chg="add mod">
          <ac:chgData name="Fatima Pillosu" userId="a6295d4dc9e22643" providerId="LiveId" clId="{87453732-75AC-4426-B5D3-B7C69C2D4F54}" dt="2026-01-22T18:00:53.176" v="821" actId="164"/>
          <ac:spMkLst>
            <pc:docMk/>
            <pc:sldMk cId="4155273118" sldId="256"/>
            <ac:spMk id="51" creationId="{A7B0EF48-DED5-5148-BBEE-84B972A0A0F8}"/>
          </ac:spMkLst>
        </pc:spChg>
        <pc:spChg chg="add mod">
          <ac:chgData name="Fatima Pillosu" userId="a6295d4dc9e22643" providerId="LiveId" clId="{87453732-75AC-4426-B5D3-B7C69C2D4F54}" dt="2026-01-22T18:01:34.213" v="828" actId="164"/>
          <ac:spMkLst>
            <pc:docMk/>
            <pc:sldMk cId="4155273118" sldId="256"/>
            <ac:spMk id="53" creationId="{2317A568-3F89-13AE-99AB-5423B34939E8}"/>
          </ac:spMkLst>
        </pc:spChg>
        <pc:spChg chg="add del">
          <ac:chgData name="Fatima Pillosu" userId="a6295d4dc9e22643" providerId="LiveId" clId="{87453732-75AC-4426-B5D3-B7C69C2D4F54}" dt="2026-01-22T18:03:00.869" v="850" actId="478"/>
          <ac:spMkLst>
            <pc:docMk/>
            <pc:sldMk cId="4155273118" sldId="256"/>
            <ac:spMk id="56" creationId="{E9712F4F-7B86-5E93-029B-6B3B9D3CF0A6}"/>
          </ac:spMkLst>
        </pc:spChg>
        <pc:spChg chg="add 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57" creationId="{3CCAD409-6CE6-14B6-591D-924DE4834C1E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60" creationId="{753E959C-8472-9A74-C109-3EE07465250B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63" creationId="{DFB1869D-8E4B-C883-7CF1-DF24DF8699F4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64" creationId="{FBCEE915-9377-42DB-3A45-4538306A8F72}"/>
          </ac:spMkLst>
        </pc:spChg>
        <pc:spChg chg="mod topLvl">
          <ac:chgData name="Fatima Pillosu" userId="a6295d4dc9e22643" providerId="LiveId" clId="{87453732-75AC-4426-B5D3-B7C69C2D4F54}" dt="2026-01-22T21:52:54.040" v="884" actId="165"/>
          <ac:spMkLst>
            <pc:docMk/>
            <pc:sldMk cId="4155273118" sldId="256"/>
            <ac:spMk id="68" creationId="{A7B0EF48-DED5-5148-BBEE-84B972A0A0F8}"/>
          </ac:spMkLst>
        </pc:spChg>
        <pc:spChg chg="mod topLvl">
          <ac:chgData name="Fatima Pillosu" userId="a6295d4dc9e22643" providerId="LiveId" clId="{87453732-75AC-4426-B5D3-B7C69C2D4F54}" dt="2026-01-22T21:52:58.161" v="885" actId="165"/>
          <ac:spMkLst>
            <pc:docMk/>
            <pc:sldMk cId="4155273118" sldId="256"/>
            <ac:spMk id="69" creationId="{D5CD603C-4F13-FE2C-33B4-BDD84D975942}"/>
          </ac:spMkLst>
        </pc:spChg>
        <pc:spChg chg="mod topLvl">
          <ac:chgData name="Fatima Pillosu" userId="a6295d4dc9e22643" providerId="LiveId" clId="{87453732-75AC-4426-B5D3-B7C69C2D4F54}" dt="2026-01-22T21:52:58.161" v="885" actId="165"/>
          <ac:spMkLst>
            <pc:docMk/>
            <pc:sldMk cId="4155273118" sldId="256"/>
            <ac:spMk id="70" creationId="{CEFCF6D4-2C62-A7BB-A782-554728E33CCF}"/>
          </ac:spMkLst>
        </pc:spChg>
        <pc:spChg chg="mod topLvl">
          <ac:chgData name="Fatima Pillosu" userId="a6295d4dc9e22643" providerId="LiveId" clId="{87453732-75AC-4426-B5D3-B7C69C2D4F54}" dt="2026-01-22T21:52:58.161" v="885" actId="165"/>
          <ac:spMkLst>
            <pc:docMk/>
            <pc:sldMk cId="4155273118" sldId="256"/>
            <ac:spMk id="71" creationId="{4B8F791A-03AF-6A2B-D08A-2FDC7562E899}"/>
          </ac:spMkLst>
        </pc:spChg>
        <pc:spChg chg="mod topLvl">
          <ac:chgData name="Fatima Pillosu" userId="a6295d4dc9e22643" providerId="LiveId" clId="{87453732-75AC-4426-B5D3-B7C69C2D4F54}" dt="2026-01-22T21:52:58.161" v="885" actId="165"/>
          <ac:spMkLst>
            <pc:docMk/>
            <pc:sldMk cId="4155273118" sldId="256"/>
            <ac:spMk id="74" creationId="{2B01569A-59C1-0E07-4C8F-764E4ED22059}"/>
          </ac:spMkLst>
        </pc:spChg>
        <pc:spChg chg="mod topLvl">
          <ac:chgData name="Fatima Pillosu" userId="a6295d4dc9e22643" providerId="LiveId" clId="{87453732-75AC-4426-B5D3-B7C69C2D4F54}" dt="2026-01-22T21:53:01.803" v="886" actId="165"/>
          <ac:spMkLst>
            <pc:docMk/>
            <pc:sldMk cId="4155273118" sldId="256"/>
            <ac:spMk id="80" creationId="{D9D865EB-1F18-14FE-26C7-19BAF52B20E4}"/>
          </ac:spMkLst>
        </pc:spChg>
        <pc:spChg chg="mod topLvl">
          <ac:chgData name="Fatima Pillosu" userId="a6295d4dc9e22643" providerId="LiveId" clId="{87453732-75AC-4426-B5D3-B7C69C2D4F54}" dt="2026-01-22T21:53:01.803" v="886" actId="165"/>
          <ac:spMkLst>
            <pc:docMk/>
            <pc:sldMk cId="4155273118" sldId="256"/>
            <ac:spMk id="81" creationId="{B7816E59-8B07-4D98-C917-C42CC54168D5}"/>
          </ac:spMkLst>
        </pc:spChg>
        <pc:spChg chg="mod topLvl">
          <ac:chgData name="Fatima Pillosu" userId="a6295d4dc9e22643" providerId="LiveId" clId="{87453732-75AC-4426-B5D3-B7C69C2D4F54}" dt="2026-01-22T22:04:02.330" v="1043" actId="164"/>
          <ac:spMkLst>
            <pc:docMk/>
            <pc:sldMk cId="4155273118" sldId="256"/>
            <ac:spMk id="84" creationId="{2317A568-3F89-13AE-99AB-5423B34939E8}"/>
          </ac:spMkLst>
        </pc:spChg>
        <pc:spChg chg="mod topLvl">
          <ac:chgData name="Fatima Pillosu" userId="a6295d4dc9e22643" providerId="LiveId" clId="{87453732-75AC-4426-B5D3-B7C69C2D4F54}" dt="2026-01-22T22:04:02.330" v="1043" actId="164"/>
          <ac:spMkLst>
            <pc:docMk/>
            <pc:sldMk cId="4155273118" sldId="256"/>
            <ac:spMk id="86" creationId="{83B97A3E-BF25-2C9C-A028-9CBE8D5603ED}"/>
          </ac:spMkLst>
        </pc:spChg>
        <pc:spChg chg="mod topLvl">
          <ac:chgData name="Fatima Pillosu" userId="a6295d4dc9e22643" providerId="LiveId" clId="{87453732-75AC-4426-B5D3-B7C69C2D4F54}" dt="2026-01-22T22:04:02.330" v="1043" actId="164"/>
          <ac:spMkLst>
            <pc:docMk/>
            <pc:sldMk cId="4155273118" sldId="256"/>
            <ac:spMk id="87" creationId="{495484E7-DE8A-893A-111A-9BAC0431DE2B}"/>
          </ac:spMkLst>
        </pc:spChg>
        <pc:grpChg chg="add mod">
          <ac:chgData name="Fatima Pillosu" userId="a6295d4dc9e22643" providerId="LiveId" clId="{87453732-75AC-4426-B5D3-B7C69C2D4F54}" dt="2026-01-22T22:04:02.330" v="1043" actId="164"/>
          <ac:grpSpMkLst>
            <pc:docMk/>
            <pc:sldMk cId="4155273118" sldId="256"/>
            <ac:grpSpMk id="13" creationId="{D4B79B93-0C6E-8157-D9C9-1EBD91EBA715}"/>
          </ac:grpSpMkLst>
        </pc:grpChg>
        <pc:grpChg chg="add del mod">
          <ac:chgData name="Fatima Pillosu" userId="a6295d4dc9e22643" providerId="LiveId" clId="{87453732-75AC-4426-B5D3-B7C69C2D4F54}" dt="2026-01-22T17:58:56.377" v="794" actId="478"/>
          <ac:grpSpMkLst>
            <pc:docMk/>
            <pc:sldMk cId="4155273118" sldId="256"/>
            <ac:grpSpMk id="31" creationId="{D6D78F77-5976-3055-8B22-8BBE50B76ACF}"/>
          </ac:grpSpMkLst>
        </pc:grpChg>
        <pc:grpChg chg="add del mod">
          <ac:chgData name="Fatima Pillosu" userId="a6295d4dc9e22643" providerId="LiveId" clId="{87453732-75AC-4426-B5D3-B7C69C2D4F54}" dt="2026-01-22T18:03:02.619" v="851" actId="21"/>
          <ac:grpSpMkLst>
            <pc:docMk/>
            <pc:sldMk cId="4155273118" sldId="256"/>
            <ac:grpSpMk id="32" creationId="{137BA4D6-EF19-645A-AC14-9590163A8750}"/>
          </ac:grpSpMkLst>
        </pc:grpChg>
        <pc:grpChg chg="add del mod">
          <ac:chgData name="Fatima Pillosu" userId="a6295d4dc9e22643" providerId="LiveId" clId="{87453732-75AC-4426-B5D3-B7C69C2D4F54}" dt="2026-01-22T17:58:56.377" v="794" actId="478"/>
          <ac:grpSpMkLst>
            <pc:docMk/>
            <pc:sldMk cId="4155273118" sldId="256"/>
            <ac:grpSpMk id="40" creationId="{91377468-D19E-F150-C8C1-79423A62D26D}"/>
          </ac:grpSpMkLst>
        </pc:grpChg>
        <pc:grpChg chg="add mod">
          <ac:chgData name="Fatima Pillosu" userId="a6295d4dc9e22643" providerId="LiveId" clId="{87453732-75AC-4426-B5D3-B7C69C2D4F54}" dt="2026-01-22T17:59:41.938" v="806" actId="164"/>
          <ac:grpSpMkLst>
            <pc:docMk/>
            <pc:sldMk cId="4155273118" sldId="256"/>
            <ac:grpSpMk id="42" creationId="{57E7CA52-9BF7-A4E2-C3A3-A8E7AC2240D5}"/>
          </ac:grpSpMkLst>
        </pc:grpChg>
        <pc:grpChg chg="add mod">
          <ac:chgData name="Fatima Pillosu" userId="a6295d4dc9e22643" providerId="LiveId" clId="{87453732-75AC-4426-B5D3-B7C69C2D4F54}" dt="2026-01-22T18:01:34.213" v="828" actId="164"/>
          <ac:grpSpMkLst>
            <pc:docMk/>
            <pc:sldMk cId="4155273118" sldId="256"/>
            <ac:grpSpMk id="47" creationId="{9A6D2E77-AAF9-D3A8-D746-CFFEEFE17520}"/>
          </ac:grpSpMkLst>
        </pc:grpChg>
        <pc:grpChg chg="add mod">
          <ac:chgData name="Fatima Pillosu" userId="a6295d4dc9e22643" providerId="LiveId" clId="{87453732-75AC-4426-B5D3-B7C69C2D4F54}" dt="2026-01-22T18:00:53.176" v="821" actId="164"/>
          <ac:grpSpMkLst>
            <pc:docMk/>
            <pc:sldMk cId="4155273118" sldId="256"/>
            <ac:grpSpMk id="48" creationId="{58E62E77-BB6C-A046-35AA-DC05DBEFBFA1}"/>
          </ac:grpSpMkLst>
        </pc:grpChg>
        <pc:grpChg chg="add del mod">
          <ac:chgData name="Fatima Pillosu" userId="a6295d4dc9e22643" providerId="LiveId" clId="{87453732-75AC-4426-B5D3-B7C69C2D4F54}" dt="2026-01-22T18:03:02.619" v="851" actId="21"/>
          <ac:grpSpMkLst>
            <pc:docMk/>
            <pc:sldMk cId="4155273118" sldId="256"/>
            <ac:grpSpMk id="52" creationId="{5E27E50A-D03C-22F6-0885-3C85A9CB3077}"/>
          </ac:grpSpMkLst>
        </pc:grpChg>
        <pc:grpChg chg="add del mod">
          <ac:chgData name="Fatima Pillosu" userId="a6295d4dc9e22643" providerId="LiveId" clId="{87453732-75AC-4426-B5D3-B7C69C2D4F54}" dt="2026-01-22T18:03:02.619" v="851" actId="21"/>
          <ac:grpSpMkLst>
            <pc:docMk/>
            <pc:sldMk cId="4155273118" sldId="256"/>
            <ac:grpSpMk id="54" creationId="{872DB2F7-6FAA-CB54-86FF-3765AD701207}"/>
          </ac:grpSpMkLst>
        </pc:grpChg>
        <pc:grpChg chg="mod">
          <ac:chgData name="Fatima Pillosu" userId="a6295d4dc9e22643" providerId="LiveId" clId="{87453732-75AC-4426-B5D3-B7C69C2D4F54}" dt="2026-01-22T18:03:25.533" v="855" actId="1036"/>
          <ac:grpSpMkLst>
            <pc:docMk/>
            <pc:sldMk cId="4155273118" sldId="256"/>
            <ac:grpSpMk id="58" creationId="{137BA4D6-EF19-645A-AC14-9590163A8750}"/>
          </ac:grpSpMkLst>
        </pc:grpChg>
        <pc:grpChg chg="mod">
          <ac:chgData name="Fatima Pillosu" userId="a6295d4dc9e22643" providerId="LiveId" clId="{87453732-75AC-4426-B5D3-B7C69C2D4F54}" dt="2026-01-22T18:03:25.533" v="855" actId="1036"/>
          <ac:grpSpMkLst>
            <pc:docMk/>
            <pc:sldMk cId="4155273118" sldId="256"/>
            <ac:grpSpMk id="66" creationId="{5E27E50A-D03C-22F6-0885-3C85A9CB3077}"/>
          </ac:grpSpMkLst>
        </pc:grpChg>
        <pc:grpChg chg="del mod topLvl">
          <ac:chgData name="Fatima Pillosu" userId="a6295d4dc9e22643" providerId="LiveId" clId="{87453732-75AC-4426-B5D3-B7C69C2D4F54}" dt="2026-01-22T21:52:58.161" v="885" actId="165"/>
          <ac:grpSpMkLst>
            <pc:docMk/>
            <pc:sldMk cId="4155273118" sldId="256"/>
            <ac:grpSpMk id="67" creationId="{58E62E77-BB6C-A046-35AA-DC05DBEFBFA1}"/>
          </ac:grpSpMkLst>
        </pc:grpChg>
        <pc:grpChg chg="del mod topLvl">
          <ac:chgData name="Fatima Pillosu" userId="a6295d4dc9e22643" providerId="LiveId" clId="{87453732-75AC-4426-B5D3-B7C69C2D4F54}" dt="2026-01-22T21:53:01.803" v="886" actId="165"/>
          <ac:grpSpMkLst>
            <pc:docMk/>
            <pc:sldMk cId="4155273118" sldId="256"/>
            <ac:grpSpMk id="73" creationId="{57E7CA52-9BF7-A4E2-C3A3-A8E7AC2240D5}"/>
          </ac:grpSpMkLst>
        </pc:grpChg>
        <pc:grpChg chg="del mod">
          <ac:chgData name="Fatima Pillosu" userId="a6295d4dc9e22643" providerId="LiveId" clId="{87453732-75AC-4426-B5D3-B7C69C2D4F54}" dt="2026-01-22T22:03:37.224" v="1040" actId="165"/>
          <ac:grpSpMkLst>
            <pc:docMk/>
            <pc:sldMk cId="4155273118" sldId="256"/>
            <ac:grpSpMk id="82" creationId="{872DB2F7-6FAA-CB54-86FF-3765AD701207}"/>
          </ac:grpSpMkLst>
        </pc:grpChg>
        <pc:grpChg chg="del mod topLvl">
          <ac:chgData name="Fatima Pillosu" userId="a6295d4dc9e22643" providerId="LiveId" clId="{87453732-75AC-4426-B5D3-B7C69C2D4F54}" dt="2026-01-22T22:03:42.905" v="1041" actId="165"/>
          <ac:grpSpMkLst>
            <pc:docMk/>
            <pc:sldMk cId="4155273118" sldId="256"/>
            <ac:grpSpMk id="83" creationId="{9A6D2E77-AAF9-D3A8-D746-CFFEEFE17520}"/>
          </ac:grpSpMkLst>
        </pc:grpChg>
        <pc:picChg chg="add mod">
          <ac:chgData name="Fatima Pillosu" userId="a6295d4dc9e22643" providerId="LiveId" clId="{87453732-75AC-4426-B5D3-B7C69C2D4F54}" dt="2026-01-22T18:21:16.344" v="867" actId="1582"/>
          <ac:picMkLst>
            <pc:docMk/>
            <pc:sldMk cId="4155273118" sldId="256"/>
            <ac:picMk id="3" creationId="{2EB6414C-6FBA-B99F-4B11-3F4E2CEE6F13}"/>
          </ac:picMkLst>
        </pc:picChg>
        <pc:picChg chg="add mod">
          <ac:chgData name="Fatima Pillosu" userId="a6295d4dc9e22643" providerId="LiveId" clId="{87453732-75AC-4426-B5D3-B7C69C2D4F54}" dt="2026-01-22T21:57:21.165" v="897" actId="1076"/>
          <ac:picMkLst>
            <pc:docMk/>
            <pc:sldMk cId="4155273118" sldId="256"/>
            <ac:picMk id="6" creationId="{44D84F46-CC9F-5F9C-D658-0E7843806A54}"/>
          </ac:picMkLst>
        </pc:picChg>
        <pc:picChg chg="add mod">
          <ac:chgData name="Fatima Pillosu" userId="a6295d4dc9e22643" providerId="LiveId" clId="{87453732-75AC-4426-B5D3-B7C69C2D4F54}" dt="2026-01-22T21:58:16.613" v="902" actId="1076"/>
          <ac:picMkLst>
            <pc:docMk/>
            <pc:sldMk cId="4155273118" sldId="256"/>
            <ac:picMk id="8" creationId="{CB885E2D-163B-453A-70BF-966A290C733E}"/>
          </ac:picMkLst>
        </pc:picChg>
        <pc:picChg chg="mod">
          <ac:chgData name="Fatima Pillosu" userId="a6295d4dc9e22643" providerId="LiveId" clId="{87453732-75AC-4426-B5D3-B7C69C2D4F54}" dt="2026-01-22T17:32:51.608" v="538" actId="164"/>
          <ac:picMkLst>
            <pc:docMk/>
            <pc:sldMk cId="4155273118" sldId="256"/>
            <ac:picMk id="10" creationId="{F335CD81-03A7-E1AB-27C8-22963CF87DD5}"/>
          </ac:picMkLst>
        </pc:picChg>
        <pc:picChg chg="mod">
          <ac:chgData name="Fatima Pillosu" userId="a6295d4dc9e22643" providerId="LiveId" clId="{87453732-75AC-4426-B5D3-B7C69C2D4F54}" dt="2026-01-22T17:32:51.608" v="538" actId="164"/>
          <ac:picMkLst>
            <pc:docMk/>
            <pc:sldMk cId="4155273118" sldId="256"/>
            <ac:picMk id="12" creationId="{3D3B9EFC-0642-047D-B450-DC54EC1AF6A4}"/>
          </ac:picMkLst>
        </pc:picChg>
        <pc:picChg chg="add del mod">
          <ac:chgData name="Fatima Pillosu" userId="a6295d4dc9e22643" providerId="LiveId" clId="{87453732-75AC-4426-B5D3-B7C69C2D4F54}" dt="2026-01-22T17:22:28.058" v="327" actId="478"/>
          <ac:picMkLst>
            <pc:docMk/>
            <pc:sldMk cId="4155273118" sldId="256"/>
            <ac:picMk id="16" creationId="{0CB55A7A-E84A-159B-43B8-3E8F60F31E2F}"/>
          </ac:picMkLst>
        </pc:picChg>
        <pc:picChg chg="add del mod">
          <ac:chgData name="Fatima Pillosu" userId="a6295d4dc9e22643" providerId="LiveId" clId="{87453732-75AC-4426-B5D3-B7C69C2D4F54}" dt="2026-01-22T17:30:07.594" v="470" actId="478"/>
          <ac:picMkLst>
            <pc:docMk/>
            <pc:sldMk cId="4155273118" sldId="256"/>
            <ac:picMk id="17" creationId="{6E396455-888C-72BB-4BF2-E634ADBBAD80}"/>
          </ac:picMkLst>
        </pc:picChg>
        <pc:picChg chg="add mod">
          <ac:chgData name="Fatima Pillosu" userId="a6295d4dc9e22643" providerId="LiveId" clId="{87453732-75AC-4426-B5D3-B7C69C2D4F54}" dt="2026-01-22T17:41:42.495" v="771" actId="164"/>
          <ac:picMkLst>
            <pc:docMk/>
            <pc:sldMk cId="4155273118" sldId="256"/>
            <ac:picMk id="22" creationId="{95015480-EE54-E95F-17D5-9449DFA1515E}"/>
          </ac:picMkLst>
        </pc:picChg>
        <pc:picChg chg="add mod">
          <ac:chgData name="Fatima Pillosu" userId="a6295d4dc9e22643" providerId="LiveId" clId="{87453732-75AC-4426-B5D3-B7C69C2D4F54}" dt="2026-01-22T17:32:41.688" v="536" actId="164"/>
          <ac:picMkLst>
            <pc:docMk/>
            <pc:sldMk cId="4155273118" sldId="256"/>
            <ac:picMk id="28" creationId="{219483BE-85B4-51ED-5EC9-19EDDC674BAD}"/>
          </ac:picMkLst>
        </pc:picChg>
        <pc:picChg chg="add mod">
          <ac:chgData name="Fatima Pillosu" userId="a6295d4dc9e22643" providerId="LiveId" clId="{87453732-75AC-4426-B5D3-B7C69C2D4F54}" dt="2026-01-22T17:37:24.457" v="640" actId="164"/>
          <ac:picMkLst>
            <pc:docMk/>
            <pc:sldMk cId="4155273118" sldId="256"/>
            <ac:picMk id="34" creationId="{F8D42012-C858-158B-9E4E-A3417EB403DD}"/>
          </ac:picMkLst>
        </pc:picChg>
        <pc:picChg chg="add mod modCrop">
          <ac:chgData name="Fatima Pillosu" userId="a6295d4dc9e22643" providerId="LiveId" clId="{87453732-75AC-4426-B5D3-B7C69C2D4F54}" dt="2026-01-22T17:59:41.938" v="806" actId="164"/>
          <ac:picMkLst>
            <pc:docMk/>
            <pc:sldMk cId="4155273118" sldId="256"/>
            <ac:picMk id="41" creationId="{65235F20-5D5A-B0D1-9DF3-817E37973F25}"/>
          </ac:picMkLst>
        </pc:picChg>
        <pc:picChg chg="add mod">
          <ac:chgData name="Fatima Pillosu" userId="a6295d4dc9e22643" providerId="LiveId" clId="{87453732-75AC-4426-B5D3-B7C69C2D4F54}" dt="2026-01-22T17:59:29.182" v="804" actId="164"/>
          <ac:picMkLst>
            <pc:docMk/>
            <pc:sldMk cId="4155273118" sldId="256"/>
            <ac:picMk id="44" creationId="{7C4F1250-5AF8-C7F6-9A78-271C75A6DE07}"/>
          </ac:picMkLst>
        </pc:picChg>
        <pc:picChg chg="del">
          <ac:chgData name="Fatima Pillosu" userId="a6295d4dc9e22643" providerId="LiveId" clId="{87453732-75AC-4426-B5D3-B7C69C2D4F54}" dt="2026-01-22T18:17:49.610" v="856" actId="478"/>
          <ac:picMkLst>
            <pc:docMk/>
            <pc:sldMk cId="4155273118" sldId="256"/>
            <ac:picMk id="61" creationId="{F335CD81-03A7-E1AB-27C8-22963CF87DD5}"/>
          </ac:picMkLst>
        </pc:picChg>
        <pc:picChg chg="del mod topLvl">
          <ac:chgData name="Fatima Pillosu" userId="a6295d4dc9e22643" providerId="LiveId" clId="{87453732-75AC-4426-B5D3-B7C69C2D4F54}" dt="2026-01-22T21:57:37.576" v="898" actId="478"/>
          <ac:picMkLst>
            <pc:docMk/>
            <pc:sldMk cId="4155273118" sldId="256"/>
            <ac:picMk id="76" creationId="{65235F20-5D5A-B0D1-9DF3-817E37973F25}"/>
          </ac:picMkLst>
        </pc:picChg>
        <pc:picChg chg="mod topLvl modCrop">
          <ac:chgData name="Fatima Pillosu" userId="a6295d4dc9e22643" providerId="LiveId" clId="{87453732-75AC-4426-B5D3-B7C69C2D4F54}" dt="2026-01-22T21:53:11.338" v="887" actId="732"/>
          <ac:picMkLst>
            <pc:docMk/>
            <pc:sldMk cId="4155273118" sldId="256"/>
            <ac:picMk id="79" creationId="{95015480-EE54-E95F-17D5-9449DFA1515E}"/>
          </ac:picMkLst>
        </pc:picChg>
        <pc:picChg chg="mod topLvl">
          <ac:chgData name="Fatima Pillosu" userId="a6295d4dc9e22643" providerId="LiveId" clId="{87453732-75AC-4426-B5D3-B7C69C2D4F54}" dt="2026-01-22T22:04:02.330" v="1043" actId="164"/>
          <ac:picMkLst>
            <pc:docMk/>
            <pc:sldMk cId="4155273118" sldId="256"/>
            <ac:picMk id="85" creationId="{7C4F1250-5AF8-C7F6-9A78-271C75A6DE07}"/>
          </ac:picMkLst>
        </pc:picChg>
        <pc:cxnChg chg="add mod">
          <ac:chgData name="Fatima Pillosu" userId="a6295d4dc9e22643" providerId="LiveId" clId="{87453732-75AC-4426-B5D3-B7C69C2D4F54}" dt="2026-01-22T17:59:41.938" v="806" actId="164"/>
          <ac:cxnSpMkLst>
            <pc:docMk/>
            <pc:sldMk cId="4155273118" sldId="256"/>
            <ac:cxnSpMk id="3" creationId="{4AE24A63-4283-C348-E148-41789B854312}"/>
          </ac:cxnSpMkLst>
        </pc:cxnChg>
        <pc:cxnChg chg="add mod">
          <ac:chgData name="Fatima Pillosu" userId="a6295d4dc9e22643" providerId="LiveId" clId="{87453732-75AC-4426-B5D3-B7C69C2D4F54}" dt="2026-01-22T17:41:57.807" v="773" actId="555"/>
          <ac:cxnSpMkLst>
            <pc:docMk/>
            <pc:sldMk cId="4155273118" sldId="256"/>
            <ac:cxnSpMk id="5" creationId="{BE97EF98-9A66-8BDA-4C84-C4587285DC12}"/>
          </ac:cxnSpMkLst>
        </pc:cxnChg>
        <pc:cxnChg chg="add mod">
          <ac:chgData name="Fatima Pillosu" userId="a6295d4dc9e22643" providerId="LiveId" clId="{87453732-75AC-4426-B5D3-B7C69C2D4F54}" dt="2026-01-22T17:41:57.807" v="773" actId="555"/>
          <ac:cxnSpMkLst>
            <pc:docMk/>
            <pc:sldMk cId="4155273118" sldId="256"/>
            <ac:cxnSpMk id="7" creationId="{C26835E8-78CD-484F-A375-25F0A5F987CE}"/>
          </ac:cxnSpMkLst>
        </pc:cxnChg>
        <pc:cxnChg chg="add mod">
          <ac:chgData name="Fatima Pillosu" userId="a6295d4dc9e22643" providerId="LiveId" clId="{87453732-75AC-4426-B5D3-B7C69C2D4F54}" dt="2026-01-22T17:59:41.938" v="806" actId="164"/>
          <ac:cxnSpMkLst>
            <pc:docMk/>
            <pc:sldMk cId="4155273118" sldId="256"/>
            <ac:cxnSpMk id="26" creationId="{5667AB7E-0F25-A398-F0F1-25358AC8EBA7}"/>
          </ac:cxnSpMkLst>
        </pc:cxnChg>
        <pc:cxnChg chg="add del mod">
          <ac:chgData name="Fatima Pillosu" userId="a6295d4dc9e22643" providerId="LiveId" clId="{87453732-75AC-4426-B5D3-B7C69C2D4F54}" dt="2026-01-22T18:03:02.619" v="851" actId="21"/>
          <ac:cxnSpMkLst>
            <pc:docMk/>
            <pc:sldMk cId="4155273118" sldId="256"/>
            <ac:cxnSpMk id="49" creationId="{A813C677-2097-48E7-768D-695BBA32F8AE}"/>
          </ac:cxnSpMkLst>
        </pc:cxnChg>
        <pc:cxnChg chg="add mod">
          <ac:chgData name="Fatima Pillosu" userId="a6295d4dc9e22643" providerId="LiveId" clId="{87453732-75AC-4426-B5D3-B7C69C2D4F54}" dt="2026-01-22T18:00:21.834" v="816"/>
          <ac:cxnSpMkLst>
            <pc:docMk/>
            <pc:sldMk cId="4155273118" sldId="256"/>
            <ac:cxnSpMk id="50" creationId="{AD82F1B1-D721-81A3-846B-EF3EFA18E769}"/>
          </ac:cxnSpMkLst>
        </pc:cxnChg>
        <pc:cxnChg chg="add del mod">
          <ac:chgData name="Fatima Pillosu" userId="a6295d4dc9e22643" providerId="LiveId" clId="{87453732-75AC-4426-B5D3-B7C69C2D4F54}" dt="2026-01-22T18:03:02.619" v="851" actId="21"/>
          <ac:cxnSpMkLst>
            <pc:docMk/>
            <pc:sldMk cId="4155273118" sldId="256"/>
            <ac:cxnSpMk id="55" creationId="{2130F838-E0D4-14A5-0A6D-2C961FA3F66D}"/>
          </ac:cxnSpMkLst>
        </pc:cxnChg>
        <pc:cxnChg chg="mod">
          <ac:chgData name="Fatima Pillosu" userId="a6295d4dc9e22643" providerId="LiveId" clId="{87453732-75AC-4426-B5D3-B7C69C2D4F54}" dt="2026-01-22T18:03:25.533" v="855" actId="1036"/>
          <ac:cxnSpMkLst>
            <pc:docMk/>
            <pc:sldMk cId="4155273118" sldId="256"/>
            <ac:cxnSpMk id="65" creationId="{A813C677-2097-48E7-768D-695BBA32F8AE}"/>
          </ac:cxnSpMkLst>
        </pc:cxnChg>
        <pc:cxnChg chg="mod topLvl">
          <ac:chgData name="Fatima Pillosu" userId="a6295d4dc9e22643" providerId="LiveId" clId="{87453732-75AC-4426-B5D3-B7C69C2D4F54}" dt="2026-01-22T21:53:01.803" v="886" actId="165"/>
          <ac:cxnSpMkLst>
            <pc:docMk/>
            <pc:sldMk cId="4155273118" sldId="256"/>
            <ac:cxnSpMk id="77" creationId="{BE97EF98-9A66-8BDA-4C84-C4587285DC12}"/>
          </ac:cxnSpMkLst>
        </pc:cxnChg>
        <pc:cxnChg chg="mod topLvl">
          <ac:chgData name="Fatima Pillosu" userId="a6295d4dc9e22643" providerId="LiveId" clId="{87453732-75AC-4426-B5D3-B7C69C2D4F54}" dt="2026-01-22T21:53:01.803" v="886" actId="165"/>
          <ac:cxnSpMkLst>
            <pc:docMk/>
            <pc:sldMk cId="4155273118" sldId="256"/>
            <ac:cxnSpMk id="78" creationId="{C26835E8-78CD-484F-A375-25F0A5F987CE}"/>
          </ac:cxnSpMkLst>
        </pc:cxnChg>
        <pc:cxnChg chg="mod">
          <ac:chgData name="Fatima Pillosu" userId="a6295d4dc9e22643" providerId="LiveId" clId="{87453732-75AC-4426-B5D3-B7C69C2D4F54}" dt="2026-01-22T18:03:25.533" v="855" actId="1036"/>
          <ac:cxnSpMkLst>
            <pc:docMk/>
            <pc:sldMk cId="4155273118" sldId="256"/>
            <ac:cxnSpMk id="88" creationId="{2130F838-E0D4-14A5-0A6D-2C961FA3F66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955" y="877886"/>
            <a:ext cx="4498816" cy="1867523"/>
          </a:xfrm>
        </p:spPr>
        <p:txBody>
          <a:bodyPr anchor="b"/>
          <a:lstStyle>
            <a:lvl1pPr algn="ctr">
              <a:defRPr sz="34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1591" y="2817428"/>
            <a:ext cx="3969544" cy="1295097"/>
          </a:xfrm>
        </p:spPr>
        <p:txBody>
          <a:bodyPr/>
          <a:lstStyle>
            <a:lvl1pPr marL="0" indent="0" algn="ctr">
              <a:buNone/>
              <a:defRPr sz="1389"/>
            </a:lvl1pPr>
            <a:lvl2pPr marL="264627" indent="0" algn="ctr">
              <a:buNone/>
              <a:defRPr sz="1158"/>
            </a:lvl2pPr>
            <a:lvl3pPr marL="529255" indent="0" algn="ctr">
              <a:buNone/>
              <a:defRPr sz="1042"/>
            </a:lvl3pPr>
            <a:lvl4pPr marL="793882" indent="0" algn="ctr">
              <a:buNone/>
              <a:defRPr sz="926"/>
            </a:lvl4pPr>
            <a:lvl5pPr marL="1058509" indent="0" algn="ctr">
              <a:buNone/>
              <a:defRPr sz="926"/>
            </a:lvl5pPr>
            <a:lvl6pPr marL="1323137" indent="0" algn="ctr">
              <a:buNone/>
              <a:defRPr sz="926"/>
            </a:lvl6pPr>
            <a:lvl7pPr marL="1587764" indent="0" algn="ctr">
              <a:buNone/>
              <a:defRPr sz="926"/>
            </a:lvl7pPr>
            <a:lvl8pPr marL="1852392" indent="0" algn="ctr">
              <a:buNone/>
              <a:defRPr sz="926"/>
            </a:lvl8pPr>
            <a:lvl9pPr marL="2117019" indent="0" algn="ctr">
              <a:buNone/>
              <a:defRPr sz="9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990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712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19" y="1337317"/>
            <a:ext cx="4564975" cy="2231342"/>
          </a:xfrm>
        </p:spPr>
        <p:txBody>
          <a:bodyPr anchor="b"/>
          <a:lstStyle>
            <a:lvl1pPr>
              <a:defRPr sz="34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19" y="3589769"/>
            <a:ext cx="4564975" cy="1173410"/>
          </a:xfrm>
        </p:spPr>
        <p:txBody>
          <a:bodyPr/>
          <a:lstStyle>
            <a:lvl1pPr marL="0" indent="0">
              <a:buNone/>
              <a:defRPr sz="1389">
                <a:solidFill>
                  <a:schemeClr val="tx1">
                    <a:tint val="82000"/>
                  </a:schemeClr>
                </a:solidFill>
              </a:defRPr>
            </a:lvl1pPr>
            <a:lvl2pPr marL="264627" indent="0">
              <a:buNone/>
              <a:defRPr sz="1158">
                <a:solidFill>
                  <a:schemeClr val="tx1">
                    <a:tint val="82000"/>
                  </a:schemeClr>
                </a:solidFill>
              </a:defRPr>
            </a:lvl2pPr>
            <a:lvl3pPr marL="529255" indent="0">
              <a:buNone/>
              <a:defRPr sz="1042">
                <a:solidFill>
                  <a:schemeClr val="tx1">
                    <a:tint val="82000"/>
                  </a:schemeClr>
                </a:solidFill>
              </a:defRPr>
            </a:lvl3pPr>
            <a:lvl4pPr marL="793882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4pPr>
            <a:lvl5pPr marL="1058509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5pPr>
            <a:lvl6pPr marL="1323137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6pPr>
            <a:lvl7pPr marL="1587764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7pPr>
            <a:lvl8pPr marL="1852392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8pPr>
            <a:lvl9pPr marL="2117019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67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3875" y="1427960"/>
            <a:ext cx="2249408" cy="340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9442" y="1427960"/>
            <a:ext cx="2249408" cy="340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022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64" y="285593"/>
            <a:ext cx="4564975" cy="1036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565" y="1314965"/>
            <a:ext cx="2239070" cy="644444"/>
          </a:xfrm>
        </p:spPr>
        <p:txBody>
          <a:bodyPr anchor="b"/>
          <a:lstStyle>
            <a:lvl1pPr marL="0" indent="0">
              <a:buNone/>
              <a:defRPr sz="1389" b="1"/>
            </a:lvl1pPr>
            <a:lvl2pPr marL="264627" indent="0">
              <a:buNone/>
              <a:defRPr sz="1158" b="1"/>
            </a:lvl2pPr>
            <a:lvl3pPr marL="529255" indent="0">
              <a:buNone/>
              <a:defRPr sz="1042" b="1"/>
            </a:lvl3pPr>
            <a:lvl4pPr marL="793882" indent="0">
              <a:buNone/>
              <a:defRPr sz="926" b="1"/>
            </a:lvl4pPr>
            <a:lvl5pPr marL="1058509" indent="0">
              <a:buNone/>
              <a:defRPr sz="926" b="1"/>
            </a:lvl5pPr>
            <a:lvl6pPr marL="1323137" indent="0">
              <a:buNone/>
              <a:defRPr sz="926" b="1"/>
            </a:lvl6pPr>
            <a:lvl7pPr marL="1587764" indent="0">
              <a:buNone/>
              <a:defRPr sz="926" b="1"/>
            </a:lvl7pPr>
            <a:lvl8pPr marL="1852392" indent="0">
              <a:buNone/>
              <a:defRPr sz="926" b="1"/>
            </a:lvl8pPr>
            <a:lvl9pPr marL="2117019" indent="0">
              <a:buNone/>
              <a:defRPr sz="9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565" y="1959410"/>
            <a:ext cx="2239070" cy="2881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79443" y="1314965"/>
            <a:ext cx="2250097" cy="644444"/>
          </a:xfrm>
        </p:spPr>
        <p:txBody>
          <a:bodyPr anchor="b"/>
          <a:lstStyle>
            <a:lvl1pPr marL="0" indent="0">
              <a:buNone/>
              <a:defRPr sz="1389" b="1"/>
            </a:lvl1pPr>
            <a:lvl2pPr marL="264627" indent="0">
              <a:buNone/>
              <a:defRPr sz="1158" b="1"/>
            </a:lvl2pPr>
            <a:lvl3pPr marL="529255" indent="0">
              <a:buNone/>
              <a:defRPr sz="1042" b="1"/>
            </a:lvl3pPr>
            <a:lvl4pPr marL="793882" indent="0">
              <a:buNone/>
              <a:defRPr sz="926" b="1"/>
            </a:lvl4pPr>
            <a:lvl5pPr marL="1058509" indent="0">
              <a:buNone/>
              <a:defRPr sz="926" b="1"/>
            </a:lvl5pPr>
            <a:lvl6pPr marL="1323137" indent="0">
              <a:buNone/>
              <a:defRPr sz="926" b="1"/>
            </a:lvl6pPr>
            <a:lvl7pPr marL="1587764" indent="0">
              <a:buNone/>
              <a:defRPr sz="926" b="1"/>
            </a:lvl7pPr>
            <a:lvl8pPr marL="1852392" indent="0">
              <a:buNone/>
              <a:defRPr sz="926" b="1"/>
            </a:lvl8pPr>
            <a:lvl9pPr marL="2117019" indent="0">
              <a:buNone/>
              <a:defRPr sz="9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79443" y="1959410"/>
            <a:ext cx="2250097" cy="2881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291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41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9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64" y="357611"/>
            <a:ext cx="1707042" cy="1251638"/>
          </a:xfrm>
        </p:spPr>
        <p:txBody>
          <a:bodyPr anchor="b"/>
          <a:lstStyle>
            <a:lvl1pPr>
              <a:defRPr sz="18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0098" y="772341"/>
            <a:ext cx="2679442" cy="3812033"/>
          </a:xfrm>
        </p:spPr>
        <p:txBody>
          <a:bodyPr/>
          <a:lstStyle>
            <a:lvl1pPr>
              <a:defRPr sz="1852"/>
            </a:lvl1pPr>
            <a:lvl2pPr>
              <a:defRPr sz="1621"/>
            </a:lvl2pPr>
            <a:lvl3pPr>
              <a:defRPr sz="1389"/>
            </a:lvl3pPr>
            <a:lvl4pPr>
              <a:defRPr sz="1158"/>
            </a:lvl4pPr>
            <a:lvl5pPr>
              <a:defRPr sz="1158"/>
            </a:lvl5pPr>
            <a:lvl6pPr>
              <a:defRPr sz="1158"/>
            </a:lvl6pPr>
            <a:lvl7pPr>
              <a:defRPr sz="1158"/>
            </a:lvl7pPr>
            <a:lvl8pPr>
              <a:defRPr sz="1158"/>
            </a:lvl8pPr>
            <a:lvl9pPr>
              <a:defRPr sz="115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4564" y="1609249"/>
            <a:ext cx="1707042" cy="2981333"/>
          </a:xfrm>
        </p:spPr>
        <p:txBody>
          <a:bodyPr/>
          <a:lstStyle>
            <a:lvl1pPr marL="0" indent="0">
              <a:buNone/>
              <a:defRPr sz="926"/>
            </a:lvl1pPr>
            <a:lvl2pPr marL="264627" indent="0">
              <a:buNone/>
              <a:defRPr sz="810"/>
            </a:lvl2pPr>
            <a:lvl3pPr marL="529255" indent="0">
              <a:buNone/>
              <a:defRPr sz="695"/>
            </a:lvl3pPr>
            <a:lvl4pPr marL="793882" indent="0">
              <a:buNone/>
              <a:defRPr sz="579"/>
            </a:lvl4pPr>
            <a:lvl5pPr marL="1058509" indent="0">
              <a:buNone/>
              <a:defRPr sz="579"/>
            </a:lvl5pPr>
            <a:lvl6pPr marL="1323137" indent="0">
              <a:buNone/>
              <a:defRPr sz="579"/>
            </a:lvl6pPr>
            <a:lvl7pPr marL="1587764" indent="0">
              <a:buNone/>
              <a:defRPr sz="579"/>
            </a:lvl7pPr>
            <a:lvl8pPr marL="1852392" indent="0">
              <a:buNone/>
              <a:defRPr sz="579"/>
            </a:lvl8pPr>
            <a:lvl9pPr marL="2117019" indent="0">
              <a:buNone/>
              <a:defRPr sz="5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36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64" y="357611"/>
            <a:ext cx="1707042" cy="1251638"/>
          </a:xfrm>
        </p:spPr>
        <p:txBody>
          <a:bodyPr anchor="b"/>
          <a:lstStyle>
            <a:lvl1pPr>
              <a:defRPr sz="18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50098" y="772341"/>
            <a:ext cx="2679442" cy="3812033"/>
          </a:xfrm>
        </p:spPr>
        <p:txBody>
          <a:bodyPr anchor="t"/>
          <a:lstStyle>
            <a:lvl1pPr marL="0" indent="0">
              <a:buNone/>
              <a:defRPr sz="1852"/>
            </a:lvl1pPr>
            <a:lvl2pPr marL="264627" indent="0">
              <a:buNone/>
              <a:defRPr sz="1621"/>
            </a:lvl2pPr>
            <a:lvl3pPr marL="529255" indent="0">
              <a:buNone/>
              <a:defRPr sz="1389"/>
            </a:lvl3pPr>
            <a:lvl4pPr marL="793882" indent="0">
              <a:buNone/>
              <a:defRPr sz="1158"/>
            </a:lvl4pPr>
            <a:lvl5pPr marL="1058509" indent="0">
              <a:buNone/>
              <a:defRPr sz="1158"/>
            </a:lvl5pPr>
            <a:lvl6pPr marL="1323137" indent="0">
              <a:buNone/>
              <a:defRPr sz="1158"/>
            </a:lvl6pPr>
            <a:lvl7pPr marL="1587764" indent="0">
              <a:buNone/>
              <a:defRPr sz="1158"/>
            </a:lvl7pPr>
            <a:lvl8pPr marL="1852392" indent="0">
              <a:buNone/>
              <a:defRPr sz="1158"/>
            </a:lvl8pPr>
            <a:lvl9pPr marL="2117019" indent="0">
              <a:buNone/>
              <a:defRPr sz="115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4564" y="1609249"/>
            <a:ext cx="1707042" cy="2981333"/>
          </a:xfrm>
        </p:spPr>
        <p:txBody>
          <a:bodyPr/>
          <a:lstStyle>
            <a:lvl1pPr marL="0" indent="0">
              <a:buNone/>
              <a:defRPr sz="926"/>
            </a:lvl1pPr>
            <a:lvl2pPr marL="264627" indent="0">
              <a:buNone/>
              <a:defRPr sz="810"/>
            </a:lvl2pPr>
            <a:lvl3pPr marL="529255" indent="0">
              <a:buNone/>
              <a:defRPr sz="695"/>
            </a:lvl3pPr>
            <a:lvl4pPr marL="793882" indent="0">
              <a:buNone/>
              <a:defRPr sz="579"/>
            </a:lvl4pPr>
            <a:lvl5pPr marL="1058509" indent="0">
              <a:buNone/>
              <a:defRPr sz="579"/>
            </a:lvl5pPr>
            <a:lvl6pPr marL="1323137" indent="0">
              <a:buNone/>
              <a:defRPr sz="579"/>
            </a:lvl6pPr>
            <a:lvl7pPr marL="1587764" indent="0">
              <a:buNone/>
              <a:defRPr sz="579"/>
            </a:lvl7pPr>
            <a:lvl8pPr marL="1852392" indent="0">
              <a:buNone/>
              <a:defRPr sz="579"/>
            </a:lvl8pPr>
            <a:lvl9pPr marL="2117019" indent="0">
              <a:buNone/>
              <a:defRPr sz="5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109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2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87607" y="285592"/>
            <a:ext cx="1141244" cy="4545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875" y="285592"/>
            <a:ext cx="3357572" cy="4545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531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875" y="285593"/>
            <a:ext cx="4564975" cy="103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875" y="1427960"/>
            <a:ext cx="4564975" cy="340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3875" y="4971786"/>
            <a:ext cx="1190863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3215" y="4971786"/>
            <a:ext cx="1786295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37987" y="4971786"/>
            <a:ext cx="1190863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595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29255" rtl="0" eaLnBrk="1" latinLnBrk="0" hangingPunct="1">
        <a:lnSpc>
          <a:spcPct val="90000"/>
        </a:lnSpc>
        <a:spcBef>
          <a:spcPct val="0"/>
        </a:spcBef>
        <a:buNone/>
        <a:defRPr sz="25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314" indent="-132314" algn="l" defTabSz="529255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1pPr>
      <a:lvl2pPr marL="396941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9" kern="1200">
          <a:solidFill>
            <a:schemeClr val="tx1"/>
          </a:solidFill>
          <a:latin typeface="+mn-lt"/>
          <a:ea typeface="+mn-ea"/>
          <a:cs typeface="+mn-cs"/>
        </a:defRPr>
      </a:lvl2pPr>
      <a:lvl3pPr marL="661568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8" kern="1200">
          <a:solidFill>
            <a:schemeClr val="tx1"/>
          </a:solidFill>
          <a:latin typeface="+mn-lt"/>
          <a:ea typeface="+mn-ea"/>
          <a:cs typeface="+mn-cs"/>
        </a:defRPr>
      </a:lvl3pPr>
      <a:lvl4pPr marL="926196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4pPr>
      <a:lvl5pPr marL="1190823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5pPr>
      <a:lvl6pPr marL="1455450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6pPr>
      <a:lvl7pPr marL="1720078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7pPr>
      <a:lvl8pPr marL="1984705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8pPr>
      <a:lvl9pPr marL="2249333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1pPr>
      <a:lvl2pPr marL="264627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2pPr>
      <a:lvl3pPr marL="529255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3pPr>
      <a:lvl4pPr marL="793882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4pPr>
      <a:lvl5pPr marL="1058509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5pPr>
      <a:lvl6pPr marL="1323137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6pPr>
      <a:lvl7pPr marL="1587764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7pPr>
      <a:lvl8pPr marL="1852392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8pPr>
      <a:lvl9pPr marL="2117019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3CCAD409-6CE6-14B6-591D-924DE4834C1E}"/>
              </a:ext>
            </a:extLst>
          </p:cNvPr>
          <p:cNvSpPr txBox="1"/>
          <p:nvPr/>
        </p:nvSpPr>
        <p:spPr>
          <a:xfrm>
            <a:off x="-83152" y="-65388"/>
            <a:ext cx="4206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Observational gridded field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Defining model grid-boxes containing impact flash floods reports</a:t>
            </a:r>
            <a:endParaRPr lang="en-GB" sz="1000" u="sng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37BA4D6-EF19-645A-AC14-9590163A8750}"/>
              </a:ext>
            </a:extLst>
          </p:cNvPr>
          <p:cNvGrpSpPr/>
          <p:nvPr/>
        </p:nvGrpSpPr>
        <p:grpSpPr>
          <a:xfrm>
            <a:off x="238" y="1365096"/>
            <a:ext cx="1035537" cy="3035428"/>
            <a:chOff x="238" y="555836"/>
            <a:chExt cx="1035537" cy="3035428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34B031-7420-8898-3E1B-0B900661C307}"/>
                </a:ext>
              </a:extLst>
            </p:cNvPr>
            <p:cNvSpPr txBox="1"/>
            <p:nvPr/>
          </p:nvSpPr>
          <p:spPr>
            <a:xfrm>
              <a:off x="238" y="555836"/>
              <a:ext cx="1035537" cy="7078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(a)</a:t>
              </a:r>
            </a:p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INPUT DATA</a:t>
              </a:r>
            </a:p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NOAA’s Storm Event Database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3E959C-8472-9A74-C109-3EE07465250B}"/>
                </a:ext>
              </a:extLst>
            </p:cNvPr>
            <p:cNvSpPr/>
            <p:nvPr/>
          </p:nvSpPr>
          <p:spPr>
            <a:xfrm>
              <a:off x="13767" y="555836"/>
              <a:ext cx="1008479" cy="3035428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D3B9EFC-0642-047D-B450-DC54EC1AF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351"/>
            <a:stretch>
              <a:fillRect/>
            </a:stretch>
          </p:blipFill>
          <p:spPr>
            <a:xfrm>
              <a:off x="313307" y="2774351"/>
              <a:ext cx="409399" cy="441998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FB1869D-8E4B-C883-7CF1-DF24DF8699F4}"/>
                </a:ext>
              </a:extLst>
            </p:cNvPr>
            <p:cNvSpPr txBox="1"/>
            <p:nvPr/>
          </p:nvSpPr>
          <p:spPr>
            <a:xfrm>
              <a:off x="238" y="2074394"/>
              <a:ext cx="1035537" cy="553998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Point/Polygon flash flood impact reports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BCEE915-9377-42DB-3A45-4538306A8F72}"/>
                </a:ext>
              </a:extLst>
            </p:cNvPr>
            <p:cNvSpPr txBox="1"/>
            <p:nvPr/>
          </p:nvSpPr>
          <p:spPr>
            <a:xfrm>
              <a:off x="238" y="3191154"/>
              <a:ext cx="1035537" cy="400110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Instantaneous timestamps</a:t>
              </a: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13C677-2097-48E7-768D-695BBA32F8AE}"/>
              </a:ext>
            </a:extLst>
          </p:cNvPr>
          <p:cNvCxnSpPr>
            <a:cxnSpLocks/>
          </p:cNvCxnSpPr>
          <p:nvPr/>
        </p:nvCxnSpPr>
        <p:spPr>
          <a:xfrm rot="16200000">
            <a:off x="1220394" y="2747810"/>
            <a:ext cx="0" cy="27000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5CD603C-4F13-FE2C-33B4-BDD84D975942}"/>
              </a:ext>
            </a:extLst>
          </p:cNvPr>
          <p:cNvSpPr txBox="1"/>
          <p:nvPr/>
        </p:nvSpPr>
        <p:spPr>
          <a:xfrm>
            <a:off x="1459624" y="508106"/>
            <a:ext cx="1704708" cy="553998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(b)</a:t>
            </a:r>
          </a:p>
          <a:p>
            <a:pPr algn="ctr"/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CREATION OF THE GRIDDED OBSERVATIONAL FIELDS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FCF6D4-2C62-A7BB-A782-554728E33CCF}"/>
              </a:ext>
            </a:extLst>
          </p:cNvPr>
          <p:cNvSpPr txBox="1"/>
          <p:nvPr/>
        </p:nvSpPr>
        <p:spPr>
          <a:xfrm>
            <a:off x="1459624" y="1154084"/>
            <a:ext cx="1704708" cy="553998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Temporal grouping into 24-hourly (00 – 00 UTC) accumulation periods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8F791A-03AF-6A2B-D08A-2FDC7562E899}"/>
              </a:ext>
            </a:extLst>
          </p:cNvPr>
          <p:cNvSpPr txBox="1"/>
          <p:nvPr/>
        </p:nvSpPr>
        <p:spPr>
          <a:xfrm>
            <a:off x="1459624" y="1898419"/>
            <a:ext cx="1704708" cy="553998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Spatial mapping into </a:t>
            </a:r>
          </a:p>
          <a:p>
            <a:pPr algn="ctr"/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 grid (reduced Gaussian N320, 31 km)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AE24A63-4283-C348-E148-41789B854312}"/>
              </a:ext>
            </a:extLst>
          </p:cNvPr>
          <p:cNvCxnSpPr>
            <a:cxnSpLocks/>
          </p:cNvCxnSpPr>
          <p:nvPr/>
        </p:nvCxnSpPr>
        <p:spPr>
          <a:xfrm>
            <a:off x="2311978" y="1715226"/>
            <a:ext cx="0" cy="190337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E97EF98-9A66-8BDA-4C84-C4587285DC12}"/>
              </a:ext>
            </a:extLst>
          </p:cNvPr>
          <p:cNvCxnSpPr>
            <a:cxnSpLocks/>
          </p:cNvCxnSpPr>
          <p:nvPr/>
        </p:nvCxnSpPr>
        <p:spPr>
          <a:xfrm>
            <a:off x="1817974" y="2510749"/>
            <a:ext cx="0" cy="190337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26835E8-78CD-484F-A375-25F0A5F987CE}"/>
              </a:ext>
            </a:extLst>
          </p:cNvPr>
          <p:cNvCxnSpPr>
            <a:cxnSpLocks/>
          </p:cNvCxnSpPr>
          <p:nvPr/>
        </p:nvCxnSpPr>
        <p:spPr>
          <a:xfrm>
            <a:off x="2721695" y="2510749"/>
            <a:ext cx="0" cy="190337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95015480-EE54-E95F-17D5-9449DFA15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325"/>
          <a:stretch>
            <a:fillRect/>
          </a:stretch>
        </p:blipFill>
        <p:spPr>
          <a:xfrm>
            <a:off x="2370406" y="3135855"/>
            <a:ext cx="729922" cy="71521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D9D865EB-1F18-14FE-26C7-19BAF52B20E4}"/>
              </a:ext>
            </a:extLst>
          </p:cNvPr>
          <p:cNvSpPr txBox="1"/>
          <p:nvPr/>
        </p:nvSpPr>
        <p:spPr>
          <a:xfrm>
            <a:off x="1500718" y="2711778"/>
            <a:ext cx="677300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Point report</a:t>
            </a:r>
          </a:p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(Nearest grid-box)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7816E59-8B07-4D98-C917-C42CC54168D5}"/>
              </a:ext>
            </a:extLst>
          </p:cNvPr>
          <p:cNvSpPr txBox="1"/>
          <p:nvPr/>
        </p:nvSpPr>
        <p:spPr>
          <a:xfrm>
            <a:off x="2308423" y="2711778"/>
            <a:ext cx="849056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Polygon report</a:t>
            </a:r>
          </a:p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(All grid-boxes within polygon)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01569A-59C1-0E07-4C8F-764E4ED22059}"/>
              </a:ext>
            </a:extLst>
          </p:cNvPr>
          <p:cNvSpPr txBox="1"/>
          <p:nvPr/>
        </p:nvSpPr>
        <p:spPr>
          <a:xfrm>
            <a:off x="1563055" y="4109211"/>
            <a:ext cx="1497846" cy="400110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Count the number of reports in each grid-box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667AB7E-0F25-A398-F0F1-25358AC8EBA7}"/>
              </a:ext>
            </a:extLst>
          </p:cNvPr>
          <p:cNvCxnSpPr>
            <a:cxnSpLocks/>
          </p:cNvCxnSpPr>
          <p:nvPr/>
        </p:nvCxnSpPr>
        <p:spPr>
          <a:xfrm>
            <a:off x="2278110" y="3918874"/>
            <a:ext cx="0" cy="190337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A7B0EF48-DED5-5148-BBEE-84B972A0A0F8}"/>
              </a:ext>
            </a:extLst>
          </p:cNvPr>
          <p:cNvSpPr/>
          <p:nvPr/>
        </p:nvSpPr>
        <p:spPr>
          <a:xfrm>
            <a:off x="1405013" y="453956"/>
            <a:ext cx="1759319" cy="4857709"/>
          </a:xfrm>
          <a:prstGeom prst="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130F838-E0D4-14A5-0A6D-2C961FA3F66D}"/>
              </a:ext>
            </a:extLst>
          </p:cNvPr>
          <p:cNvCxnSpPr>
            <a:cxnSpLocks/>
          </p:cNvCxnSpPr>
          <p:nvPr/>
        </p:nvCxnSpPr>
        <p:spPr>
          <a:xfrm rot="16200000">
            <a:off x="3348951" y="2747811"/>
            <a:ext cx="0" cy="27000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EB6414C-6FBA-B99F-4B11-3F4E2CEE6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78" y="2072235"/>
            <a:ext cx="817549" cy="639543"/>
          </a:xfrm>
          <a:prstGeom prst="rect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4D84F46-CC9F-5F9C-D658-0E7843806A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9624" y="3141604"/>
            <a:ext cx="709470" cy="70947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B885E2D-163B-453A-70BF-966A290C73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4410" y="4469381"/>
            <a:ext cx="787400" cy="7874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4B79B93-0C6E-8157-D9C9-1EBD91EBA715}"/>
              </a:ext>
            </a:extLst>
          </p:cNvPr>
          <p:cNvGrpSpPr/>
          <p:nvPr/>
        </p:nvGrpSpPr>
        <p:grpSpPr>
          <a:xfrm>
            <a:off x="3533569" y="1797877"/>
            <a:ext cx="1759319" cy="2169866"/>
            <a:chOff x="3533569" y="1797877"/>
            <a:chExt cx="1759319" cy="2169866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C4F1250-5AF8-C7F6-9A78-271C75A6D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0497" y="3175261"/>
              <a:ext cx="645463" cy="707887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3B97A3E-BF25-2C9C-A028-9CBE8D5603ED}"/>
                </a:ext>
              </a:extLst>
            </p:cNvPr>
            <p:cNvSpPr txBox="1"/>
            <p:nvPr/>
          </p:nvSpPr>
          <p:spPr>
            <a:xfrm>
              <a:off x="3659643" y="1817130"/>
              <a:ext cx="1507170" cy="553998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(c)</a:t>
              </a:r>
              <a:b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</a:br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OBSERVATIONAL GRIDDED FIELD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95484E7-DE8A-893A-111A-9BAC0431DE2B}"/>
                </a:ext>
              </a:extLst>
            </p:cNvPr>
            <p:cNvSpPr txBox="1"/>
            <p:nvPr/>
          </p:nvSpPr>
          <p:spPr>
            <a:xfrm>
              <a:off x="3533569" y="2548421"/>
              <a:ext cx="1759319" cy="608628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Assign         to grid-boxes with </a:t>
              </a:r>
            </a:p>
            <a:p>
              <a:pPr algn="ctr">
                <a:lnSpc>
                  <a:spcPct val="114000"/>
                </a:lnSpc>
              </a:pPr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at least one report;    otherwise (binary field)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317A568-3F89-13AE-99AB-5423B34939E8}"/>
                </a:ext>
              </a:extLst>
            </p:cNvPr>
            <p:cNvSpPr/>
            <p:nvPr/>
          </p:nvSpPr>
          <p:spPr>
            <a:xfrm>
              <a:off x="3560874" y="1797877"/>
              <a:ext cx="1704708" cy="2169866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8CBE8A-D728-A863-6E7E-B69BDCEC8C94}"/>
                </a:ext>
              </a:extLst>
            </p:cNvPr>
            <p:cNvSpPr txBox="1"/>
            <p:nvPr/>
          </p:nvSpPr>
          <p:spPr>
            <a:xfrm>
              <a:off x="4015723" y="2591169"/>
              <a:ext cx="180000" cy="180000"/>
            </a:xfrm>
            <a:prstGeom prst="rect">
              <a:avLst/>
            </a:prstGeom>
            <a:solidFill>
              <a:srgbClr val="ADDFE0"/>
            </a:solidFill>
          </p:spPr>
          <p:txBody>
            <a:bodyPr wrap="none" rtlCol="0">
              <a:spAutoFit/>
            </a:bodyPr>
            <a:lstStyle/>
            <a:p>
              <a:endParaRPr lang="it-IT" sz="1200" b="1" dirty="0">
                <a:solidFill>
                  <a:srgbClr val="60AE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68D853-B4DB-1139-485A-2696D64CD685}"/>
                </a:ext>
              </a:extLst>
            </p:cNvPr>
            <p:cNvSpPr txBox="1"/>
            <p:nvPr/>
          </p:nvSpPr>
          <p:spPr>
            <a:xfrm>
              <a:off x="3974116" y="253443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olidFill>
                    <a:srgbClr val="60AEBB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it-IT" sz="1200" b="1" dirty="0">
                <a:solidFill>
                  <a:srgbClr val="60AE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E281B1-96B6-9580-6F86-551F986094BC}"/>
                </a:ext>
              </a:extLst>
            </p:cNvPr>
            <p:cNvSpPr txBox="1"/>
            <p:nvPr/>
          </p:nvSpPr>
          <p:spPr>
            <a:xfrm>
              <a:off x="4938440" y="2771159"/>
              <a:ext cx="180000" cy="180000"/>
            </a:xfrm>
            <a:prstGeom prst="rect">
              <a:avLst/>
            </a:prstGeom>
            <a:solidFill>
              <a:srgbClr val="D4B193"/>
            </a:solidFill>
          </p:spPr>
          <p:txBody>
            <a:bodyPr wrap="none" rtlCol="0">
              <a:spAutoFit/>
            </a:bodyPr>
            <a:lstStyle/>
            <a:p>
              <a:endParaRPr lang="it-IT" sz="1200" b="1" dirty="0">
                <a:solidFill>
                  <a:srgbClr val="60AE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0766EE-FB1E-3E60-CC59-657F79EDDB42}"/>
                </a:ext>
              </a:extLst>
            </p:cNvPr>
            <p:cNvSpPr txBox="1"/>
            <p:nvPr/>
          </p:nvSpPr>
          <p:spPr>
            <a:xfrm>
              <a:off x="4896833" y="271442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it-IT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527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108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2026-01-22T16:54:46Z</dcterms:created>
  <dcterms:modified xsi:type="dcterms:W3CDTF">2026-01-22T22:04:07Z</dcterms:modified>
</cp:coreProperties>
</file>