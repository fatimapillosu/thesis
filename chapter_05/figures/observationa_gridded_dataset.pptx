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292725" cy="5364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48D9D5-600E-4759-BC05-5B38C92E3F5B}" v="34" dt="2026-01-22T18:03:16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8" autoAdjust="0"/>
    <p:restoredTop sz="95033" autoAdjust="0"/>
  </p:normalViewPr>
  <p:slideViewPr>
    <p:cSldViewPr snapToGrid="0">
      <p:cViewPr>
        <p:scale>
          <a:sx n="90" d="100"/>
          <a:sy n="90" d="100"/>
        </p:scale>
        <p:origin x="2309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2T18:03:25.533" v="855" actId="1036"/>
      <pc:docMkLst>
        <pc:docMk/>
      </pc:docMkLst>
      <pc:sldChg chg="addSp delSp modSp mod">
        <pc:chgData name="Fatima Pillosu" userId="a6295d4dc9e22643" providerId="LiveId" clId="{87453732-75AC-4426-B5D3-B7C69C2D4F54}" dt="2026-01-22T18:03:25.533" v="855" actId="1036"/>
        <pc:sldMkLst>
          <pc:docMk/>
          <pc:sldMk cId="4155273118" sldId="256"/>
        </pc:sldMkLst>
        <pc:spChg chg="del mod">
          <ac:chgData name="Fatima Pillosu" userId="a6295d4dc9e22643" providerId="LiveId" clId="{87453732-75AC-4426-B5D3-B7C69C2D4F54}" dt="2026-01-22T18:03:02.619" v="851" actId="21"/>
          <ac:spMkLst>
            <pc:docMk/>
            <pc:sldMk cId="4155273118" sldId="256"/>
            <ac:spMk id="4" creationId="{3CCAD409-6CE6-14B6-591D-924DE4834C1E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6" creationId="{1B34B031-7420-8898-3E1B-0B900661C307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8" creationId="{753E959C-8472-9A74-C109-3EE07465250B}"/>
          </ac:spMkLst>
        </pc:spChg>
        <pc:spChg chg="add del mod">
          <ac:chgData name="Fatima Pillosu" userId="a6295d4dc9e22643" providerId="LiveId" clId="{87453732-75AC-4426-B5D3-B7C69C2D4F54}" dt="2026-01-22T17:31:55.251" v="534" actId="478"/>
          <ac:spMkLst>
            <pc:docMk/>
            <pc:sldMk cId="4155273118" sldId="256"/>
            <ac:spMk id="9" creationId="{BDC9FCB4-E10E-2DC7-5685-3578E65076FD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13" creationId="{DFB1869D-8E4B-C883-7CF1-DF24DF8699F4}"/>
          </ac:spMkLst>
        </pc:spChg>
        <pc:spChg chg="mod">
          <ac:chgData name="Fatima Pillosu" userId="a6295d4dc9e22643" providerId="LiveId" clId="{87453732-75AC-4426-B5D3-B7C69C2D4F54}" dt="2026-01-22T17:32:51.608" v="538" actId="164"/>
          <ac:spMkLst>
            <pc:docMk/>
            <pc:sldMk cId="4155273118" sldId="256"/>
            <ac:spMk id="14" creationId="{FBCEE915-9377-42DB-3A45-4538306A8F72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15" creationId="{D5CD603C-4F13-FE2C-33B4-BDD84D975942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18" creationId="{CEFCF6D4-2C62-A7BB-A782-554728E33CCF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19" creationId="{4B8F791A-03AF-6A2B-D08A-2FDC7562E899}"/>
          </ac:spMkLst>
        </pc:spChg>
        <pc:spChg chg="add del">
          <ac:chgData name="Fatima Pillosu" userId="a6295d4dc9e22643" providerId="LiveId" clId="{87453732-75AC-4426-B5D3-B7C69C2D4F54}" dt="2026-01-22T17:13:37.784" v="239" actId="478"/>
          <ac:spMkLst>
            <pc:docMk/>
            <pc:sldMk cId="4155273118" sldId="256"/>
            <ac:spMk id="20" creationId="{F6EE8D70-8185-87EF-398D-5D8675E244AC}"/>
          </ac:spMkLst>
        </pc:spChg>
        <pc:spChg chg="add mod">
          <ac:chgData name="Fatima Pillosu" userId="a6295d4dc9e22643" providerId="LiveId" clId="{87453732-75AC-4426-B5D3-B7C69C2D4F54}" dt="2026-01-22T17:41:42.495" v="771" actId="164"/>
          <ac:spMkLst>
            <pc:docMk/>
            <pc:sldMk cId="4155273118" sldId="256"/>
            <ac:spMk id="23" creationId="{D9D865EB-1F18-14FE-26C7-19BAF52B20E4}"/>
          </ac:spMkLst>
        </pc:spChg>
        <pc:spChg chg="add mod">
          <ac:chgData name="Fatima Pillosu" userId="a6295d4dc9e22643" providerId="LiveId" clId="{87453732-75AC-4426-B5D3-B7C69C2D4F54}" dt="2026-01-22T17:41:42.495" v="771" actId="164"/>
          <ac:spMkLst>
            <pc:docMk/>
            <pc:sldMk cId="4155273118" sldId="256"/>
            <ac:spMk id="24" creationId="{B7816E59-8B07-4D98-C917-C42CC54168D5}"/>
          </ac:spMkLst>
        </pc:spChg>
        <pc:spChg chg="add mod">
          <ac:chgData name="Fatima Pillosu" userId="a6295d4dc9e22643" providerId="LiveId" clId="{87453732-75AC-4426-B5D3-B7C69C2D4F54}" dt="2026-01-22T17:59:41.938" v="806" actId="164"/>
          <ac:spMkLst>
            <pc:docMk/>
            <pc:sldMk cId="4155273118" sldId="256"/>
            <ac:spMk id="25" creationId="{2B01569A-59C1-0E07-4C8F-764E4ED22059}"/>
          </ac:spMkLst>
        </pc:spChg>
        <pc:spChg chg="add mod">
          <ac:chgData name="Fatima Pillosu" userId="a6295d4dc9e22643" providerId="LiveId" clId="{87453732-75AC-4426-B5D3-B7C69C2D4F54}" dt="2026-01-22T17:32:41.688" v="536" actId="164"/>
          <ac:spMkLst>
            <pc:docMk/>
            <pc:sldMk cId="4155273118" sldId="256"/>
            <ac:spMk id="29" creationId="{FD04F017-4168-C917-58D4-529886D5B5B1}"/>
          </ac:spMkLst>
        </pc:spChg>
        <pc:spChg chg="add mod">
          <ac:chgData name="Fatima Pillosu" userId="a6295d4dc9e22643" providerId="LiveId" clId="{87453732-75AC-4426-B5D3-B7C69C2D4F54}" dt="2026-01-22T17:39:06.413" v="720" actId="20577"/>
          <ac:spMkLst>
            <pc:docMk/>
            <pc:sldMk cId="4155273118" sldId="256"/>
            <ac:spMk id="30" creationId="{8F3E5D51-D014-7642-6B81-C4556D291914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5" creationId="{B6F5B2D0-F279-FD1D-7790-ED13A0E4194E}"/>
          </ac:spMkLst>
        </pc:spChg>
        <pc:spChg chg="add del mod">
          <ac:chgData name="Fatima Pillosu" userId="a6295d4dc9e22643" providerId="LiveId" clId="{87453732-75AC-4426-B5D3-B7C69C2D4F54}" dt="2026-01-22T17:35:18.548" v="571" actId="478"/>
          <ac:spMkLst>
            <pc:docMk/>
            <pc:sldMk cId="4155273118" sldId="256"/>
            <ac:spMk id="36" creationId="{A318BE84-EF23-1704-61FD-6B02E7406C44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7" creationId="{BA389953-71F5-8D9C-A4CF-52C541BED022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8" creationId="{D68FE5DA-7152-2EB5-41B2-E04811FA06AD}"/>
          </ac:spMkLst>
        </pc:spChg>
        <pc:spChg chg="add mod">
          <ac:chgData name="Fatima Pillosu" userId="a6295d4dc9e22643" providerId="LiveId" clId="{87453732-75AC-4426-B5D3-B7C69C2D4F54}" dt="2026-01-22T17:37:24.457" v="640" actId="164"/>
          <ac:spMkLst>
            <pc:docMk/>
            <pc:sldMk cId="4155273118" sldId="256"/>
            <ac:spMk id="39" creationId="{7BA628CE-D7DB-3D9A-B38F-8AEB15347E1A}"/>
          </ac:spMkLst>
        </pc:spChg>
        <pc:spChg chg="add mod">
          <ac:chgData name="Fatima Pillosu" userId="a6295d4dc9e22643" providerId="LiveId" clId="{87453732-75AC-4426-B5D3-B7C69C2D4F54}" dt="2026-01-22T18:01:14.143" v="825" actId="12788"/>
          <ac:spMkLst>
            <pc:docMk/>
            <pc:sldMk cId="4155273118" sldId="256"/>
            <ac:spMk id="45" creationId="{83B97A3E-BF25-2C9C-A028-9CBE8D5603ED}"/>
          </ac:spMkLst>
        </pc:spChg>
        <pc:spChg chg="add mod">
          <ac:chgData name="Fatima Pillosu" userId="a6295d4dc9e22643" providerId="LiveId" clId="{87453732-75AC-4426-B5D3-B7C69C2D4F54}" dt="2026-01-22T18:01:14.143" v="825" actId="12788"/>
          <ac:spMkLst>
            <pc:docMk/>
            <pc:sldMk cId="4155273118" sldId="256"/>
            <ac:spMk id="46" creationId="{495484E7-DE8A-893A-111A-9BAC0431DE2B}"/>
          </ac:spMkLst>
        </pc:spChg>
        <pc:spChg chg="add mod">
          <ac:chgData name="Fatima Pillosu" userId="a6295d4dc9e22643" providerId="LiveId" clId="{87453732-75AC-4426-B5D3-B7C69C2D4F54}" dt="2026-01-22T18:00:53.176" v="821" actId="164"/>
          <ac:spMkLst>
            <pc:docMk/>
            <pc:sldMk cId="4155273118" sldId="256"/>
            <ac:spMk id="51" creationId="{A7B0EF48-DED5-5148-BBEE-84B972A0A0F8}"/>
          </ac:spMkLst>
        </pc:spChg>
        <pc:spChg chg="add mod">
          <ac:chgData name="Fatima Pillosu" userId="a6295d4dc9e22643" providerId="LiveId" clId="{87453732-75AC-4426-B5D3-B7C69C2D4F54}" dt="2026-01-22T18:01:34.213" v="828" actId="164"/>
          <ac:spMkLst>
            <pc:docMk/>
            <pc:sldMk cId="4155273118" sldId="256"/>
            <ac:spMk id="53" creationId="{2317A568-3F89-13AE-99AB-5423B34939E8}"/>
          </ac:spMkLst>
        </pc:spChg>
        <pc:spChg chg="add del">
          <ac:chgData name="Fatima Pillosu" userId="a6295d4dc9e22643" providerId="LiveId" clId="{87453732-75AC-4426-B5D3-B7C69C2D4F54}" dt="2026-01-22T18:03:00.869" v="850" actId="478"/>
          <ac:spMkLst>
            <pc:docMk/>
            <pc:sldMk cId="4155273118" sldId="256"/>
            <ac:spMk id="56" creationId="{E9712F4F-7B86-5E93-029B-6B3B9D3CF0A6}"/>
          </ac:spMkLst>
        </pc:spChg>
        <pc:spChg chg="add 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57" creationId="{3CCAD409-6CE6-14B6-591D-924DE4834C1E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0" creationId="{753E959C-8472-9A74-C109-3EE07465250B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3" creationId="{DFB1869D-8E4B-C883-7CF1-DF24DF8699F4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4" creationId="{FBCEE915-9377-42DB-3A45-4538306A8F72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69" creationId="{D5CD603C-4F13-FE2C-33B4-BDD84D975942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70" creationId="{CEFCF6D4-2C62-A7BB-A782-554728E33CCF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74" creationId="{2B01569A-59C1-0E07-4C8F-764E4ED22059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81" creationId="{B7816E59-8B07-4D98-C917-C42CC54168D5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84" creationId="{2317A568-3F89-13AE-99AB-5423B34939E8}"/>
          </ac:spMkLst>
        </pc:spChg>
        <pc:spChg chg="mod">
          <ac:chgData name="Fatima Pillosu" userId="a6295d4dc9e22643" providerId="LiveId" clId="{87453732-75AC-4426-B5D3-B7C69C2D4F54}" dt="2026-01-22T18:03:16.719" v="852"/>
          <ac:spMkLst>
            <pc:docMk/>
            <pc:sldMk cId="4155273118" sldId="256"/>
            <ac:spMk id="87" creationId="{495484E7-DE8A-893A-111A-9BAC0431DE2B}"/>
          </ac:spMkLst>
        </pc:spChg>
        <pc:grpChg chg="add del mod">
          <ac:chgData name="Fatima Pillosu" userId="a6295d4dc9e22643" providerId="LiveId" clId="{87453732-75AC-4426-B5D3-B7C69C2D4F54}" dt="2026-01-22T17:58:56.377" v="794" actId="478"/>
          <ac:grpSpMkLst>
            <pc:docMk/>
            <pc:sldMk cId="4155273118" sldId="256"/>
            <ac:grpSpMk id="31" creationId="{D6D78F77-5976-3055-8B22-8BBE50B76ACF}"/>
          </ac:grpSpMkLst>
        </pc:grpChg>
        <pc:grpChg chg="add del mod">
          <ac:chgData name="Fatima Pillosu" userId="a6295d4dc9e22643" providerId="LiveId" clId="{87453732-75AC-4426-B5D3-B7C69C2D4F54}" dt="2026-01-22T18:03:02.619" v="851" actId="21"/>
          <ac:grpSpMkLst>
            <pc:docMk/>
            <pc:sldMk cId="4155273118" sldId="256"/>
            <ac:grpSpMk id="32" creationId="{137BA4D6-EF19-645A-AC14-9590163A8750}"/>
          </ac:grpSpMkLst>
        </pc:grpChg>
        <pc:grpChg chg="add del mod">
          <ac:chgData name="Fatima Pillosu" userId="a6295d4dc9e22643" providerId="LiveId" clId="{87453732-75AC-4426-B5D3-B7C69C2D4F54}" dt="2026-01-22T17:58:56.377" v="794" actId="478"/>
          <ac:grpSpMkLst>
            <pc:docMk/>
            <pc:sldMk cId="4155273118" sldId="256"/>
            <ac:grpSpMk id="40" creationId="{91377468-D19E-F150-C8C1-79423A62D26D}"/>
          </ac:grpSpMkLst>
        </pc:grpChg>
        <pc:grpChg chg="add mod">
          <ac:chgData name="Fatima Pillosu" userId="a6295d4dc9e22643" providerId="LiveId" clId="{87453732-75AC-4426-B5D3-B7C69C2D4F54}" dt="2026-01-22T17:59:41.938" v="806" actId="164"/>
          <ac:grpSpMkLst>
            <pc:docMk/>
            <pc:sldMk cId="4155273118" sldId="256"/>
            <ac:grpSpMk id="42" creationId="{57E7CA52-9BF7-A4E2-C3A3-A8E7AC2240D5}"/>
          </ac:grpSpMkLst>
        </pc:grpChg>
        <pc:grpChg chg="add mod">
          <ac:chgData name="Fatima Pillosu" userId="a6295d4dc9e22643" providerId="LiveId" clId="{87453732-75AC-4426-B5D3-B7C69C2D4F54}" dt="2026-01-22T18:01:34.213" v="828" actId="164"/>
          <ac:grpSpMkLst>
            <pc:docMk/>
            <pc:sldMk cId="4155273118" sldId="256"/>
            <ac:grpSpMk id="47" creationId="{9A6D2E77-AAF9-D3A8-D746-CFFEEFE17520}"/>
          </ac:grpSpMkLst>
        </pc:grpChg>
        <pc:grpChg chg="add mod">
          <ac:chgData name="Fatima Pillosu" userId="a6295d4dc9e22643" providerId="LiveId" clId="{87453732-75AC-4426-B5D3-B7C69C2D4F54}" dt="2026-01-22T18:00:53.176" v="821" actId="164"/>
          <ac:grpSpMkLst>
            <pc:docMk/>
            <pc:sldMk cId="4155273118" sldId="256"/>
            <ac:grpSpMk id="48" creationId="{58E62E77-BB6C-A046-35AA-DC05DBEFBFA1}"/>
          </ac:grpSpMkLst>
        </pc:grpChg>
        <pc:grpChg chg="add del mod">
          <ac:chgData name="Fatima Pillosu" userId="a6295d4dc9e22643" providerId="LiveId" clId="{87453732-75AC-4426-B5D3-B7C69C2D4F54}" dt="2026-01-22T18:03:02.619" v="851" actId="21"/>
          <ac:grpSpMkLst>
            <pc:docMk/>
            <pc:sldMk cId="4155273118" sldId="256"/>
            <ac:grpSpMk id="52" creationId="{5E27E50A-D03C-22F6-0885-3C85A9CB3077}"/>
          </ac:grpSpMkLst>
        </pc:grpChg>
        <pc:grpChg chg="add del mod">
          <ac:chgData name="Fatima Pillosu" userId="a6295d4dc9e22643" providerId="LiveId" clId="{87453732-75AC-4426-B5D3-B7C69C2D4F54}" dt="2026-01-22T18:03:02.619" v="851" actId="21"/>
          <ac:grpSpMkLst>
            <pc:docMk/>
            <pc:sldMk cId="4155273118" sldId="256"/>
            <ac:grpSpMk id="54" creationId="{872DB2F7-6FAA-CB54-86FF-3765AD701207}"/>
          </ac:grpSpMkLst>
        </pc:grpChg>
        <pc:grpChg chg="mod">
          <ac:chgData name="Fatima Pillosu" userId="a6295d4dc9e22643" providerId="LiveId" clId="{87453732-75AC-4426-B5D3-B7C69C2D4F54}" dt="2026-01-22T18:03:25.533" v="855" actId="1036"/>
          <ac:grpSpMkLst>
            <pc:docMk/>
            <pc:sldMk cId="4155273118" sldId="256"/>
            <ac:grpSpMk id="58" creationId="{137BA4D6-EF19-645A-AC14-9590163A8750}"/>
          </ac:grpSpMkLst>
        </pc:grpChg>
        <pc:grpChg chg="mod">
          <ac:chgData name="Fatima Pillosu" userId="a6295d4dc9e22643" providerId="LiveId" clId="{87453732-75AC-4426-B5D3-B7C69C2D4F54}" dt="2026-01-22T18:03:25.533" v="855" actId="1036"/>
          <ac:grpSpMkLst>
            <pc:docMk/>
            <pc:sldMk cId="4155273118" sldId="256"/>
            <ac:grpSpMk id="66" creationId="{5E27E50A-D03C-22F6-0885-3C85A9CB3077}"/>
          </ac:grpSpMkLst>
        </pc:grpChg>
        <pc:grpChg chg="mod">
          <ac:chgData name="Fatima Pillosu" userId="a6295d4dc9e22643" providerId="LiveId" clId="{87453732-75AC-4426-B5D3-B7C69C2D4F54}" dt="2026-01-22T18:03:25.533" v="855" actId="1036"/>
          <ac:grpSpMkLst>
            <pc:docMk/>
            <pc:sldMk cId="4155273118" sldId="256"/>
            <ac:grpSpMk id="82" creationId="{872DB2F7-6FAA-CB54-86FF-3765AD701207}"/>
          </ac:grpSpMkLst>
        </pc:grpChg>
        <pc:picChg chg="mod">
          <ac:chgData name="Fatima Pillosu" userId="a6295d4dc9e22643" providerId="LiveId" clId="{87453732-75AC-4426-B5D3-B7C69C2D4F54}" dt="2026-01-22T17:32:51.608" v="538" actId="164"/>
          <ac:picMkLst>
            <pc:docMk/>
            <pc:sldMk cId="4155273118" sldId="256"/>
            <ac:picMk id="10" creationId="{F335CD81-03A7-E1AB-27C8-22963CF87DD5}"/>
          </ac:picMkLst>
        </pc:picChg>
        <pc:picChg chg="mod">
          <ac:chgData name="Fatima Pillosu" userId="a6295d4dc9e22643" providerId="LiveId" clId="{87453732-75AC-4426-B5D3-B7C69C2D4F54}" dt="2026-01-22T17:32:51.608" v="538" actId="164"/>
          <ac:picMkLst>
            <pc:docMk/>
            <pc:sldMk cId="4155273118" sldId="256"/>
            <ac:picMk id="12" creationId="{3D3B9EFC-0642-047D-B450-DC54EC1AF6A4}"/>
          </ac:picMkLst>
        </pc:picChg>
        <pc:picChg chg="add del mod">
          <ac:chgData name="Fatima Pillosu" userId="a6295d4dc9e22643" providerId="LiveId" clId="{87453732-75AC-4426-B5D3-B7C69C2D4F54}" dt="2026-01-22T17:22:28.058" v="327" actId="478"/>
          <ac:picMkLst>
            <pc:docMk/>
            <pc:sldMk cId="4155273118" sldId="256"/>
            <ac:picMk id="16" creationId="{0CB55A7A-E84A-159B-43B8-3E8F60F31E2F}"/>
          </ac:picMkLst>
        </pc:picChg>
        <pc:picChg chg="add del mod">
          <ac:chgData name="Fatima Pillosu" userId="a6295d4dc9e22643" providerId="LiveId" clId="{87453732-75AC-4426-B5D3-B7C69C2D4F54}" dt="2026-01-22T17:30:07.594" v="470" actId="478"/>
          <ac:picMkLst>
            <pc:docMk/>
            <pc:sldMk cId="4155273118" sldId="256"/>
            <ac:picMk id="17" creationId="{6E396455-888C-72BB-4BF2-E634ADBBAD80}"/>
          </ac:picMkLst>
        </pc:picChg>
        <pc:picChg chg="add mod">
          <ac:chgData name="Fatima Pillosu" userId="a6295d4dc9e22643" providerId="LiveId" clId="{87453732-75AC-4426-B5D3-B7C69C2D4F54}" dt="2026-01-22T17:41:42.495" v="771" actId="164"/>
          <ac:picMkLst>
            <pc:docMk/>
            <pc:sldMk cId="4155273118" sldId="256"/>
            <ac:picMk id="22" creationId="{95015480-EE54-E95F-17D5-9449DFA1515E}"/>
          </ac:picMkLst>
        </pc:picChg>
        <pc:picChg chg="add mod">
          <ac:chgData name="Fatima Pillosu" userId="a6295d4dc9e22643" providerId="LiveId" clId="{87453732-75AC-4426-B5D3-B7C69C2D4F54}" dt="2026-01-22T17:32:41.688" v="536" actId="164"/>
          <ac:picMkLst>
            <pc:docMk/>
            <pc:sldMk cId="4155273118" sldId="256"/>
            <ac:picMk id="28" creationId="{219483BE-85B4-51ED-5EC9-19EDDC674BAD}"/>
          </ac:picMkLst>
        </pc:picChg>
        <pc:picChg chg="add mod">
          <ac:chgData name="Fatima Pillosu" userId="a6295d4dc9e22643" providerId="LiveId" clId="{87453732-75AC-4426-B5D3-B7C69C2D4F54}" dt="2026-01-22T17:37:24.457" v="640" actId="164"/>
          <ac:picMkLst>
            <pc:docMk/>
            <pc:sldMk cId="4155273118" sldId="256"/>
            <ac:picMk id="34" creationId="{F8D42012-C858-158B-9E4E-A3417EB403DD}"/>
          </ac:picMkLst>
        </pc:picChg>
        <pc:picChg chg="add mod modCrop">
          <ac:chgData name="Fatima Pillosu" userId="a6295d4dc9e22643" providerId="LiveId" clId="{87453732-75AC-4426-B5D3-B7C69C2D4F54}" dt="2026-01-22T17:59:41.938" v="806" actId="164"/>
          <ac:picMkLst>
            <pc:docMk/>
            <pc:sldMk cId="4155273118" sldId="256"/>
            <ac:picMk id="41" creationId="{65235F20-5D5A-B0D1-9DF3-817E37973F25}"/>
          </ac:picMkLst>
        </pc:picChg>
        <pc:picChg chg="add mod">
          <ac:chgData name="Fatima Pillosu" userId="a6295d4dc9e22643" providerId="LiveId" clId="{87453732-75AC-4426-B5D3-B7C69C2D4F54}" dt="2026-01-22T17:59:29.182" v="804" actId="164"/>
          <ac:picMkLst>
            <pc:docMk/>
            <pc:sldMk cId="4155273118" sldId="256"/>
            <ac:picMk id="44" creationId="{7C4F1250-5AF8-C7F6-9A78-271C75A6DE07}"/>
          </ac:picMkLst>
        </pc:picChg>
        <pc:cxnChg chg="add mod">
          <ac:chgData name="Fatima Pillosu" userId="a6295d4dc9e22643" providerId="LiveId" clId="{87453732-75AC-4426-B5D3-B7C69C2D4F54}" dt="2026-01-22T17:59:41.938" v="806" actId="164"/>
          <ac:cxnSpMkLst>
            <pc:docMk/>
            <pc:sldMk cId="4155273118" sldId="256"/>
            <ac:cxnSpMk id="3" creationId="{4AE24A63-4283-C348-E148-41789B854312}"/>
          </ac:cxnSpMkLst>
        </pc:cxnChg>
        <pc:cxnChg chg="add mod">
          <ac:chgData name="Fatima Pillosu" userId="a6295d4dc9e22643" providerId="LiveId" clId="{87453732-75AC-4426-B5D3-B7C69C2D4F54}" dt="2026-01-22T17:41:57.807" v="773" actId="555"/>
          <ac:cxnSpMkLst>
            <pc:docMk/>
            <pc:sldMk cId="4155273118" sldId="256"/>
            <ac:cxnSpMk id="5" creationId="{BE97EF98-9A66-8BDA-4C84-C4587285DC12}"/>
          </ac:cxnSpMkLst>
        </pc:cxnChg>
        <pc:cxnChg chg="add mod">
          <ac:chgData name="Fatima Pillosu" userId="a6295d4dc9e22643" providerId="LiveId" clId="{87453732-75AC-4426-B5D3-B7C69C2D4F54}" dt="2026-01-22T17:41:57.807" v="773" actId="555"/>
          <ac:cxnSpMkLst>
            <pc:docMk/>
            <pc:sldMk cId="4155273118" sldId="256"/>
            <ac:cxnSpMk id="7" creationId="{C26835E8-78CD-484F-A375-25F0A5F987CE}"/>
          </ac:cxnSpMkLst>
        </pc:cxnChg>
        <pc:cxnChg chg="add mod">
          <ac:chgData name="Fatima Pillosu" userId="a6295d4dc9e22643" providerId="LiveId" clId="{87453732-75AC-4426-B5D3-B7C69C2D4F54}" dt="2026-01-22T17:59:41.938" v="806" actId="164"/>
          <ac:cxnSpMkLst>
            <pc:docMk/>
            <pc:sldMk cId="4155273118" sldId="256"/>
            <ac:cxnSpMk id="26" creationId="{5667AB7E-0F25-A398-F0F1-25358AC8EBA7}"/>
          </ac:cxnSpMkLst>
        </pc:cxnChg>
        <pc:cxnChg chg="add del mod">
          <ac:chgData name="Fatima Pillosu" userId="a6295d4dc9e22643" providerId="LiveId" clId="{87453732-75AC-4426-B5D3-B7C69C2D4F54}" dt="2026-01-22T18:03:02.619" v="851" actId="21"/>
          <ac:cxnSpMkLst>
            <pc:docMk/>
            <pc:sldMk cId="4155273118" sldId="256"/>
            <ac:cxnSpMk id="49" creationId="{A813C677-2097-48E7-768D-695BBA32F8AE}"/>
          </ac:cxnSpMkLst>
        </pc:cxnChg>
        <pc:cxnChg chg="add mod">
          <ac:chgData name="Fatima Pillosu" userId="a6295d4dc9e22643" providerId="LiveId" clId="{87453732-75AC-4426-B5D3-B7C69C2D4F54}" dt="2026-01-22T18:00:21.834" v="816"/>
          <ac:cxnSpMkLst>
            <pc:docMk/>
            <pc:sldMk cId="4155273118" sldId="256"/>
            <ac:cxnSpMk id="50" creationId="{AD82F1B1-D721-81A3-846B-EF3EFA18E769}"/>
          </ac:cxnSpMkLst>
        </pc:cxnChg>
        <pc:cxnChg chg="add del mod">
          <ac:chgData name="Fatima Pillosu" userId="a6295d4dc9e22643" providerId="LiveId" clId="{87453732-75AC-4426-B5D3-B7C69C2D4F54}" dt="2026-01-22T18:03:02.619" v="851" actId="21"/>
          <ac:cxnSpMkLst>
            <pc:docMk/>
            <pc:sldMk cId="4155273118" sldId="256"/>
            <ac:cxnSpMk id="55" creationId="{2130F838-E0D4-14A5-0A6D-2C961FA3F66D}"/>
          </ac:cxnSpMkLst>
        </pc:cxnChg>
        <pc:cxnChg chg="mod">
          <ac:chgData name="Fatima Pillosu" userId="a6295d4dc9e22643" providerId="LiveId" clId="{87453732-75AC-4426-B5D3-B7C69C2D4F54}" dt="2026-01-22T18:03:25.533" v="855" actId="1036"/>
          <ac:cxnSpMkLst>
            <pc:docMk/>
            <pc:sldMk cId="4155273118" sldId="256"/>
            <ac:cxnSpMk id="65" creationId="{A813C677-2097-48E7-768D-695BBA32F8AE}"/>
          </ac:cxnSpMkLst>
        </pc:cxnChg>
        <pc:cxnChg chg="mod">
          <ac:chgData name="Fatima Pillosu" userId="a6295d4dc9e22643" providerId="LiveId" clId="{87453732-75AC-4426-B5D3-B7C69C2D4F54}" dt="2026-01-22T18:03:25.533" v="855" actId="1036"/>
          <ac:cxnSpMkLst>
            <pc:docMk/>
            <pc:sldMk cId="4155273118" sldId="256"/>
            <ac:cxnSpMk id="88" creationId="{2130F838-E0D4-14A5-0A6D-2C961FA3F66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955" y="877886"/>
            <a:ext cx="4498816" cy="1867523"/>
          </a:xfrm>
        </p:spPr>
        <p:txBody>
          <a:bodyPr anchor="b"/>
          <a:lstStyle>
            <a:lvl1pPr algn="ctr">
              <a:defRPr sz="34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1591" y="2817428"/>
            <a:ext cx="3969544" cy="1295097"/>
          </a:xfrm>
        </p:spPr>
        <p:txBody>
          <a:bodyPr/>
          <a:lstStyle>
            <a:lvl1pPr marL="0" indent="0" algn="ctr">
              <a:buNone/>
              <a:defRPr sz="1389"/>
            </a:lvl1pPr>
            <a:lvl2pPr marL="264627" indent="0" algn="ctr">
              <a:buNone/>
              <a:defRPr sz="1158"/>
            </a:lvl2pPr>
            <a:lvl3pPr marL="529255" indent="0" algn="ctr">
              <a:buNone/>
              <a:defRPr sz="1042"/>
            </a:lvl3pPr>
            <a:lvl4pPr marL="793882" indent="0" algn="ctr">
              <a:buNone/>
              <a:defRPr sz="926"/>
            </a:lvl4pPr>
            <a:lvl5pPr marL="1058509" indent="0" algn="ctr">
              <a:buNone/>
              <a:defRPr sz="926"/>
            </a:lvl5pPr>
            <a:lvl6pPr marL="1323137" indent="0" algn="ctr">
              <a:buNone/>
              <a:defRPr sz="926"/>
            </a:lvl6pPr>
            <a:lvl7pPr marL="1587764" indent="0" algn="ctr">
              <a:buNone/>
              <a:defRPr sz="926"/>
            </a:lvl7pPr>
            <a:lvl8pPr marL="1852392" indent="0" algn="ctr">
              <a:buNone/>
              <a:defRPr sz="926"/>
            </a:lvl8pPr>
            <a:lvl9pPr marL="2117019" indent="0" algn="ctr">
              <a:buNone/>
              <a:defRPr sz="9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990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712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19" y="1337317"/>
            <a:ext cx="4564975" cy="2231342"/>
          </a:xfrm>
        </p:spPr>
        <p:txBody>
          <a:bodyPr anchor="b"/>
          <a:lstStyle>
            <a:lvl1pPr>
              <a:defRPr sz="34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19" y="3589769"/>
            <a:ext cx="4564975" cy="1173410"/>
          </a:xfrm>
        </p:spPr>
        <p:txBody>
          <a:bodyPr/>
          <a:lstStyle>
            <a:lvl1pPr marL="0" indent="0">
              <a:buNone/>
              <a:defRPr sz="1389">
                <a:solidFill>
                  <a:schemeClr val="tx1">
                    <a:tint val="82000"/>
                  </a:schemeClr>
                </a:solidFill>
              </a:defRPr>
            </a:lvl1pPr>
            <a:lvl2pPr marL="264627" indent="0">
              <a:buNone/>
              <a:defRPr sz="1158">
                <a:solidFill>
                  <a:schemeClr val="tx1">
                    <a:tint val="82000"/>
                  </a:schemeClr>
                </a:solidFill>
              </a:defRPr>
            </a:lvl2pPr>
            <a:lvl3pPr marL="529255" indent="0">
              <a:buNone/>
              <a:defRPr sz="1042">
                <a:solidFill>
                  <a:schemeClr val="tx1">
                    <a:tint val="82000"/>
                  </a:schemeClr>
                </a:solidFill>
              </a:defRPr>
            </a:lvl3pPr>
            <a:lvl4pPr marL="793882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4pPr>
            <a:lvl5pPr marL="1058509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5pPr>
            <a:lvl6pPr marL="1323137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6pPr>
            <a:lvl7pPr marL="1587764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7pPr>
            <a:lvl8pPr marL="1852392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8pPr>
            <a:lvl9pPr marL="2117019" indent="0">
              <a:buNone/>
              <a:defRPr sz="92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71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3875" y="1427960"/>
            <a:ext cx="2249408" cy="340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79442" y="1427960"/>
            <a:ext cx="2249408" cy="340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022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64" y="285593"/>
            <a:ext cx="4564975" cy="1036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565" y="1314965"/>
            <a:ext cx="2239070" cy="644444"/>
          </a:xfrm>
        </p:spPr>
        <p:txBody>
          <a:bodyPr anchor="b"/>
          <a:lstStyle>
            <a:lvl1pPr marL="0" indent="0">
              <a:buNone/>
              <a:defRPr sz="1389" b="1"/>
            </a:lvl1pPr>
            <a:lvl2pPr marL="264627" indent="0">
              <a:buNone/>
              <a:defRPr sz="1158" b="1"/>
            </a:lvl2pPr>
            <a:lvl3pPr marL="529255" indent="0">
              <a:buNone/>
              <a:defRPr sz="1042" b="1"/>
            </a:lvl3pPr>
            <a:lvl4pPr marL="793882" indent="0">
              <a:buNone/>
              <a:defRPr sz="926" b="1"/>
            </a:lvl4pPr>
            <a:lvl5pPr marL="1058509" indent="0">
              <a:buNone/>
              <a:defRPr sz="926" b="1"/>
            </a:lvl5pPr>
            <a:lvl6pPr marL="1323137" indent="0">
              <a:buNone/>
              <a:defRPr sz="926" b="1"/>
            </a:lvl6pPr>
            <a:lvl7pPr marL="1587764" indent="0">
              <a:buNone/>
              <a:defRPr sz="926" b="1"/>
            </a:lvl7pPr>
            <a:lvl8pPr marL="1852392" indent="0">
              <a:buNone/>
              <a:defRPr sz="926" b="1"/>
            </a:lvl8pPr>
            <a:lvl9pPr marL="2117019" indent="0">
              <a:buNone/>
              <a:defRPr sz="9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565" y="1959410"/>
            <a:ext cx="2239070" cy="2881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79443" y="1314965"/>
            <a:ext cx="2250097" cy="644444"/>
          </a:xfrm>
        </p:spPr>
        <p:txBody>
          <a:bodyPr anchor="b"/>
          <a:lstStyle>
            <a:lvl1pPr marL="0" indent="0">
              <a:buNone/>
              <a:defRPr sz="1389" b="1"/>
            </a:lvl1pPr>
            <a:lvl2pPr marL="264627" indent="0">
              <a:buNone/>
              <a:defRPr sz="1158" b="1"/>
            </a:lvl2pPr>
            <a:lvl3pPr marL="529255" indent="0">
              <a:buNone/>
              <a:defRPr sz="1042" b="1"/>
            </a:lvl3pPr>
            <a:lvl4pPr marL="793882" indent="0">
              <a:buNone/>
              <a:defRPr sz="926" b="1"/>
            </a:lvl4pPr>
            <a:lvl5pPr marL="1058509" indent="0">
              <a:buNone/>
              <a:defRPr sz="926" b="1"/>
            </a:lvl5pPr>
            <a:lvl6pPr marL="1323137" indent="0">
              <a:buNone/>
              <a:defRPr sz="926" b="1"/>
            </a:lvl6pPr>
            <a:lvl7pPr marL="1587764" indent="0">
              <a:buNone/>
              <a:defRPr sz="926" b="1"/>
            </a:lvl7pPr>
            <a:lvl8pPr marL="1852392" indent="0">
              <a:buNone/>
              <a:defRPr sz="926" b="1"/>
            </a:lvl8pPr>
            <a:lvl9pPr marL="2117019" indent="0">
              <a:buNone/>
              <a:defRPr sz="9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79443" y="1959410"/>
            <a:ext cx="2250097" cy="28819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291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41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9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64" y="357611"/>
            <a:ext cx="1707042" cy="1251638"/>
          </a:xfrm>
        </p:spPr>
        <p:txBody>
          <a:bodyPr anchor="b"/>
          <a:lstStyle>
            <a:lvl1pPr>
              <a:defRPr sz="18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0098" y="772341"/>
            <a:ext cx="2679442" cy="3812033"/>
          </a:xfrm>
        </p:spPr>
        <p:txBody>
          <a:bodyPr/>
          <a:lstStyle>
            <a:lvl1pPr>
              <a:defRPr sz="1852"/>
            </a:lvl1pPr>
            <a:lvl2pPr>
              <a:defRPr sz="1621"/>
            </a:lvl2pPr>
            <a:lvl3pPr>
              <a:defRPr sz="1389"/>
            </a:lvl3pPr>
            <a:lvl4pPr>
              <a:defRPr sz="1158"/>
            </a:lvl4pPr>
            <a:lvl5pPr>
              <a:defRPr sz="1158"/>
            </a:lvl5pPr>
            <a:lvl6pPr>
              <a:defRPr sz="1158"/>
            </a:lvl6pPr>
            <a:lvl7pPr>
              <a:defRPr sz="1158"/>
            </a:lvl7pPr>
            <a:lvl8pPr>
              <a:defRPr sz="1158"/>
            </a:lvl8pPr>
            <a:lvl9pPr>
              <a:defRPr sz="115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4564" y="1609249"/>
            <a:ext cx="1707042" cy="2981333"/>
          </a:xfrm>
        </p:spPr>
        <p:txBody>
          <a:bodyPr/>
          <a:lstStyle>
            <a:lvl1pPr marL="0" indent="0">
              <a:buNone/>
              <a:defRPr sz="926"/>
            </a:lvl1pPr>
            <a:lvl2pPr marL="264627" indent="0">
              <a:buNone/>
              <a:defRPr sz="810"/>
            </a:lvl2pPr>
            <a:lvl3pPr marL="529255" indent="0">
              <a:buNone/>
              <a:defRPr sz="695"/>
            </a:lvl3pPr>
            <a:lvl4pPr marL="793882" indent="0">
              <a:buNone/>
              <a:defRPr sz="579"/>
            </a:lvl4pPr>
            <a:lvl5pPr marL="1058509" indent="0">
              <a:buNone/>
              <a:defRPr sz="579"/>
            </a:lvl5pPr>
            <a:lvl6pPr marL="1323137" indent="0">
              <a:buNone/>
              <a:defRPr sz="579"/>
            </a:lvl6pPr>
            <a:lvl7pPr marL="1587764" indent="0">
              <a:buNone/>
              <a:defRPr sz="579"/>
            </a:lvl7pPr>
            <a:lvl8pPr marL="1852392" indent="0">
              <a:buNone/>
              <a:defRPr sz="579"/>
            </a:lvl8pPr>
            <a:lvl9pPr marL="2117019" indent="0">
              <a:buNone/>
              <a:defRPr sz="5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36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564" y="357611"/>
            <a:ext cx="1707042" cy="1251638"/>
          </a:xfrm>
        </p:spPr>
        <p:txBody>
          <a:bodyPr anchor="b"/>
          <a:lstStyle>
            <a:lvl1pPr>
              <a:defRPr sz="185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50098" y="772341"/>
            <a:ext cx="2679442" cy="3812033"/>
          </a:xfrm>
        </p:spPr>
        <p:txBody>
          <a:bodyPr anchor="t"/>
          <a:lstStyle>
            <a:lvl1pPr marL="0" indent="0">
              <a:buNone/>
              <a:defRPr sz="1852"/>
            </a:lvl1pPr>
            <a:lvl2pPr marL="264627" indent="0">
              <a:buNone/>
              <a:defRPr sz="1621"/>
            </a:lvl2pPr>
            <a:lvl3pPr marL="529255" indent="0">
              <a:buNone/>
              <a:defRPr sz="1389"/>
            </a:lvl3pPr>
            <a:lvl4pPr marL="793882" indent="0">
              <a:buNone/>
              <a:defRPr sz="1158"/>
            </a:lvl4pPr>
            <a:lvl5pPr marL="1058509" indent="0">
              <a:buNone/>
              <a:defRPr sz="1158"/>
            </a:lvl5pPr>
            <a:lvl6pPr marL="1323137" indent="0">
              <a:buNone/>
              <a:defRPr sz="1158"/>
            </a:lvl6pPr>
            <a:lvl7pPr marL="1587764" indent="0">
              <a:buNone/>
              <a:defRPr sz="1158"/>
            </a:lvl7pPr>
            <a:lvl8pPr marL="1852392" indent="0">
              <a:buNone/>
              <a:defRPr sz="1158"/>
            </a:lvl8pPr>
            <a:lvl9pPr marL="2117019" indent="0">
              <a:buNone/>
              <a:defRPr sz="115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4564" y="1609249"/>
            <a:ext cx="1707042" cy="2981333"/>
          </a:xfrm>
        </p:spPr>
        <p:txBody>
          <a:bodyPr/>
          <a:lstStyle>
            <a:lvl1pPr marL="0" indent="0">
              <a:buNone/>
              <a:defRPr sz="926"/>
            </a:lvl1pPr>
            <a:lvl2pPr marL="264627" indent="0">
              <a:buNone/>
              <a:defRPr sz="810"/>
            </a:lvl2pPr>
            <a:lvl3pPr marL="529255" indent="0">
              <a:buNone/>
              <a:defRPr sz="695"/>
            </a:lvl3pPr>
            <a:lvl4pPr marL="793882" indent="0">
              <a:buNone/>
              <a:defRPr sz="579"/>
            </a:lvl4pPr>
            <a:lvl5pPr marL="1058509" indent="0">
              <a:buNone/>
              <a:defRPr sz="579"/>
            </a:lvl5pPr>
            <a:lvl6pPr marL="1323137" indent="0">
              <a:buNone/>
              <a:defRPr sz="579"/>
            </a:lvl6pPr>
            <a:lvl7pPr marL="1587764" indent="0">
              <a:buNone/>
              <a:defRPr sz="579"/>
            </a:lvl7pPr>
            <a:lvl8pPr marL="1852392" indent="0">
              <a:buNone/>
              <a:defRPr sz="579"/>
            </a:lvl8pPr>
            <a:lvl9pPr marL="2117019" indent="0">
              <a:buNone/>
              <a:defRPr sz="5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109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02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87607" y="285592"/>
            <a:ext cx="1141244" cy="45458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875" y="285592"/>
            <a:ext cx="3357572" cy="45458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5318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875" y="285593"/>
            <a:ext cx="4564975" cy="103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875" y="1427960"/>
            <a:ext cx="4564975" cy="340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3875" y="4971786"/>
            <a:ext cx="1190863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102E1-64E2-4E09-8A90-720A44317E77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3215" y="4971786"/>
            <a:ext cx="1786295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37987" y="4971786"/>
            <a:ext cx="1190863" cy="28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4337B-5CA7-43A0-9FF9-7DF6CD2E4AA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595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29255" rtl="0" eaLnBrk="1" latinLnBrk="0" hangingPunct="1">
        <a:lnSpc>
          <a:spcPct val="90000"/>
        </a:lnSpc>
        <a:spcBef>
          <a:spcPct val="0"/>
        </a:spcBef>
        <a:buNone/>
        <a:defRPr sz="25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314" indent="-132314" algn="l" defTabSz="529255" rtl="0" eaLnBrk="1" latinLnBrk="0" hangingPunct="1">
        <a:lnSpc>
          <a:spcPct val="90000"/>
        </a:lnSpc>
        <a:spcBef>
          <a:spcPts val="579"/>
        </a:spcBef>
        <a:buFont typeface="Arial" panose="020B0604020202020204" pitchFamily="34" charset="0"/>
        <a:buChar char="•"/>
        <a:defRPr sz="1621" kern="1200">
          <a:solidFill>
            <a:schemeClr val="tx1"/>
          </a:solidFill>
          <a:latin typeface="+mn-lt"/>
          <a:ea typeface="+mn-ea"/>
          <a:cs typeface="+mn-cs"/>
        </a:defRPr>
      </a:lvl1pPr>
      <a:lvl2pPr marL="396941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9" kern="1200">
          <a:solidFill>
            <a:schemeClr val="tx1"/>
          </a:solidFill>
          <a:latin typeface="+mn-lt"/>
          <a:ea typeface="+mn-ea"/>
          <a:cs typeface="+mn-cs"/>
        </a:defRPr>
      </a:lvl2pPr>
      <a:lvl3pPr marL="661568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8" kern="1200">
          <a:solidFill>
            <a:schemeClr val="tx1"/>
          </a:solidFill>
          <a:latin typeface="+mn-lt"/>
          <a:ea typeface="+mn-ea"/>
          <a:cs typeface="+mn-cs"/>
        </a:defRPr>
      </a:lvl3pPr>
      <a:lvl4pPr marL="926196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4pPr>
      <a:lvl5pPr marL="1190823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5pPr>
      <a:lvl6pPr marL="1455450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6pPr>
      <a:lvl7pPr marL="1720078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7pPr>
      <a:lvl8pPr marL="1984705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8pPr>
      <a:lvl9pPr marL="2249333" indent="-132314" algn="l" defTabSz="529255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1pPr>
      <a:lvl2pPr marL="264627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2pPr>
      <a:lvl3pPr marL="529255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3pPr>
      <a:lvl4pPr marL="793882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4pPr>
      <a:lvl5pPr marL="1058509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5pPr>
      <a:lvl6pPr marL="1323137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6pPr>
      <a:lvl7pPr marL="1587764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7pPr>
      <a:lvl8pPr marL="1852392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8pPr>
      <a:lvl9pPr marL="2117019" algn="l" defTabSz="529255" rtl="0" eaLnBrk="1" latinLnBrk="0" hangingPunct="1">
        <a:defRPr sz="10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>
            <a:extLst>
              <a:ext uri="{FF2B5EF4-FFF2-40B4-BE49-F238E27FC236}">
                <a16:creationId xmlns:a16="http://schemas.microsoft.com/office/drawing/2014/main" id="{3CCAD409-6CE6-14B6-591D-924DE4834C1E}"/>
              </a:ext>
            </a:extLst>
          </p:cNvPr>
          <p:cNvSpPr txBox="1"/>
          <p:nvPr/>
        </p:nvSpPr>
        <p:spPr>
          <a:xfrm>
            <a:off x="-83152" y="-65388"/>
            <a:ext cx="420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Observational gridded field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Defining model grid-boxes containing impact flash floods reports</a:t>
            </a:r>
            <a:endParaRPr lang="en-GB" sz="1000" u="sng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37BA4D6-EF19-645A-AC14-9590163A8750}"/>
              </a:ext>
            </a:extLst>
          </p:cNvPr>
          <p:cNvGrpSpPr/>
          <p:nvPr/>
        </p:nvGrpSpPr>
        <p:grpSpPr>
          <a:xfrm>
            <a:off x="238" y="1365096"/>
            <a:ext cx="1035537" cy="3035428"/>
            <a:chOff x="238" y="555836"/>
            <a:chExt cx="1035537" cy="3035428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B34B031-7420-8898-3E1B-0B900661C307}"/>
                </a:ext>
              </a:extLst>
            </p:cNvPr>
            <p:cNvSpPr txBox="1"/>
            <p:nvPr/>
          </p:nvSpPr>
          <p:spPr>
            <a:xfrm>
              <a:off x="238" y="555836"/>
              <a:ext cx="1035537" cy="707886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(a)</a:t>
              </a:r>
            </a:p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INPUT DATA</a:t>
              </a:r>
            </a:p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NOAA’s Storm Event Database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3E959C-8472-9A74-C109-3EE07465250B}"/>
                </a:ext>
              </a:extLst>
            </p:cNvPr>
            <p:cNvSpPr/>
            <p:nvPr/>
          </p:nvSpPr>
          <p:spPr>
            <a:xfrm>
              <a:off x="13767" y="555836"/>
              <a:ext cx="1008479" cy="3035428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F335CD81-03A7-E1AB-27C8-22963CF87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852" t="4237" r="1628" b="2294"/>
            <a:stretch>
              <a:fillRect/>
            </a:stretch>
          </p:blipFill>
          <p:spPr>
            <a:xfrm>
              <a:off x="77606" y="1401869"/>
              <a:ext cx="880800" cy="690931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D3B9EFC-0642-047D-B450-DC54EC1AF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351"/>
            <a:stretch>
              <a:fillRect/>
            </a:stretch>
          </p:blipFill>
          <p:spPr>
            <a:xfrm>
              <a:off x="313307" y="2774351"/>
              <a:ext cx="409399" cy="441998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FB1869D-8E4B-C883-7CF1-DF24DF8699F4}"/>
                </a:ext>
              </a:extLst>
            </p:cNvPr>
            <p:cNvSpPr txBox="1"/>
            <p:nvPr/>
          </p:nvSpPr>
          <p:spPr>
            <a:xfrm>
              <a:off x="238" y="2074394"/>
              <a:ext cx="1035537" cy="553998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Point/Polygon flash flood impact reports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BCEE915-9377-42DB-3A45-4538306A8F72}"/>
                </a:ext>
              </a:extLst>
            </p:cNvPr>
            <p:cNvSpPr txBox="1"/>
            <p:nvPr/>
          </p:nvSpPr>
          <p:spPr>
            <a:xfrm>
              <a:off x="238" y="3191154"/>
              <a:ext cx="1035537" cy="400110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Instantaneous timestamps</a:t>
              </a:r>
            </a:p>
          </p:txBody>
        </p:sp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13C677-2097-48E7-768D-695BBA32F8AE}"/>
              </a:ext>
            </a:extLst>
          </p:cNvPr>
          <p:cNvCxnSpPr>
            <a:cxnSpLocks/>
          </p:cNvCxnSpPr>
          <p:nvPr/>
        </p:nvCxnSpPr>
        <p:spPr>
          <a:xfrm rot="16200000">
            <a:off x="1220394" y="2747810"/>
            <a:ext cx="0" cy="27000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E27E50A-D03C-22F6-0885-3C85A9CB3077}"/>
              </a:ext>
            </a:extLst>
          </p:cNvPr>
          <p:cNvGrpSpPr/>
          <p:nvPr/>
        </p:nvGrpSpPr>
        <p:grpSpPr>
          <a:xfrm>
            <a:off x="1405013" y="453956"/>
            <a:ext cx="1759319" cy="4857709"/>
            <a:chOff x="1851043" y="501686"/>
            <a:chExt cx="1759319" cy="4857709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8E62E77-BB6C-A046-35AA-DC05DBEFBFA1}"/>
                </a:ext>
              </a:extLst>
            </p:cNvPr>
            <p:cNvGrpSpPr/>
            <p:nvPr/>
          </p:nvGrpSpPr>
          <p:grpSpPr>
            <a:xfrm>
              <a:off x="1905654" y="555836"/>
              <a:ext cx="1704708" cy="4709101"/>
              <a:chOff x="1115138" y="555836"/>
              <a:chExt cx="1704708" cy="4709101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5CD603C-4F13-FE2C-33B4-BDD84D975942}"/>
                  </a:ext>
                </a:extLst>
              </p:cNvPr>
              <p:cNvSpPr txBox="1"/>
              <p:nvPr/>
            </p:nvSpPr>
            <p:spPr>
              <a:xfrm>
                <a:off x="1115138" y="555836"/>
                <a:ext cx="1704708" cy="553998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(b)</a:t>
                </a:r>
              </a:p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CREATION OF THE GRIDDED OBSERVATIONAL FIELDS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EFCF6D4-2C62-A7BB-A782-554728E33CCF}"/>
                  </a:ext>
                </a:extLst>
              </p:cNvPr>
              <p:cNvSpPr txBox="1"/>
              <p:nvPr/>
            </p:nvSpPr>
            <p:spPr>
              <a:xfrm>
                <a:off x="1115138" y="1201814"/>
                <a:ext cx="1704708" cy="553998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Temporal grouping into 24-hourly (00 – 00 UTC) accumulation periods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B8F791A-03AF-6A2B-D08A-2FDC7562E899}"/>
                  </a:ext>
                </a:extLst>
              </p:cNvPr>
              <p:cNvSpPr txBox="1"/>
              <p:nvPr/>
            </p:nvSpPr>
            <p:spPr>
              <a:xfrm>
                <a:off x="1115138" y="1946149"/>
                <a:ext cx="1704708" cy="553998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Spatial mapping into </a:t>
                </a:r>
              </a:p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model grid (reduced Gaussian N320, 31 km)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AE24A63-4283-C348-E148-41789B854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7492" y="1762956"/>
                <a:ext cx="0" cy="190337"/>
              </a:xfrm>
              <a:prstGeom prst="straightConnector1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57E7CA52-9BF7-A4E2-C3A3-A8E7AC2240D5}"/>
                  </a:ext>
                </a:extLst>
              </p:cNvPr>
              <p:cNvGrpSpPr/>
              <p:nvPr/>
            </p:nvGrpSpPr>
            <p:grpSpPr>
              <a:xfrm>
                <a:off x="1121992" y="2558479"/>
                <a:ext cx="1691001" cy="1340325"/>
                <a:chOff x="1139706" y="2558479"/>
                <a:chExt cx="1691001" cy="1340325"/>
              </a:xfrm>
            </p:grpSpPr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BE97EF98-9A66-8BDA-4C84-C4587285DC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1202" y="2558479"/>
                  <a:ext cx="0" cy="190337"/>
                </a:xfrm>
                <a:prstGeom prst="straightConnector1">
                  <a:avLst/>
                </a:prstGeom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C26835E8-78CD-484F-A375-25F0A5F987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94923" y="2558479"/>
                  <a:ext cx="0" cy="190337"/>
                </a:xfrm>
                <a:prstGeom prst="straightConnector1">
                  <a:avLst/>
                </a:prstGeom>
                <a:ln w="3175">
                  <a:solidFill>
                    <a:schemeClr val="tx1">
                      <a:lumMod val="65000"/>
                      <a:lumOff val="3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95015480-EE54-E95F-17D5-9449DFA151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9706" y="3183585"/>
                  <a:ext cx="1633850" cy="715219"/>
                </a:xfrm>
                <a:prstGeom prst="rect">
                  <a:avLst/>
                </a:prstGeom>
              </p:spPr>
            </p:pic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D9D865EB-1F18-14FE-26C7-19BAF52B20E4}"/>
                    </a:ext>
                  </a:extLst>
                </p:cNvPr>
                <p:cNvSpPr txBox="1"/>
                <p:nvPr/>
              </p:nvSpPr>
              <p:spPr>
                <a:xfrm>
                  <a:off x="1173946" y="2759508"/>
                  <a:ext cx="677300" cy="461665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333333"/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Point report</a:t>
                  </a:r>
                </a:p>
                <a:p>
                  <a:pPr algn="ctr"/>
                  <a:r>
                    <a:rPr lang="en-US" sz="800" dirty="0">
                      <a:solidFill>
                        <a:srgbClr val="333333"/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(Nearest grid-box)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B7816E59-8B07-4D98-C917-C42CC54168D5}"/>
                    </a:ext>
                  </a:extLst>
                </p:cNvPr>
                <p:cNvSpPr txBox="1"/>
                <p:nvPr/>
              </p:nvSpPr>
              <p:spPr>
                <a:xfrm>
                  <a:off x="1981651" y="2759508"/>
                  <a:ext cx="849056" cy="461665"/>
                </a:xfrm>
                <a:prstGeom prst="rect">
                  <a:avLst/>
                </a:prstGeom>
                <a:noFill/>
                <a:ln w="31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00" dirty="0">
                      <a:solidFill>
                        <a:srgbClr val="333333"/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Polygon report</a:t>
                  </a:r>
                </a:p>
                <a:p>
                  <a:pPr algn="ctr"/>
                  <a:r>
                    <a:rPr lang="en-US" sz="800" dirty="0">
                      <a:solidFill>
                        <a:srgbClr val="333333"/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rPr>
                    <a:t>(All grid-boxes within polygon)</a:t>
                  </a: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B01569A-59C1-0E07-4C8F-764E4ED22059}"/>
                  </a:ext>
                </a:extLst>
              </p:cNvPr>
              <p:cNvSpPr txBox="1"/>
              <p:nvPr/>
            </p:nvSpPr>
            <p:spPr>
              <a:xfrm>
                <a:off x="1218569" y="4156941"/>
                <a:ext cx="1497846" cy="400110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Count the number of reports in each grid-box</a:t>
                </a:r>
              </a:p>
            </p:txBody>
          </p: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5667AB7E-0F25-A398-F0F1-25358AC8EB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3624" y="3966604"/>
                <a:ext cx="0" cy="190337"/>
              </a:xfrm>
              <a:prstGeom prst="straightConnector1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65235F20-5D5A-B0D1-9DF3-817E37973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708" t="1599" r="14583"/>
              <a:stretch>
                <a:fillRect/>
              </a:stretch>
            </p:blipFill>
            <p:spPr>
              <a:xfrm>
                <a:off x="1612008" y="4557051"/>
                <a:ext cx="710969" cy="707886"/>
              </a:xfrm>
              <a:prstGeom prst="rect">
                <a:avLst/>
              </a:prstGeom>
            </p:spPr>
          </p:pic>
        </p:grp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7B0EF48-DED5-5148-BBEE-84B972A0A0F8}"/>
                </a:ext>
              </a:extLst>
            </p:cNvPr>
            <p:cNvSpPr/>
            <p:nvPr/>
          </p:nvSpPr>
          <p:spPr>
            <a:xfrm>
              <a:off x="1851043" y="501686"/>
              <a:ext cx="1759319" cy="4857709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72DB2F7-6FAA-CB54-86FF-3765AD701207}"/>
              </a:ext>
            </a:extLst>
          </p:cNvPr>
          <p:cNvGrpSpPr/>
          <p:nvPr/>
        </p:nvGrpSpPr>
        <p:grpSpPr>
          <a:xfrm>
            <a:off x="3533569" y="1797877"/>
            <a:ext cx="1759319" cy="2169866"/>
            <a:chOff x="4480239" y="1858124"/>
            <a:chExt cx="1759319" cy="2169866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A6D2E77-AAF9-D3A8-D746-CFFEEFE17520}"/>
                </a:ext>
              </a:extLst>
            </p:cNvPr>
            <p:cNvGrpSpPr/>
            <p:nvPr/>
          </p:nvGrpSpPr>
          <p:grpSpPr>
            <a:xfrm>
              <a:off x="4480239" y="1877377"/>
              <a:ext cx="1759319" cy="2066018"/>
              <a:chOff x="3210239" y="814748"/>
              <a:chExt cx="1759319" cy="2066018"/>
            </a:xfrm>
          </p:grpSpPr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7C4F1250-5AF8-C7F6-9A78-271C75A6DE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39863" y="2172879"/>
                <a:ext cx="645463" cy="707887"/>
              </a:xfrm>
              <a:prstGeom prst="rect">
                <a:avLst/>
              </a:prstGeom>
            </p:spPr>
          </p:pic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3B97A3E-BF25-2C9C-A028-9CBE8D5603ED}"/>
                  </a:ext>
                </a:extLst>
              </p:cNvPr>
              <p:cNvSpPr txBox="1"/>
              <p:nvPr/>
            </p:nvSpPr>
            <p:spPr>
              <a:xfrm>
                <a:off x="3336313" y="814748"/>
                <a:ext cx="1507170" cy="553998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(c)</a:t>
                </a:r>
                <a:b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</a:br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OBSERVATIONAL GRIDDED FIELD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95484E7-DE8A-893A-111A-9BAC0431DE2B}"/>
                  </a:ext>
                </a:extLst>
              </p:cNvPr>
              <p:cNvSpPr txBox="1"/>
              <p:nvPr/>
            </p:nvSpPr>
            <p:spPr>
              <a:xfrm>
                <a:off x="3210239" y="1546039"/>
                <a:ext cx="1759319" cy="553998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Assign 1 to grid-boxes with at least 1 report; o, otherwise</a:t>
                </a:r>
              </a:p>
              <a:p>
                <a:pPr algn="ctr"/>
                <a:r>
                  <a:rPr lang="en-US" sz="1000" dirty="0">
                    <a:solidFill>
                      <a:srgbClr val="333333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(binary field)</a:t>
                </a:r>
              </a:p>
            </p:txBody>
          </p:sp>
        </p:grp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317A568-3F89-13AE-99AB-5423B34939E8}"/>
                </a:ext>
              </a:extLst>
            </p:cNvPr>
            <p:cNvSpPr/>
            <p:nvPr/>
          </p:nvSpPr>
          <p:spPr>
            <a:xfrm>
              <a:off x="4510474" y="1858124"/>
              <a:ext cx="1704708" cy="2169866"/>
            </a:xfrm>
            <a:prstGeom prst="rect">
              <a:avLst/>
            </a:prstGeom>
            <a:noFill/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130F838-E0D4-14A5-0A6D-2C961FA3F66D}"/>
              </a:ext>
            </a:extLst>
          </p:cNvPr>
          <p:cNvCxnSpPr>
            <a:cxnSpLocks/>
          </p:cNvCxnSpPr>
          <p:nvPr/>
        </p:nvCxnSpPr>
        <p:spPr>
          <a:xfrm rot="16200000">
            <a:off x="3348951" y="2747811"/>
            <a:ext cx="0" cy="270000"/>
          </a:xfrm>
          <a:prstGeom prst="straightConnector1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27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109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2026-01-22T16:54:46Z</dcterms:created>
  <dcterms:modified xsi:type="dcterms:W3CDTF">2026-01-22T18:03:29Z</dcterms:modified>
</cp:coreProperties>
</file>