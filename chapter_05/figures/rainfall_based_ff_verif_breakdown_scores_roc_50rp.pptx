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725863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5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439359-BDAD-4258-ACF8-4614477874EB}" v="1" dt="2026-01-26T21:45:35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58" autoAdjust="0"/>
    <p:restoredTop sz="94660"/>
  </p:normalViewPr>
  <p:slideViewPr>
    <p:cSldViewPr snapToGrid="0">
      <p:cViewPr varScale="1">
        <p:scale>
          <a:sx n="83" d="100"/>
          <a:sy n="83" d="100"/>
        </p:scale>
        <p:origin x="301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modSld">
      <pc:chgData name="Fatima Pillosu" userId="a6295d4dc9e22643" providerId="LiveId" clId="{87453732-75AC-4426-B5D3-B7C69C2D4F54}" dt="2026-01-26T21:45:44.675" v="1" actId="14100"/>
      <pc:docMkLst>
        <pc:docMk/>
      </pc:docMkLst>
      <pc:sldChg chg="modSp mod">
        <pc:chgData name="Fatima Pillosu" userId="a6295d4dc9e22643" providerId="LiveId" clId="{87453732-75AC-4426-B5D3-B7C69C2D4F54}" dt="2026-01-26T21:45:44.675" v="1" actId="14100"/>
        <pc:sldMkLst>
          <pc:docMk/>
          <pc:sldMk cId="2001934226" sldId="256"/>
        </pc:sldMkLst>
        <pc:spChg chg="mod">
          <ac:chgData name="Fatima Pillosu" userId="a6295d4dc9e22643" providerId="LiveId" clId="{87453732-75AC-4426-B5D3-B7C69C2D4F54}" dt="2026-01-26T21:45:44.675" v="1" actId="14100"/>
          <ac:spMkLst>
            <pc:docMk/>
            <pc:sldMk cId="2001934226" sldId="256"/>
            <ac:spMk id="25" creationId="{18F79773-A305-6943-D6AB-6A9BB374B2B4}"/>
          </ac:spMkLst>
        </pc:spChg>
        <pc:spChg chg="mod">
          <ac:chgData name="Fatima Pillosu" userId="a6295d4dc9e22643" providerId="LiveId" clId="{87453732-75AC-4426-B5D3-B7C69C2D4F54}" dt="2026-01-26T21:45:44.675" v="1" actId="14100"/>
          <ac:spMkLst>
            <pc:docMk/>
            <pc:sldMk cId="2001934226" sldId="256"/>
            <ac:spMk id="35" creationId="{8B1F5955-FCB9-F344-7FF7-DF879384E574}"/>
          </ac:spMkLst>
        </pc:spChg>
        <pc:spChg chg="mod">
          <ac:chgData name="Fatima Pillosu" userId="a6295d4dc9e22643" providerId="LiveId" clId="{87453732-75AC-4426-B5D3-B7C69C2D4F54}" dt="2026-01-26T21:45:44.675" v="1" actId="14100"/>
          <ac:spMkLst>
            <pc:docMk/>
            <pc:sldMk cId="2001934226" sldId="256"/>
            <ac:spMk id="36" creationId="{A2A68CE5-3663-E3BA-5B16-FF1EBD5CAD67}"/>
          </ac:spMkLst>
        </pc:spChg>
        <pc:spChg chg="mod">
          <ac:chgData name="Fatima Pillosu" userId="a6295d4dc9e22643" providerId="LiveId" clId="{87453732-75AC-4426-B5D3-B7C69C2D4F54}" dt="2026-01-26T21:45:44.675" v="1" actId="14100"/>
          <ac:spMkLst>
            <pc:docMk/>
            <pc:sldMk cId="2001934226" sldId="256"/>
            <ac:spMk id="37" creationId="{0DD473FB-E495-B2CC-B0FF-A62B16673603}"/>
          </ac:spMkLst>
        </pc:spChg>
        <pc:spChg chg="mod">
          <ac:chgData name="Fatima Pillosu" userId="a6295d4dc9e22643" providerId="LiveId" clId="{87453732-75AC-4426-B5D3-B7C69C2D4F54}" dt="2026-01-26T21:45:44.675" v="1" actId="14100"/>
          <ac:spMkLst>
            <pc:docMk/>
            <pc:sldMk cId="2001934226" sldId="256"/>
            <ac:spMk id="38" creationId="{44BA3302-BB3A-42E9-5A33-833C023D5C47}"/>
          </ac:spMkLst>
        </pc:spChg>
        <pc:spChg chg="mod">
          <ac:chgData name="Fatima Pillosu" userId="a6295d4dc9e22643" providerId="LiveId" clId="{87453732-75AC-4426-B5D3-B7C69C2D4F54}" dt="2026-01-26T21:45:44.675" v="1" actId="14100"/>
          <ac:spMkLst>
            <pc:docMk/>
            <pc:sldMk cId="2001934226" sldId="256"/>
            <ac:spMk id="39" creationId="{FE152A2A-430B-C523-E1E8-2692C774555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440" y="1060529"/>
            <a:ext cx="3166984" cy="2256061"/>
          </a:xfrm>
        </p:spPr>
        <p:txBody>
          <a:bodyPr anchor="b"/>
          <a:lstStyle>
            <a:lvl1pPr algn="ctr">
              <a:defRPr sz="24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5733" y="3403592"/>
            <a:ext cx="2794397" cy="1564542"/>
          </a:xfrm>
        </p:spPr>
        <p:txBody>
          <a:bodyPr/>
          <a:lstStyle>
            <a:lvl1pPr marL="0" indent="0" algn="ctr">
              <a:buNone/>
              <a:defRPr sz="978"/>
            </a:lvl1pPr>
            <a:lvl2pPr marL="186309" indent="0" algn="ctr">
              <a:buNone/>
              <a:defRPr sz="815"/>
            </a:lvl2pPr>
            <a:lvl3pPr marL="372618" indent="0" algn="ctr">
              <a:buNone/>
              <a:defRPr sz="734"/>
            </a:lvl3pPr>
            <a:lvl4pPr marL="558927" indent="0" algn="ctr">
              <a:buNone/>
              <a:defRPr sz="652"/>
            </a:lvl4pPr>
            <a:lvl5pPr marL="745236" indent="0" algn="ctr">
              <a:buNone/>
              <a:defRPr sz="652"/>
            </a:lvl5pPr>
            <a:lvl6pPr marL="931545" indent="0" algn="ctr">
              <a:buNone/>
              <a:defRPr sz="652"/>
            </a:lvl6pPr>
            <a:lvl7pPr marL="1117854" indent="0" algn="ctr">
              <a:buNone/>
              <a:defRPr sz="652"/>
            </a:lvl7pPr>
            <a:lvl8pPr marL="1304163" indent="0" algn="ctr">
              <a:buNone/>
              <a:defRPr sz="652"/>
            </a:lvl8pPr>
            <a:lvl9pPr marL="1490472" indent="0" algn="ctr">
              <a:buNone/>
              <a:defRPr sz="65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96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615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213" y="1615546"/>
            <a:ext cx="3213557" cy="2695572"/>
          </a:xfrm>
        </p:spPr>
        <p:txBody>
          <a:bodyPr anchor="b"/>
          <a:lstStyle>
            <a:lvl1pPr>
              <a:defRPr sz="24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213" y="4336619"/>
            <a:ext cx="3213557" cy="1417538"/>
          </a:xfrm>
        </p:spPr>
        <p:txBody>
          <a:bodyPr/>
          <a:lstStyle>
            <a:lvl1pPr marL="0" indent="0">
              <a:buNone/>
              <a:defRPr sz="978">
                <a:solidFill>
                  <a:schemeClr val="tx1">
                    <a:tint val="82000"/>
                  </a:schemeClr>
                </a:solidFill>
              </a:defRPr>
            </a:lvl1pPr>
            <a:lvl2pPr marL="186309" indent="0">
              <a:buNone/>
              <a:defRPr sz="815">
                <a:solidFill>
                  <a:schemeClr val="tx1">
                    <a:tint val="82000"/>
                  </a:schemeClr>
                </a:solidFill>
              </a:defRPr>
            </a:lvl2pPr>
            <a:lvl3pPr marL="372618" indent="0">
              <a:buNone/>
              <a:defRPr sz="734">
                <a:solidFill>
                  <a:schemeClr val="tx1">
                    <a:tint val="82000"/>
                  </a:schemeClr>
                </a:solidFill>
              </a:defRPr>
            </a:lvl3pPr>
            <a:lvl4pPr marL="558927" indent="0">
              <a:buNone/>
              <a:defRPr sz="652">
                <a:solidFill>
                  <a:schemeClr val="tx1">
                    <a:tint val="82000"/>
                  </a:schemeClr>
                </a:solidFill>
              </a:defRPr>
            </a:lvl4pPr>
            <a:lvl5pPr marL="745236" indent="0">
              <a:buNone/>
              <a:defRPr sz="652">
                <a:solidFill>
                  <a:schemeClr val="tx1">
                    <a:tint val="82000"/>
                  </a:schemeClr>
                </a:solidFill>
              </a:defRPr>
            </a:lvl5pPr>
            <a:lvl6pPr marL="931545" indent="0">
              <a:buNone/>
              <a:defRPr sz="652">
                <a:solidFill>
                  <a:schemeClr val="tx1">
                    <a:tint val="82000"/>
                  </a:schemeClr>
                </a:solidFill>
              </a:defRPr>
            </a:lvl6pPr>
            <a:lvl7pPr marL="1117854" indent="0">
              <a:buNone/>
              <a:defRPr sz="652">
                <a:solidFill>
                  <a:schemeClr val="tx1">
                    <a:tint val="82000"/>
                  </a:schemeClr>
                </a:solidFill>
              </a:defRPr>
            </a:lvl7pPr>
            <a:lvl8pPr marL="1304163" indent="0">
              <a:buNone/>
              <a:defRPr sz="652">
                <a:solidFill>
                  <a:schemeClr val="tx1">
                    <a:tint val="82000"/>
                  </a:schemeClr>
                </a:solidFill>
              </a:defRPr>
            </a:lvl8pPr>
            <a:lvl9pPr marL="1490472" indent="0">
              <a:buNone/>
              <a:defRPr sz="65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270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6153" y="1725046"/>
            <a:ext cx="1583492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6218" y="1725046"/>
            <a:ext cx="1583492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048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638" y="345011"/>
            <a:ext cx="3213557" cy="1252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639" y="1588543"/>
            <a:ext cx="1576214" cy="778521"/>
          </a:xfrm>
        </p:spPr>
        <p:txBody>
          <a:bodyPr anchor="b"/>
          <a:lstStyle>
            <a:lvl1pPr marL="0" indent="0">
              <a:buNone/>
              <a:defRPr sz="978" b="1"/>
            </a:lvl1pPr>
            <a:lvl2pPr marL="186309" indent="0">
              <a:buNone/>
              <a:defRPr sz="815" b="1"/>
            </a:lvl2pPr>
            <a:lvl3pPr marL="372618" indent="0">
              <a:buNone/>
              <a:defRPr sz="734" b="1"/>
            </a:lvl3pPr>
            <a:lvl4pPr marL="558927" indent="0">
              <a:buNone/>
              <a:defRPr sz="652" b="1"/>
            </a:lvl4pPr>
            <a:lvl5pPr marL="745236" indent="0">
              <a:buNone/>
              <a:defRPr sz="652" b="1"/>
            </a:lvl5pPr>
            <a:lvl6pPr marL="931545" indent="0">
              <a:buNone/>
              <a:defRPr sz="652" b="1"/>
            </a:lvl6pPr>
            <a:lvl7pPr marL="1117854" indent="0">
              <a:buNone/>
              <a:defRPr sz="652" b="1"/>
            </a:lvl7pPr>
            <a:lvl8pPr marL="1304163" indent="0">
              <a:buNone/>
              <a:defRPr sz="652" b="1"/>
            </a:lvl8pPr>
            <a:lvl9pPr marL="1490472" indent="0">
              <a:buNone/>
              <a:defRPr sz="6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639" y="2367064"/>
            <a:ext cx="1576214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86218" y="1588543"/>
            <a:ext cx="1583977" cy="778521"/>
          </a:xfrm>
        </p:spPr>
        <p:txBody>
          <a:bodyPr anchor="b"/>
          <a:lstStyle>
            <a:lvl1pPr marL="0" indent="0">
              <a:buNone/>
              <a:defRPr sz="978" b="1"/>
            </a:lvl1pPr>
            <a:lvl2pPr marL="186309" indent="0">
              <a:buNone/>
              <a:defRPr sz="815" b="1"/>
            </a:lvl2pPr>
            <a:lvl3pPr marL="372618" indent="0">
              <a:buNone/>
              <a:defRPr sz="734" b="1"/>
            </a:lvl3pPr>
            <a:lvl4pPr marL="558927" indent="0">
              <a:buNone/>
              <a:defRPr sz="652" b="1"/>
            </a:lvl4pPr>
            <a:lvl5pPr marL="745236" indent="0">
              <a:buNone/>
              <a:defRPr sz="652" b="1"/>
            </a:lvl5pPr>
            <a:lvl6pPr marL="931545" indent="0">
              <a:buNone/>
              <a:defRPr sz="652" b="1"/>
            </a:lvl6pPr>
            <a:lvl7pPr marL="1117854" indent="0">
              <a:buNone/>
              <a:defRPr sz="652" b="1"/>
            </a:lvl7pPr>
            <a:lvl8pPr marL="1304163" indent="0">
              <a:buNone/>
              <a:defRPr sz="652" b="1"/>
            </a:lvl8pPr>
            <a:lvl9pPr marL="1490472" indent="0">
              <a:buNone/>
              <a:defRPr sz="6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86218" y="2367064"/>
            <a:ext cx="1583977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9998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34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341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638" y="432012"/>
            <a:ext cx="1201688" cy="1512041"/>
          </a:xfrm>
        </p:spPr>
        <p:txBody>
          <a:bodyPr anchor="b"/>
          <a:lstStyle>
            <a:lvl1pPr>
              <a:defRPr sz="13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3977" y="933027"/>
            <a:ext cx="1886218" cy="4605124"/>
          </a:xfrm>
        </p:spPr>
        <p:txBody>
          <a:bodyPr/>
          <a:lstStyle>
            <a:lvl1pPr>
              <a:defRPr sz="1304"/>
            </a:lvl1pPr>
            <a:lvl2pPr>
              <a:defRPr sz="1141"/>
            </a:lvl2pPr>
            <a:lvl3pPr>
              <a:defRPr sz="978"/>
            </a:lvl3pPr>
            <a:lvl4pPr>
              <a:defRPr sz="815"/>
            </a:lvl4pPr>
            <a:lvl5pPr>
              <a:defRPr sz="815"/>
            </a:lvl5pPr>
            <a:lvl6pPr>
              <a:defRPr sz="815"/>
            </a:lvl6pPr>
            <a:lvl7pPr>
              <a:defRPr sz="815"/>
            </a:lvl7pPr>
            <a:lvl8pPr>
              <a:defRPr sz="815"/>
            </a:lvl8pPr>
            <a:lvl9pPr>
              <a:defRPr sz="8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638" y="1944052"/>
            <a:ext cx="1201688" cy="3601598"/>
          </a:xfrm>
        </p:spPr>
        <p:txBody>
          <a:bodyPr/>
          <a:lstStyle>
            <a:lvl1pPr marL="0" indent="0">
              <a:buNone/>
              <a:defRPr sz="652"/>
            </a:lvl1pPr>
            <a:lvl2pPr marL="186309" indent="0">
              <a:buNone/>
              <a:defRPr sz="571"/>
            </a:lvl2pPr>
            <a:lvl3pPr marL="372618" indent="0">
              <a:buNone/>
              <a:defRPr sz="489"/>
            </a:lvl3pPr>
            <a:lvl4pPr marL="558927" indent="0">
              <a:buNone/>
              <a:defRPr sz="408"/>
            </a:lvl4pPr>
            <a:lvl5pPr marL="745236" indent="0">
              <a:buNone/>
              <a:defRPr sz="408"/>
            </a:lvl5pPr>
            <a:lvl6pPr marL="931545" indent="0">
              <a:buNone/>
              <a:defRPr sz="408"/>
            </a:lvl6pPr>
            <a:lvl7pPr marL="1117854" indent="0">
              <a:buNone/>
              <a:defRPr sz="408"/>
            </a:lvl7pPr>
            <a:lvl8pPr marL="1304163" indent="0">
              <a:buNone/>
              <a:defRPr sz="408"/>
            </a:lvl8pPr>
            <a:lvl9pPr marL="1490472" indent="0">
              <a:buNone/>
              <a:defRPr sz="4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13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638" y="432012"/>
            <a:ext cx="1201688" cy="1512041"/>
          </a:xfrm>
        </p:spPr>
        <p:txBody>
          <a:bodyPr anchor="b"/>
          <a:lstStyle>
            <a:lvl1pPr>
              <a:defRPr sz="13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83977" y="933027"/>
            <a:ext cx="1886218" cy="4605124"/>
          </a:xfrm>
        </p:spPr>
        <p:txBody>
          <a:bodyPr anchor="t"/>
          <a:lstStyle>
            <a:lvl1pPr marL="0" indent="0">
              <a:buNone/>
              <a:defRPr sz="1304"/>
            </a:lvl1pPr>
            <a:lvl2pPr marL="186309" indent="0">
              <a:buNone/>
              <a:defRPr sz="1141"/>
            </a:lvl2pPr>
            <a:lvl3pPr marL="372618" indent="0">
              <a:buNone/>
              <a:defRPr sz="978"/>
            </a:lvl3pPr>
            <a:lvl4pPr marL="558927" indent="0">
              <a:buNone/>
              <a:defRPr sz="815"/>
            </a:lvl4pPr>
            <a:lvl5pPr marL="745236" indent="0">
              <a:buNone/>
              <a:defRPr sz="815"/>
            </a:lvl5pPr>
            <a:lvl6pPr marL="931545" indent="0">
              <a:buNone/>
              <a:defRPr sz="815"/>
            </a:lvl6pPr>
            <a:lvl7pPr marL="1117854" indent="0">
              <a:buNone/>
              <a:defRPr sz="815"/>
            </a:lvl7pPr>
            <a:lvl8pPr marL="1304163" indent="0">
              <a:buNone/>
              <a:defRPr sz="815"/>
            </a:lvl8pPr>
            <a:lvl9pPr marL="1490472" indent="0">
              <a:buNone/>
              <a:defRPr sz="81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638" y="1944052"/>
            <a:ext cx="1201688" cy="3601598"/>
          </a:xfrm>
        </p:spPr>
        <p:txBody>
          <a:bodyPr/>
          <a:lstStyle>
            <a:lvl1pPr marL="0" indent="0">
              <a:buNone/>
              <a:defRPr sz="652"/>
            </a:lvl1pPr>
            <a:lvl2pPr marL="186309" indent="0">
              <a:buNone/>
              <a:defRPr sz="571"/>
            </a:lvl2pPr>
            <a:lvl3pPr marL="372618" indent="0">
              <a:buNone/>
              <a:defRPr sz="489"/>
            </a:lvl3pPr>
            <a:lvl4pPr marL="558927" indent="0">
              <a:buNone/>
              <a:defRPr sz="408"/>
            </a:lvl4pPr>
            <a:lvl5pPr marL="745236" indent="0">
              <a:buNone/>
              <a:defRPr sz="408"/>
            </a:lvl5pPr>
            <a:lvl6pPr marL="931545" indent="0">
              <a:buNone/>
              <a:defRPr sz="408"/>
            </a:lvl6pPr>
            <a:lvl7pPr marL="1117854" indent="0">
              <a:buNone/>
              <a:defRPr sz="408"/>
            </a:lvl7pPr>
            <a:lvl8pPr marL="1304163" indent="0">
              <a:buNone/>
              <a:defRPr sz="408"/>
            </a:lvl8pPr>
            <a:lvl9pPr marL="1490472" indent="0">
              <a:buNone/>
              <a:defRPr sz="4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30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107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66321" y="345009"/>
            <a:ext cx="803389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6153" y="345009"/>
            <a:ext cx="2363594" cy="54916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808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6153" y="345011"/>
            <a:ext cx="3213557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153" y="1725046"/>
            <a:ext cx="3213557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6153" y="6006164"/>
            <a:ext cx="83831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9630D-F1D9-4981-8FD4-E20F703F26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34192" y="6006164"/>
            <a:ext cx="125747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31391" y="6006164"/>
            <a:ext cx="83831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A455E-50F7-4634-B34E-07D17AA7BC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223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72618" rtl="0" eaLnBrk="1" latinLnBrk="0" hangingPunct="1">
        <a:lnSpc>
          <a:spcPct val="90000"/>
        </a:lnSpc>
        <a:spcBef>
          <a:spcPct val="0"/>
        </a:spcBef>
        <a:buNone/>
        <a:defRPr sz="17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3155" indent="-93155" algn="l" defTabSz="372618" rtl="0" eaLnBrk="1" latinLnBrk="0" hangingPunct="1">
        <a:lnSpc>
          <a:spcPct val="90000"/>
        </a:lnSpc>
        <a:spcBef>
          <a:spcPts val="408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79464" indent="-93155" algn="l" defTabSz="372618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978" kern="1200">
          <a:solidFill>
            <a:schemeClr val="tx1"/>
          </a:solidFill>
          <a:latin typeface="+mn-lt"/>
          <a:ea typeface="+mn-ea"/>
          <a:cs typeface="+mn-cs"/>
        </a:defRPr>
      </a:lvl2pPr>
      <a:lvl3pPr marL="465773" indent="-93155" algn="l" defTabSz="372618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52082" indent="-93155" algn="l" defTabSz="372618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734" kern="1200">
          <a:solidFill>
            <a:schemeClr val="tx1"/>
          </a:solidFill>
          <a:latin typeface="+mn-lt"/>
          <a:ea typeface="+mn-ea"/>
          <a:cs typeface="+mn-cs"/>
        </a:defRPr>
      </a:lvl4pPr>
      <a:lvl5pPr marL="838391" indent="-93155" algn="l" defTabSz="372618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734" kern="1200">
          <a:solidFill>
            <a:schemeClr val="tx1"/>
          </a:solidFill>
          <a:latin typeface="+mn-lt"/>
          <a:ea typeface="+mn-ea"/>
          <a:cs typeface="+mn-cs"/>
        </a:defRPr>
      </a:lvl5pPr>
      <a:lvl6pPr marL="1024700" indent="-93155" algn="l" defTabSz="372618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734" kern="1200">
          <a:solidFill>
            <a:schemeClr val="tx1"/>
          </a:solidFill>
          <a:latin typeface="+mn-lt"/>
          <a:ea typeface="+mn-ea"/>
          <a:cs typeface="+mn-cs"/>
        </a:defRPr>
      </a:lvl6pPr>
      <a:lvl7pPr marL="1211009" indent="-93155" algn="l" defTabSz="372618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734" kern="1200">
          <a:solidFill>
            <a:schemeClr val="tx1"/>
          </a:solidFill>
          <a:latin typeface="+mn-lt"/>
          <a:ea typeface="+mn-ea"/>
          <a:cs typeface="+mn-cs"/>
        </a:defRPr>
      </a:lvl7pPr>
      <a:lvl8pPr marL="1397318" indent="-93155" algn="l" defTabSz="372618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734" kern="1200">
          <a:solidFill>
            <a:schemeClr val="tx1"/>
          </a:solidFill>
          <a:latin typeface="+mn-lt"/>
          <a:ea typeface="+mn-ea"/>
          <a:cs typeface="+mn-cs"/>
        </a:defRPr>
      </a:lvl8pPr>
      <a:lvl9pPr marL="1583627" indent="-93155" algn="l" defTabSz="372618" rtl="0" eaLnBrk="1" latinLnBrk="0" hangingPunct="1">
        <a:lnSpc>
          <a:spcPct val="90000"/>
        </a:lnSpc>
        <a:spcBef>
          <a:spcPts val="204"/>
        </a:spcBef>
        <a:buFont typeface="Arial" panose="020B0604020202020204" pitchFamily="34" charset="0"/>
        <a:buChar char="•"/>
        <a:defRPr sz="7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2618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1pPr>
      <a:lvl2pPr marL="186309" algn="l" defTabSz="372618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2pPr>
      <a:lvl3pPr marL="372618" algn="l" defTabSz="372618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3pPr>
      <a:lvl4pPr marL="558927" algn="l" defTabSz="372618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4pPr>
      <a:lvl5pPr marL="745236" algn="l" defTabSz="372618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5pPr>
      <a:lvl6pPr marL="931545" algn="l" defTabSz="372618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6pPr>
      <a:lvl7pPr marL="1117854" algn="l" defTabSz="372618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7pPr>
      <a:lvl8pPr marL="1304163" algn="l" defTabSz="372618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8pPr>
      <a:lvl9pPr marL="1490472" algn="l" defTabSz="372618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a blue line&#10;&#10;AI-generated content may be incorrect.">
            <a:extLst>
              <a:ext uri="{FF2B5EF4-FFF2-40B4-BE49-F238E27FC236}">
                <a16:creationId xmlns:a16="http://schemas.microsoft.com/office/drawing/2014/main" id="{D9EC0BF1-0C82-31AC-167A-F647EC7CB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" t="11538" r="9588" b="10077"/>
          <a:stretch/>
        </p:blipFill>
        <p:spPr>
          <a:xfrm>
            <a:off x="11832" y="750570"/>
            <a:ext cx="1908000" cy="1692000"/>
          </a:xfrm>
          <a:prstGeom prst="rect">
            <a:avLst/>
          </a:prstGeom>
        </p:spPr>
      </p:pic>
      <p:pic>
        <p:nvPicPr>
          <p:cNvPr id="7" name="Picture 6" descr="A graph with a blue line&#10;&#10;AI-generated content may be incorrect.">
            <a:extLst>
              <a:ext uri="{FF2B5EF4-FFF2-40B4-BE49-F238E27FC236}">
                <a16:creationId xmlns:a16="http://schemas.microsoft.com/office/drawing/2014/main" id="{DC788913-82DF-CE85-4FC1-7439D5BFDD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8" t="11538" r="9588" b="10077"/>
          <a:stretch/>
        </p:blipFill>
        <p:spPr>
          <a:xfrm>
            <a:off x="2002096" y="750570"/>
            <a:ext cx="1708817" cy="1692000"/>
          </a:xfrm>
          <a:prstGeom prst="rect">
            <a:avLst/>
          </a:prstGeom>
        </p:spPr>
      </p:pic>
      <p:pic>
        <p:nvPicPr>
          <p:cNvPr id="10" name="Picture 9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03F131D9-CD26-284E-EF18-4D49FFF279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" t="11538" r="9588" b="10077"/>
          <a:stretch/>
        </p:blipFill>
        <p:spPr>
          <a:xfrm>
            <a:off x="11832" y="2692538"/>
            <a:ext cx="1907999" cy="1692000"/>
          </a:xfrm>
          <a:prstGeom prst="rect">
            <a:avLst/>
          </a:prstGeom>
        </p:spPr>
      </p:pic>
      <p:pic>
        <p:nvPicPr>
          <p:cNvPr id="12" name="Picture 11" descr="A graph with a blue line&#10;&#10;AI-generated content may be incorrect.">
            <a:extLst>
              <a:ext uri="{FF2B5EF4-FFF2-40B4-BE49-F238E27FC236}">
                <a16:creationId xmlns:a16="http://schemas.microsoft.com/office/drawing/2014/main" id="{41ABB951-A8F4-9ED6-D2E6-06897A530E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8" t="11538" r="9588" b="10077"/>
          <a:stretch/>
        </p:blipFill>
        <p:spPr>
          <a:xfrm>
            <a:off x="2002097" y="2692537"/>
            <a:ext cx="1708817" cy="1692000"/>
          </a:xfrm>
          <a:prstGeom prst="rect">
            <a:avLst/>
          </a:prstGeom>
        </p:spPr>
      </p:pic>
      <p:pic>
        <p:nvPicPr>
          <p:cNvPr id="14" name="Picture 13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69566421-AD3D-906B-1F03-3DD5838D9C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" t="11538" r="9589" b="2958"/>
          <a:stretch/>
        </p:blipFill>
        <p:spPr>
          <a:xfrm>
            <a:off x="0" y="4634507"/>
            <a:ext cx="1919831" cy="1845668"/>
          </a:xfrm>
          <a:prstGeom prst="rect">
            <a:avLst/>
          </a:prstGeom>
        </p:spPr>
      </p:pic>
      <p:pic>
        <p:nvPicPr>
          <p:cNvPr id="16" name="Picture 15" descr="A graph with a blue line&#10;&#10;AI-generated content may be incorrect.">
            <a:extLst>
              <a:ext uri="{FF2B5EF4-FFF2-40B4-BE49-F238E27FC236}">
                <a16:creationId xmlns:a16="http://schemas.microsoft.com/office/drawing/2014/main" id="{DDB59C51-B59B-B584-1FB9-284ED2ADCA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8" t="11537" r="9588" b="2958"/>
          <a:stretch/>
        </p:blipFill>
        <p:spPr>
          <a:xfrm>
            <a:off x="2002096" y="4634505"/>
            <a:ext cx="1708817" cy="184566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D251682-B46D-DC7E-8C5E-59DFF1C27261}"/>
              </a:ext>
            </a:extLst>
          </p:cNvPr>
          <p:cNvSpPr txBox="1"/>
          <p:nvPr/>
        </p:nvSpPr>
        <p:spPr>
          <a:xfrm>
            <a:off x="-66676" y="-57150"/>
            <a:ext cx="42068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Breakdown verification scores (rainfall-based forecasts)</a:t>
            </a:r>
          </a:p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ROC curves for rainfall events exceeding the </a:t>
            </a:r>
            <a:r>
              <a:rPr lang="en-US" sz="10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50-year return period</a:t>
            </a:r>
            <a:endParaRPr lang="en-GB" sz="1000" u="sng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F79773-A305-6943-D6AB-6A9BB374B2B4}"/>
              </a:ext>
            </a:extLst>
          </p:cNvPr>
          <p:cNvSpPr txBox="1"/>
          <p:nvPr/>
        </p:nvSpPr>
        <p:spPr>
          <a:xfrm>
            <a:off x="877455" y="1996544"/>
            <a:ext cx="953325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AUC-ROC = 0.544</a:t>
            </a:r>
          </a:p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(0.534 ; 0.555)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39338B-2360-F0B9-54B0-E0E8A3F764B5}"/>
              </a:ext>
            </a:extLst>
          </p:cNvPr>
          <p:cNvSpPr txBox="1"/>
          <p:nvPr/>
        </p:nvSpPr>
        <p:spPr>
          <a:xfrm>
            <a:off x="1899746" y="568047"/>
            <a:ext cx="190800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b) long-range forecast (t+0,t+24)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1F5955-FCB9-F344-7FF7-DF879384E574}"/>
              </a:ext>
            </a:extLst>
          </p:cNvPr>
          <p:cNvSpPr txBox="1"/>
          <p:nvPr/>
        </p:nvSpPr>
        <p:spPr>
          <a:xfrm>
            <a:off x="2662197" y="1996544"/>
            <a:ext cx="953325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AUC-ROC = 0.552</a:t>
            </a:r>
          </a:p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(0.542 ; 0.562)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A68CE5-3663-E3BA-5B16-FF1EBD5CAD67}"/>
              </a:ext>
            </a:extLst>
          </p:cNvPr>
          <p:cNvSpPr txBox="1"/>
          <p:nvPr/>
        </p:nvSpPr>
        <p:spPr>
          <a:xfrm>
            <a:off x="877455" y="3924404"/>
            <a:ext cx="953325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AUC-ROC = 0.536</a:t>
            </a:r>
          </a:p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(0.528 ; 0.545)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D473FB-E495-B2CC-B0FF-A62B16673603}"/>
              </a:ext>
            </a:extLst>
          </p:cNvPr>
          <p:cNvSpPr txBox="1"/>
          <p:nvPr/>
        </p:nvSpPr>
        <p:spPr>
          <a:xfrm>
            <a:off x="2662197" y="3924404"/>
            <a:ext cx="953325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AUC-ROC = 0.528</a:t>
            </a:r>
          </a:p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(0.521 ; 0.537)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BA3302-BB3A-42E9-5A33-833C023D5C47}"/>
              </a:ext>
            </a:extLst>
          </p:cNvPr>
          <p:cNvSpPr txBox="1"/>
          <p:nvPr/>
        </p:nvSpPr>
        <p:spPr>
          <a:xfrm>
            <a:off x="877455" y="5871314"/>
            <a:ext cx="953325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AUC-ROC = 0.525</a:t>
            </a:r>
          </a:p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(0.518 ; 0.533)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152A2A-430B-C523-E1E8-2692C774555F}"/>
              </a:ext>
            </a:extLst>
          </p:cNvPr>
          <p:cNvSpPr txBox="1"/>
          <p:nvPr/>
        </p:nvSpPr>
        <p:spPr>
          <a:xfrm>
            <a:off x="2662197" y="5871314"/>
            <a:ext cx="953325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AUC-ROC = 0.520</a:t>
            </a:r>
          </a:p>
          <a:p>
            <a:pPr algn="ctr"/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(0.514 ; 0.527)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2B84FE-6FFF-9B2B-74C3-F9216FC6BFC1}"/>
              </a:ext>
            </a:extLst>
          </p:cNvPr>
          <p:cNvSpPr txBox="1"/>
          <p:nvPr/>
        </p:nvSpPr>
        <p:spPr>
          <a:xfrm>
            <a:off x="-67695" y="568047"/>
            <a:ext cx="1908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a) short-range forecast (reanalysis)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667C36-0CBE-9755-7F89-8AACC8E51FA9}"/>
              </a:ext>
            </a:extLst>
          </p:cNvPr>
          <p:cNvSpPr txBox="1"/>
          <p:nvPr/>
        </p:nvSpPr>
        <p:spPr>
          <a:xfrm>
            <a:off x="-67695" y="2507068"/>
            <a:ext cx="1908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c) long-range forecast (t+24,t+48)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1E61F0-9840-9B7F-30F2-30B65396312F}"/>
              </a:ext>
            </a:extLst>
          </p:cNvPr>
          <p:cNvSpPr txBox="1"/>
          <p:nvPr/>
        </p:nvSpPr>
        <p:spPr>
          <a:xfrm>
            <a:off x="-67695" y="4439241"/>
            <a:ext cx="1908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e) long-range forecast (t+72,t+96)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1C25AE-D652-11A5-B5EC-F8165BE323FC}"/>
              </a:ext>
            </a:extLst>
          </p:cNvPr>
          <p:cNvSpPr txBox="1"/>
          <p:nvPr/>
        </p:nvSpPr>
        <p:spPr>
          <a:xfrm>
            <a:off x="1899746" y="2506512"/>
            <a:ext cx="190800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d) long-range forecast (t+48,t+72)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F73A1B-3ADC-F2FE-4134-96AE95176977}"/>
              </a:ext>
            </a:extLst>
          </p:cNvPr>
          <p:cNvSpPr txBox="1"/>
          <p:nvPr/>
        </p:nvSpPr>
        <p:spPr>
          <a:xfrm>
            <a:off x="1899746" y="4434319"/>
            <a:ext cx="1908000" cy="21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f) long-range forecast (t+96,t+120)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AEBC89-740E-B6AE-1664-60181017FDA9}"/>
              </a:ext>
            </a:extLst>
          </p:cNvPr>
          <p:cNvSpPr txBox="1"/>
          <p:nvPr/>
        </p:nvSpPr>
        <p:spPr>
          <a:xfrm>
            <a:off x="1002218" y="383448"/>
            <a:ext cx="1196419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ROC curve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915B4F4-9555-239A-6644-707B5F75353A}"/>
              </a:ext>
            </a:extLst>
          </p:cNvPr>
          <p:cNvSpPr/>
          <p:nvPr/>
        </p:nvSpPr>
        <p:spPr>
          <a:xfrm>
            <a:off x="1680346" y="446170"/>
            <a:ext cx="360000" cy="90000"/>
          </a:xfrm>
          <a:prstGeom prst="rect">
            <a:avLst/>
          </a:prstGeom>
          <a:solidFill>
            <a:srgbClr val="0505CE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endParaRPr lang="en-GB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10F3755-65FA-8268-88B6-1CBC42EFB7F8}"/>
              </a:ext>
            </a:extLst>
          </p:cNvPr>
          <p:cNvCxnSpPr>
            <a:cxnSpLocks/>
          </p:cNvCxnSpPr>
          <p:nvPr/>
        </p:nvCxnSpPr>
        <p:spPr>
          <a:xfrm>
            <a:off x="706414" y="491170"/>
            <a:ext cx="360000" cy="0"/>
          </a:xfrm>
          <a:prstGeom prst="line">
            <a:avLst/>
          </a:prstGeom>
          <a:ln w="12700">
            <a:solidFill>
              <a:srgbClr val="0505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DE5C9A9-3189-D01F-D799-FE5E444982DC}"/>
              </a:ext>
            </a:extLst>
          </p:cNvPr>
          <p:cNvSpPr txBox="1"/>
          <p:nvPr/>
        </p:nvSpPr>
        <p:spPr>
          <a:xfrm>
            <a:off x="1979018" y="383448"/>
            <a:ext cx="1196419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99% confidence interval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934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144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Maria Pillosu</cp:lastModifiedBy>
  <cp:revision>2</cp:revision>
  <dcterms:created xsi:type="dcterms:W3CDTF">2025-05-22T22:05:26Z</dcterms:created>
  <dcterms:modified xsi:type="dcterms:W3CDTF">2026-01-26T21:45:44Z</dcterms:modified>
</cp:coreProperties>
</file>