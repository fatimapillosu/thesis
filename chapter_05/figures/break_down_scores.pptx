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sldIdLst>
    <p:sldId id="256" r:id="rId2"/>
  </p:sldIdLst>
  <p:sldSz cx="5759450" cy="32035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724C"/>
    <a:srgbClr val="8F704A"/>
    <a:srgbClr val="AD5252"/>
    <a:srgbClr val="A35C4F"/>
    <a:srgbClr val="7A8545"/>
    <a:srgbClr val="E07A1A"/>
    <a:srgbClr val="E46A24"/>
    <a:srgbClr val="806266"/>
    <a:srgbClr val="6B5280"/>
    <a:srgbClr val="2185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461CCDA-CA71-4734-AE8B-A76D60A46F58}" v="116" dt="2026-01-26T21:18:12.3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213" d="100"/>
          <a:sy n="213" d="100"/>
        </p:scale>
        <p:origin x="258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87453732-75AC-4426-B5D3-B7C69C2D4F54}"/>
    <pc:docChg chg="undo custSel modSld">
      <pc:chgData name="Fatima Pillosu" userId="a6295d4dc9e22643" providerId="LiveId" clId="{87453732-75AC-4426-B5D3-B7C69C2D4F54}" dt="2026-01-26T21:18:15.211" v="1523" actId="1076"/>
      <pc:docMkLst>
        <pc:docMk/>
      </pc:docMkLst>
      <pc:sldChg chg="addSp delSp modSp mod">
        <pc:chgData name="Fatima Pillosu" userId="a6295d4dc9e22643" providerId="LiveId" clId="{87453732-75AC-4426-B5D3-B7C69C2D4F54}" dt="2026-01-26T21:18:15.211" v="1523" actId="1076"/>
        <pc:sldMkLst>
          <pc:docMk/>
          <pc:sldMk cId="1573992039" sldId="256"/>
        </pc:sldMkLst>
        <pc:spChg chg="add mod">
          <ac:chgData name="Fatima Pillosu" userId="a6295d4dc9e22643" providerId="LiveId" clId="{87453732-75AC-4426-B5D3-B7C69C2D4F54}" dt="2026-01-26T21:17:40.833" v="1516" actId="20577"/>
          <ac:spMkLst>
            <pc:docMk/>
            <pc:sldMk cId="1573992039" sldId="256"/>
            <ac:spMk id="11" creationId="{29C18B43-AD11-4F29-1F26-2B3A6B1115CB}"/>
          </ac:spMkLst>
        </pc:spChg>
        <pc:spChg chg="add mod">
          <ac:chgData name="Fatima Pillosu" userId="a6295d4dc9e22643" providerId="LiveId" clId="{87453732-75AC-4426-B5D3-B7C69C2D4F54}" dt="2026-01-26T21:18:15.211" v="1523" actId="1076"/>
          <ac:spMkLst>
            <pc:docMk/>
            <pc:sldMk cId="1573992039" sldId="256"/>
            <ac:spMk id="13" creationId="{03B89C1A-7763-D500-8ADD-8052421B2211}"/>
          </ac:spMkLst>
        </pc:spChg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268" creationId="{3BD7B3DC-F3A9-B413-076C-142F462DB31E}"/>
          </ac:spMkLst>
        </pc:spChg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273" creationId="{0A4F13FF-2DF7-6F0C-A0EF-9C67F39AF8D9}"/>
          </ac:spMkLst>
        </pc:spChg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302" creationId="{E51641AA-6F79-6900-66D4-9E8509B65255}"/>
          </ac:spMkLst>
        </pc:spChg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304" creationId="{C401F5C3-E8F7-BAB8-A8F7-724890C219C7}"/>
          </ac:spMkLst>
        </pc:spChg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310" creationId="{54066B8D-FAB6-E393-A31E-DBD9964AA0F3}"/>
          </ac:spMkLst>
        </pc:spChg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325" creationId="{127CFB41-2894-69E3-E62C-3DA0B561D707}"/>
          </ac:spMkLst>
        </pc:spChg>
        <pc:spChg chg="mod">
          <ac:chgData name="Fatima Pillosu" userId="a6295d4dc9e22643" providerId="LiveId" clId="{87453732-75AC-4426-B5D3-B7C69C2D4F54}" dt="2026-01-26T21:16:22.435" v="1487" actId="20577"/>
          <ac:spMkLst>
            <pc:docMk/>
            <pc:sldMk cId="1573992039" sldId="256"/>
            <ac:spMk id="1331" creationId="{5B4F7B26-B4B5-0D40-3F80-6AA916B5DA57}"/>
          </ac:spMkLst>
        </pc:spChg>
        <pc:spChg chg="add mod">
          <ac:chgData name="Fatima Pillosu" userId="a6295d4dc9e22643" providerId="LiveId" clId="{87453732-75AC-4426-B5D3-B7C69C2D4F54}" dt="2026-01-26T21:16:27.902" v="1496" actId="20577"/>
          <ac:spMkLst>
            <pc:docMk/>
            <pc:sldMk cId="1573992039" sldId="256"/>
            <ac:spMk id="1332" creationId="{AE0EE9CA-2952-95D7-1AE5-92C787C56054}"/>
          </ac:spMkLst>
        </pc:spChg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342" creationId="{6061FB66-EF2A-32F8-8668-2468A32FD7DB}"/>
          </ac:spMkLst>
        </pc:spChg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345" creationId="{34B384FA-F360-F336-2135-AE0B94D1546B}"/>
          </ac:spMkLst>
        </pc:spChg>
        <pc:spChg chg="add mod">
          <ac:chgData name="Fatima Pillosu" userId="a6295d4dc9e22643" providerId="LiveId" clId="{87453732-75AC-4426-B5D3-B7C69C2D4F54}" dt="2026-01-23T06:35:33.051" v="1470"/>
          <ac:spMkLst>
            <pc:docMk/>
            <pc:sldMk cId="1573992039" sldId="256"/>
            <ac:spMk id="1364" creationId="{DA721B03-BDAC-27CA-26E3-15F1149EDA51}"/>
          </ac:spMkLst>
        </pc:spChg>
        <pc:cxnChg chg="add del mod">
          <ac:chgData name="Fatima Pillosu" userId="a6295d4dc9e22643" providerId="LiveId" clId="{87453732-75AC-4426-B5D3-B7C69C2D4F54}" dt="2026-01-26T21:16:40.013" v="1499" actId="478"/>
          <ac:cxnSpMkLst>
            <pc:docMk/>
            <pc:sldMk cId="1573992039" sldId="256"/>
            <ac:cxnSpMk id="2" creationId="{0014F949-7ADF-0582-9DD2-6E52406F9347}"/>
          </ac:cxnSpMkLst>
        </pc:cxnChg>
        <pc:cxnChg chg="add mod">
          <ac:chgData name="Fatima Pillosu" userId="a6295d4dc9e22643" providerId="LiveId" clId="{87453732-75AC-4426-B5D3-B7C69C2D4F54}" dt="2026-01-26T21:17:26.761" v="1508" actId="692"/>
          <ac:cxnSpMkLst>
            <pc:docMk/>
            <pc:sldMk cId="1573992039" sldId="256"/>
            <ac:cxnSpMk id="10" creationId="{E8D787D3-2BC9-5BBF-B9E5-8B9E3A1F1A37}"/>
          </ac:cxnSpMkLst>
        </pc:cxnChg>
        <pc:cxnChg chg="add mod">
          <ac:chgData name="Fatima Pillosu" userId="a6295d4dc9e22643" providerId="LiveId" clId="{87453732-75AC-4426-B5D3-B7C69C2D4F54}" dt="2026-01-26T21:18:10.091" v="1521" actId="1076"/>
          <ac:cxnSpMkLst>
            <pc:docMk/>
            <pc:sldMk cId="1573992039" sldId="256"/>
            <ac:cxnSpMk id="12" creationId="{576FCE02-F4E4-6B8F-E253-72C41A2EFEF5}"/>
          </ac:cxnSpMkLst>
        </pc:cxnChg>
        <pc:cxnChg chg="mod">
          <ac:chgData name="Fatima Pillosu" userId="a6295d4dc9e22643" providerId="LiveId" clId="{87453732-75AC-4426-B5D3-B7C69C2D4F54}" dt="2026-01-26T21:16:51.669" v="1502" actId="14100"/>
          <ac:cxnSpMkLst>
            <pc:docMk/>
            <pc:sldMk cId="1573992039" sldId="256"/>
            <ac:cxnSpMk id="1316" creationId="{5C8C62E2-2461-F3C2-D9E0-4DC7238B1F80}"/>
          </ac:cxnSpMkLst>
        </pc:cxnChg>
        <pc:cxnChg chg="del">
          <ac:chgData name="Fatima Pillosu" userId="a6295d4dc9e22643" providerId="LiveId" clId="{87453732-75AC-4426-B5D3-B7C69C2D4F54}" dt="2026-01-26T16:16:25.010" v="1472" actId="478"/>
          <ac:cxnSpMkLst>
            <pc:docMk/>
            <pc:sldMk cId="1573992039" sldId="256"/>
            <ac:cxnSpMk id="1317" creationId="{D3BBCBB6-DF6B-BCC2-FC6C-434766CFCB16}"/>
          </ac:cxnSpMkLst>
        </pc:cxnChg>
        <pc:cxnChg chg="del">
          <ac:chgData name="Fatima Pillosu" userId="a6295d4dc9e22643" providerId="LiveId" clId="{87453732-75AC-4426-B5D3-B7C69C2D4F54}" dt="2026-01-26T16:16:23.850" v="1471" actId="478"/>
          <ac:cxnSpMkLst>
            <pc:docMk/>
            <pc:sldMk cId="1573992039" sldId="256"/>
            <ac:cxnSpMk id="1327" creationId="{BDDEB3EA-5566-17A1-8380-E298772FD972}"/>
          </ac:cxnSpMkLst>
        </pc:cxnChg>
        <pc:cxnChg chg="mod">
          <ac:chgData name="Fatima Pillosu" userId="a6295d4dc9e22643" providerId="LiveId" clId="{87453732-75AC-4426-B5D3-B7C69C2D4F54}" dt="2026-01-26T21:17:03.453" v="1504" actId="1076"/>
          <ac:cxnSpMkLst>
            <pc:docMk/>
            <pc:sldMk cId="1573992039" sldId="256"/>
            <ac:cxnSpMk id="1328" creationId="{DA3DABA7-74E0-EDE3-5AB1-D084FE5BF3CC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931" y="524289"/>
            <a:ext cx="4319588" cy="1115319"/>
          </a:xfrm>
        </p:spPr>
        <p:txBody>
          <a:bodyPr anchor="b"/>
          <a:lstStyle>
            <a:lvl1pPr algn="ctr">
              <a:defRPr sz="280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19931" y="1682619"/>
            <a:ext cx="4319588" cy="773455"/>
          </a:xfrm>
        </p:spPr>
        <p:txBody>
          <a:bodyPr/>
          <a:lstStyle>
            <a:lvl1pPr marL="0" indent="0" algn="ctr">
              <a:buNone/>
              <a:defRPr sz="1121"/>
            </a:lvl1pPr>
            <a:lvl2pPr marL="213558" indent="0" algn="ctr">
              <a:buNone/>
              <a:defRPr sz="934"/>
            </a:lvl2pPr>
            <a:lvl3pPr marL="427116" indent="0" algn="ctr">
              <a:buNone/>
              <a:defRPr sz="841"/>
            </a:lvl3pPr>
            <a:lvl4pPr marL="640674" indent="0" algn="ctr">
              <a:buNone/>
              <a:defRPr sz="747"/>
            </a:lvl4pPr>
            <a:lvl5pPr marL="854232" indent="0" algn="ctr">
              <a:buNone/>
              <a:defRPr sz="747"/>
            </a:lvl5pPr>
            <a:lvl6pPr marL="1067791" indent="0" algn="ctr">
              <a:buNone/>
              <a:defRPr sz="747"/>
            </a:lvl6pPr>
            <a:lvl7pPr marL="1281349" indent="0" algn="ctr">
              <a:buNone/>
              <a:defRPr sz="747"/>
            </a:lvl7pPr>
            <a:lvl8pPr marL="1494907" indent="0" algn="ctr">
              <a:buNone/>
              <a:defRPr sz="747"/>
            </a:lvl8pPr>
            <a:lvl9pPr marL="1708465" indent="0" algn="ctr">
              <a:buNone/>
              <a:defRPr sz="74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494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6198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962" y="798670"/>
            <a:ext cx="4967526" cy="1332598"/>
          </a:xfrm>
        </p:spPr>
        <p:txBody>
          <a:bodyPr anchor="b"/>
          <a:lstStyle>
            <a:lvl1pPr>
              <a:defRPr sz="280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962" y="2143874"/>
            <a:ext cx="4967526" cy="700782"/>
          </a:xfrm>
        </p:spPr>
        <p:txBody>
          <a:bodyPr/>
          <a:lstStyle>
            <a:lvl1pPr marL="0" indent="0">
              <a:buNone/>
              <a:defRPr sz="1121">
                <a:solidFill>
                  <a:schemeClr val="tx1">
                    <a:tint val="82000"/>
                  </a:schemeClr>
                </a:solidFill>
              </a:defRPr>
            </a:lvl1pPr>
            <a:lvl2pPr marL="213558" indent="0">
              <a:buNone/>
              <a:defRPr sz="934">
                <a:solidFill>
                  <a:schemeClr val="tx1">
                    <a:tint val="82000"/>
                  </a:schemeClr>
                </a:solidFill>
              </a:defRPr>
            </a:lvl2pPr>
            <a:lvl3pPr marL="427116" indent="0">
              <a:buNone/>
              <a:defRPr sz="841">
                <a:solidFill>
                  <a:schemeClr val="tx1">
                    <a:tint val="82000"/>
                  </a:schemeClr>
                </a:solidFill>
              </a:defRPr>
            </a:lvl3pPr>
            <a:lvl4pPr marL="640674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4pPr>
            <a:lvl5pPr marL="854232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5pPr>
            <a:lvl6pPr marL="1067791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6pPr>
            <a:lvl7pPr marL="1281349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7pPr>
            <a:lvl8pPr marL="1494907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8pPr>
            <a:lvl9pPr marL="1708465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56862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5962" y="852803"/>
            <a:ext cx="2447766" cy="20326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915722" y="852803"/>
            <a:ext cx="2447766" cy="20326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7792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712" y="170561"/>
            <a:ext cx="4967526" cy="61921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6713" y="785321"/>
            <a:ext cx="2436517" cy="384874"/>
          </a:xfrm>
        </p:spPr>
        <p:txBody>
          <a:bodyPr anchor="b"/>
          <a:lstStyle>
            <a:lvl1pPr marL="0" indent="0">
              <a:buNone/>
              <a:defRPr sz="1121" b="1"/>
            </a:lvl1pPr>
            <a:lvl2pPr marL="213558" indent="0">
              <a:buNone/>
              <a:defRPr sz="934" b="1"/>
            </a:lvl2pPr>
            <a:lvl3pPr marL="427116" indent="0">
              <a:buNone/>
              <a:defRPr sz="841" b="1"/>
            </a:lvl3pPr>
            <a:lvl4pPr marL="640674" indent="0">
              <a:buNone/>
              <a:defRPr sz="747" b="1"/>
            </a:lvl4pPr>
            <a:lvl5pPr marL="854232" indent="0">
              <a:buNone/>
              <a:defRPr sz="747" b="1"/>
            </a:lvl5pPr>
            <a:lvl6pPr marL="1067791" indent="0">
              <a:buNone/>
              <a:defRPr sz="747" b="1"/>
            </a:lvl6pPr>
            <a:lvl7pPr marL="1281349" indent="0">
              <a:buNone/>
              <a:defRPr sz="747" b="1"/>
            </a:lvl7pPr>
            <a:lvl8pPr marL="1494907" indent="0">
              <a:buNone/>
              <a:defRPr sz="747" b="1"/>
            </a:lvl8pPr>
            <a:lvl9pPr marL="1708465" indent="0">
              <a:buNone/>
              <a:defRPr sz="7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6713" y="1170195"/>
            <a:ext cx="2436517" cy="17211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5722" y="785321"/>
            <a:ext cx="2448516" cy="384874"/>
          </a:xfrm>
        </p:spPr>
        <p:txBody>
          <a:bodyPr anchor="b"/>
          <a:lstStyle>
            <a:lvl1pPr marL="0" indent="0">
              <a:buNone/>
              <a:defRPr sz="1121" b="1"/>
            </a:lvl1pPr>
            <a:lvl2pPr marL="213558" indent="0">
              <a:buNone/>
              <a:defRPr sz="934" b="1"/>
            </a:lvl2pPr>
            <a:lvl3pPr marL="427116" indent="0">
              <a:buNone/>
              <a:defRPr sz="841" b="1"/>
            </a:lvl3pPr>
            <a:lvl4pPr marL="640674" indent="0">
              <a:buNone/>
              <a:defRPr sz="747" b="1"/>
            </a:lvl4pPr>
            <a:lvl5pPr marL="854232" indent="0">
              <a:buNone/>
              <a:defRPr sz="747" b="1"/>
            </a:lvl5pPr>
            <a:lvl6pPr marL="1067791" indent="0">
              <a:buNone/>
              <a:defRPr sz="747" b="1"/>
            </a:lvl6pPr>
            <a:lvl7pPr marL="1281349" indent="0">
              <a:buNone/>
              <a:defRPr sz="747" b="1"/>
            </a:lvl7pPr>
            <a:lvl8pPr marL="1494907" indent="0">
              <a:buNone/>
              <a:defRPr sz="747" b="1"/>
            </a:lvl8pPr>
            <a:lvl9pPr marL="1708465" indent="0">
              <a:buNone/>
              <a:defRPr sz="7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915722" y="1170195"/>
            <a:ext cx="2448516" cy="17211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45096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63133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65112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713" y="213572"/>
            <a:ext cx="1857572" cy="747501"/>
          </a:xfrm>
        </p:spPr>
        <p:txBody>
          <a:bodyPr anchor="b"/>
          <a:lstStyle>
            <a:lvl1pPr>
              <a:defRPr sz="14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48516" y="461256"/>
            <a:ext cx="2915722" cy="2276615"/>
          </a:xfrm>
        </p:spPr>
        <p:txBody>
          <a:bodyPr/>
          <a:lstStyle>
            <a:lvl1pPr>
              <a:defRPr sz="1495"/>
            </a:lvl1pPr>
            <a:lvl2pPr>
              <a:defRPr sz="1308"/>
            </a:lvl2pPr>
            <a:lvl3pPr>
              <a:defRPr sz="1121"/>
            </a:lvl3pPr>
            <a:lvl4pPr>
              <a:defRPr sz="934"/>
            </a:lvl4pPr>
            <a:lvl5pPr>
              <a:defRPr sz="934"/>
            </a:lvl5pPr>
            <a:lvl6pPr>
              <a:defRPr sz="934"/>
            </a:lvl6pPr>
            <a:lvl7pPr>
              <a:defRPr sz="934"/>
            </a:lvl7pPr>
            <a:lvl8pPr>
              <a:defRPr sz="934"/>
            </a:lvl8pPr>
            <a:lvl9pPr>
              <a:defRPr sz="93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6713" y="961072"/>
            <a:ext cx="1857572" cy="1780506"/>
          </a:xfrm>
        </p:spPr>
        <p:txBody>
          <a:bodyPr/>
          <a:lstStyle>
            <a:lvl1pPr marL="0" indent="0">
              <a:buNone/>
              <a:defRPr sz="747"/>
            </a:lvl1pPr>
            <a:lvl2pPr marL="213558" indent="0">
              <a:buNone/>
              <a:defRPr sz="654"/>
            </a:lvl2pPr>
            <a:lvl3pPr marL="427116" indent="0">
              <a:buNone/>
              <a:defRPr sz="561"/>
            </a:lvl3pPr>
            <a:lvl4pPr marL="640674" indent="0">
              <a:buNone/>
              <a:defRPr sz="467"/>
            </a:lvl4pPr>
            <a:lvl5pPr marL="854232" indent="0">
              <a:buNone/>
              <a:defRPr sz="467"/>
            </a:lvl5pPr>
            <a:lvl6pPr marL="1067791" indent="0">
              <a:buNone/>
              <a:defRPr sz="467"/>
            </a:lvl6pPr>
            <a:lvl7pPr marL="1281349" indent="0">
              <a:buNone/>
              <a:defRPr sz="467"/>
            </a:lvl7pPr>
            <a:lvl8pPr marL="1494907" indent="0">
              <a:buNone/>
              <a:defRPr sz="467"/>
            </a:lvl8pPr>
            <a:lvl9pPr marL="1708465" indent="0">
              <a:buNone/>
              <a:defRPr sz="4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9881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713" y="213572"/>
            <a:ext cx="1857572" cy="747501"/>
          </a:xfrm>
        </p:spPr>
        <p:txBody>
          <a:bodyPr anchor="b"/>
          <a:lstStyle>
            <a:lvl1pPr>
              <a:defRPr sz="14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448516" y="461256"/>
            <a:ext cx="2915722" cy="2276615"/>
          </a:xfrm>
        </p:spPr>
        <p:txBody>
          <a:bodyPr anchor="t"/>
          <a:lstStyle>
            <a:lvl1pPr marL="0" indent="0">
              <a:buNone/>
              <a:defRPr sz="1495"/>
            </a:lvl1pPr>
            <a:lvl2pPr marL="213558" indent="0">
              <a:buNone/>
              <a:defRPr sz="1308"/>
            </a:lvl2pPr>
            <a:lvl3pPr marL="427116" indent="0">
              <a:buNone/>
              <a:defRPr sz="1121"/>
            </a:lvl3pPr>
            <a:lvl4pPr marL="640674" indent="0">
              <a:buNone/>
              <a:defRPr sz="934"/>
            </a:lvl4pPr>
            <a:lvl5pPr marL="854232" indent="0">
              <a:buNone/>
              <a:defRPr sz="934"/>
            </a:lvl5pPr>
            <a:lvl6pPr marL="1067791" indent="0">
              <a:buNone/>
              <a:defRPr sz="934"/>
            </a:lvl6pPr>
            <a:lvl7pPr marL="1281349" indent="0">
              <a:buNone/>
              <a:defRPr sz="934"/>
            </a:lvl7pPr>
            <a:lvl8pPr marL="1494907" indent="0">
              <a:buNone/>
              <a:defRPr sz="934"/>
            </a:lvl8pPr>
            <a:lvl9pPr marL="1708465" indent="0">
              <a:buNone/>
              <a:defRPr sz="93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6713" y="961072"/>
            <a:ext cx="1857572" cy="1780506"/>
          </a:xfrm>
        </p:spPr>
        <p:txBody>
          <a:bodyPr/>
          <a:lstStyle>
            <a:lvl1pPr marL="0" indent="0">
              <a:buNone/>
              <a:defRPr sz="747"/>
            </a:lvl1pPr>
            <a:lvl2pPr marL="213558" indent="0">
              <a:buNone/>
              <a:defRPr sz="654"/>
            </a:lvl2pPr>
            <a:lvl3pPr marL="427116" indent="0">
              <a:buNone/>
              <a:defRPr sz="561"/>
            </a:lvl3pPr>
            <a:lvl4pPr marL="640674" indent="0">
              <a:buNone/>
              <a:defRPr sz="467"/>
            </a:lvl4pPr>
            <a:lvl5pPr marL="854232" indent="0">
              <a:buNone/>
              <a:defRPr sz="467"/>
            </a:lvl5pPr>
            <a:lvl6pPr marL="1067791" indent="0">
              <a:buNone/>
              <a:defRPr sz="467"/>
            </a:lvl6pPr>
            <a:lvl7pPr marL="1281349" indent="0">
              <a:buNone/>
              <a:defRPr sz="467"/>
            </a:lvl7pPr>
            <a:lvl8pPr marL="1494907" indent="0">
              <a:buNone/>
              <a:defRPr sz="467"/>
            </a:lvl8pPr>
            <a:lvl9pPr marL="1708465" indent="0">
              <a:buNone/>
              <a:defRPr sz="4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3787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01180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121607" y="170561"/>
            <a:ext cx="1241881" cy="271488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95962" y="170561"/>
            <a:ext cx="3653651" cy="271488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73014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5962" y="170561"/>
            <a:ext cx="4967526" cy="6192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5962" y="852803"/>
            <a:ext cx="4967526" cy="20326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95962" y="2969240"/>
            <a:ext cx="1295876" cy="1705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6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07818" y="2969240"/>
            <a:ext cx="1943814" cy="1705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6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067612" y="2969240"/>
            <a:ext cx="1295876" cy="1705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6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9858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l" defTabSz="427116" rtl="0" eaLnBrk="1" latinLnBrk="0" hangingPunct="1">
        <a:lnSpc>
          <a:spcPct val="90000"/>
        </a:lnSpc>
        <a:spcBef>
          <a:spcPct val="0"/>
        </a:spcBef>
        <a:buNone/>
        <a:defRPr sz="20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6779" indent="-106779" algn="l" defTabSz="427116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308" kern="1200">
          <a:solidFill>
            <a:schemeClr val="tx1"/>
          </a:solidFill>
          <a:latin typeface="+mn-lt"/>
          <a:ea typeface="+mn-ea"/>
          <a:cs typeface="+mn-cs"/>
        </a:defRPr>
      </a:lvl1pPr>
      <a:lvl2pPr marL="320337" indent="-106779" algn="l" defTabSz="427116" rtl="0" eaLnBrk="1" latinLnBrk="0" hangingPunct="1">
        <a:lnSpc>
          <a:spcPct val="90000"/>
        </a:lnSpc>
        <a:spcBef>
          <a:spcPts val="234"/>
        </a:spcBef>
        <a:buFont typeface="Arial" panose="020B0604020202020204" pitchFamily="34" charset="0"/>
        <a:buChar char="•"/>
        <a:defRPr sz="1121" kern="1200">
          <a:solidFill>
            <a:schemeClr val="tx1"/>
          </a:solidFill>
          <a:latin typeface="+mn-lt"/>
          <a:ea typeface="+mn-ea"/>
          <a:cs typeface="+mn-cs"/>
        </a:defRPr>
      </a:lvl2pPr>
      <a:lvl3pPr marL="533895" indent="-106779" algn="l" defTabSz="427116" rtl="0" eaLnBrk="1" latinLnBrk="0" hangingPunct="1">
        <a:lnSpc>
          <a:spcPct val="90000"/>
        </a:lnSpc>
        <a:spcBef>
          <a:spcPts val="234"/>
        </a:spcBef>
        <a:buFont typeface="Arial" panose="020B0604020202020204" pitchFamily="34" charset="0"/>
        <a:buChar char="•"/>
        <a:defRPr sz="934" kern="1200">
          <a:solidFill>
            <a:schemeClr val="tx1"/>
          </a:solidFill>
          <a:latin typeface="+mn-lt"/>
          <a:ea typeface="+mn-ea"/>
          <a:cs typeface="+mn-cs"/>
        </a:defRPr>
      </a:lvl3pPr>
      <a:lvl4pPr marL="747453" indent="-106779" algn="l" defTabSz="427116" rtl="0" eaLnBrk="1" latinLnBrk="0" hangingPunct="1">
        <a:lnSpc>
          <a:spcPct val="90000"/>
        </a:lnSpc>
        <a:spcBef>
          <a:spcPts val="234"/>
        </a:spcBef>
        <a:buFont typeface="Arial" panose="020B0604020202020204" pitchFamily="34" charset="0"/>
        <a:buChar char="•"/>
        <a:defRPr sz="841" kern="1200">
          <a:solidFill>
            <a:schemeClr val="tx1"/>
          </a:solidFill>
          <a:latin typeface="+mn-lt"/>
          <a:ea typeface="+mn-ea"/>
          <a:cs typeface="+mn-cs"/>
        </a:defRPr>
      </a:lvl4pPr>
      <a:lvl5pPr marL="961012" indent="-106779" algn="l" defTabSz="427116" rtl="0" eaLnBrk="1" latinLnBrk="0" hangingPunct="1">
        <a:lnSpc>
          <a:spcPct val="90000"/>
        </a:lnSpc>
        <a:spcBef>
          <a:spcPts val="234"/>
        </a:spcBef>
        <a:buFont typeface="Arial" panose="020B0604020202020204" pitchFamily="34" charset="0"/>
        <a:buChar char="•"/>
        <a:defRPr sz="841" kern="1200">
          <a:solidFill>
            <a:schemeClr val="tx1"/>
          </a:solidFill>
          <a:latin typeface="+mn-lt"/>
          <a:ea typeface="+mn-ea"/>
          <a:cs typeface="+mn-cs"/>
        </a:defRPr>
      </a:lvl5pPr>
      <a:lvl6pPr marL="1174570" indent="-106779" algn="l" defTabSz="427116" rtl="0" eaLnBrk="1" latinLnBrk="0" hangingPunct="1">
        <a:lnSpc>
          <a:spcPct val="90000"/>
        </a:lnSpc>
        <a:spcBef>
          <a:spcPts val="234"/>
        </a:spcBef>
        <a:buFont typeface="Arial" panose="020B0604020202020204" pitchFamily="34" charset="0"/>
        <a:buChar char="•"/>
        <a:defRPr sz="841" kern="1200">
          <a:solidFill>
            <a:schemeClr val="tx1"/>
          </a:solidFill>
          <a:latin typeface="+mn-lt"/>
          <a:ea typeface="+mn-ea"/>
          <a:cs typeface="+mn-cs"/>
        </a:defRPr>
      </a:lvl6pPr>
      <a:lvl7pPr marL="1388128" indent="-106779" algn="l" defTabSz="427116" rtl="0" eaLnBrk="1" latinLnBrk="0" hangingPunct="1">
        <a:lnSpc>
          <a:spcPct val="90000"/>
        </a:lnSpc>
        <a:spcBef>
          <a:spcPts val="234"/>
        </a:spcBef>
        <a:buFont typeface="Arial" panose="020B0604020202020204" pitchFamily="34" charset="0"/>
        <a:buChar char="•"/>
        <a:defRPr sz="841" kern="1200">
          <a:solidFill>
            <a:schemeClr val="tx1"/>
          </a:solidFill>
          <a:latin typeface="+mn-lt"/>
          <a:ea typeface="+mn-ea"/>
          <a:cs typeface="+mn-cs"/>
        </a:defRPr>
      </a:lvl7pPr>
      <a:lvl8pPr marL="1601686" indent="-106779" algn="l" defTabSz="427116" rtl="0" eaLnBrk="1" latinLnBrk="0" hangingPunct="1">
        <a:lnSpc>
          <a:spcPct val="90000"/>
        </a:lnSpc>
        <a:spcBef>
          <a:spcPts val="234"/>
        </a:spcBef>
        <a:buFont typeface="Arial" panose="020B0604020202020204" pitchFamily="34" charset="0"/>
        <a:buChar char="•"/>
        <a:defRPr sz="841" kern="1200">
          <a:solidFill>
            <a:schemeClr val="tx1"/>
          </a:solidFill>
          <a:latin typeface="+mn-lt"/>
          <a:ea typeface="+mn-ea"/>
          <a:cs typeface="+mn-cs"/>
        </a:defRPr>
      </a:lvl8pPr>
      <a:lvl9pPr marL="1815244" indent="-106779" algn="l" defTabSz="427116" rtl="0" eaLnBrk="1" latinLnBrk="0" hangingPunct="1">
        <a:lnSpc>
          <a:spcPct val="90000"/>
        </a:lnSpc>
        <a:spcBef>
          <a:spcPts val="234"/>
        </a:spcBef>
        <a:buFont typeface="Arial" panose="020B0604020202020204" pitchFamily="34" charset="0"/>
        <a:buChar char="•"/>
        <a:defRPr sz="8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27116" rtl="0" eaLnBrk="1" latinLnBrk="0" hangingPunct="1">
        <a:defRPr sz="841" kern="1200">
          <a:solidFill>
            <a:schemeClr val="tx1"/>
          </a:solidFill>
          <a:latin typeface="+mn-lt"/>
          <a:ea typeface="+mn-ea"/>
          <a:cs typeface="+mn-cs"/>
        </a:defRPr>
      </a:lvl1pPr>
      <a:lvl2pPr marL="213558" algn="l" defTabSz="427116" rtl="0" eaLnBrk="1" latinLnBrk="0" hangingPunct="1">
        <a:defRPr sz="841" kern="1200">
          <a:solidFill>
            <a:schemeClr val="tx1"/>
          </a:solidFill>
          <a:latin typeface="+mn-lt"/>
          <a:ea typeface="+mn-ea"/>
          <a:cs typeface="+mn-cs"/>
        </a:defRPr>
      </a:lvl2pPr>
      <a:lvl3pPr marL="427116" algn="l" defTabSz="427116" rtl="0" eaLnBrk="1" latinLnBrk="0" hangingPunct="1">
        <a:defRPr sz="841" kern="1200">
          <a:solidFill>
            <a:schemeClr val="tx1"/>
          </a:solidFill>
          <a:latin typeface="+mn-lt"/>
          <a:ea typeface="+mn-ea"/>
          <a:cs typeface="+mn-cs"/>
        </a:defRPr>
      </a:lvl3pPr>
      <a:lvl4pPr marL="640674" algn="l" defTabSz="427116" rtl="0" eaLnBrk="1" latinLnBrk="0" hangingPunct="1">
        <a:defRPr sz="841" kern="1200">
          <a:solidFill>
            <a:schemeClr val="tx1"/>
          </a:solidFill>
          <a:latin typeface="+mn-lt"/>
          <a:ea typeface="+mn-ea"/>
          <a:cs typeface="+mn-cs"/>
        </a:defRPr>
      </a:lvl4pPr>
      <a:lvl5pPr marL="854232" algn="l" defTabSz="427116" rtl="0" eaLnBrk="1" latinLnBrk="0" hangingPunct="1">
        <a:defRPr sz="841" kern="1200">
          <a:solidFill>
            <a:schemeClr val="tx1"/>
          </a:solidFill>
          <a:latin typeface="+mn-lt"/>
          <a:ea typeface="+mn-ea"/>
          <a:cs typeface="+mn-cs"/>
        </a:defRPr>
      </a:lvl5pPr>
      <a:lvl6pPr marL="1067791" algn="l" defTabSz="427116" rtl="0" eaLnBrk="1" latinLnBrk="0" hangingPunct="1">
        <a:defRPr sz="841" kern="1200">
          <a:solidFill>
            <a:schemeClr val="tx1"/>
          </a:solidFill>
          <a:latin typeface="+mn-lt"/>
          <a:ea typeface="+mn-ea"/>
          <a:cs typeface="+mn-cs"/>
        </a:defRPr>
      </a:lvl6pPr>
      <a:lvl7pPr marL="1281349" algn="l" defTabSz="427116" rtl="0" eaLnBrk="1" latinLnBrk="0" hangingPunct="1">
        <a:defRPr sz="841" kern="1200">
          <a:solidFill>
            <a:schemeClr val="tx1"/>
          </a:solidFill>
          <a:latin typeface="+mn-lt"/>
          <a:ea typeface="+mn-ea"/>
          <a:cs typeface="+mn-cs"/>
        </a:defRPr>
      </a:lvl7pPr>
      <a:lvl8pPr marL="1494907" algn="l" defTabSz="427116" rtl="0" eaLnBrk="1" latinLnBrk="0" hangingPunct="1">
        <a:defRPr sz="841" kern="1200">
          <a:solidFill>
            <a:schemeClr val="tx1"/>
          </a:solidFill>
          <a:latin typeface="+mn-lt"/>
          <a:ea typeface="+mn-ea"/>
          <a:cs typeface="+mn-cs"/>
        </a:defRPr>
      </a:lvl8pPr>
      <a:lvl9pPr marL="1708465" algn="l" defTabSz="427116" rtl="0" eaLnBrk="1" latinLnBrk="0" hangingPunct="1">
        <a:defRPr sz="8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45" name="Straight Connector 1244">
            <a:extLst>
              <a:ext uri="{FF2B5EF4-FFF2-40B4-BE49-F238E27FC236}">
                <a16:creationId xmlns:a16="http://schemas.microsoft.com/office/drawing/2014/main" id="{AF833556-3E86-7DDA-9647-16F5D993D16D}"/>
              </a:ext>
            </a:extLst>
          </p:cNvPr>
          <p:cNvCxnSpPr>
            <a:cxnSpLocks/>
          </p:cNvCxnSpPr>
          <p:nvPr/>
        </p:nvCxnSpPr>
        <p:spPr>
          <a:xfrm flipV="1">
            <a:off x="435294" y="914669"/>
            <a:ext cx="535340" cy="53442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6" name="Straight Connector 1245">
            <a:extLst>
              <a:ext uri="{FF2B5EF4-FFF2-40B4-BE49-F238E27FC236}">
                <a16:creationId xmlns:a16="http://schemas.microsoft.com/office/drawing/2014/main" id="{968EEE52-4EB8-C466-7DEB-ABB9361631DF}"/>
              </a:ext>
            </a:extLst>
          </p:cNvPr>
          <p:cNvCxnSpPr>
            <a:cxnSpLocks/>
          </p:cNvCxnSpPr>
          <p:nvPr/>
        </p:nvCxnSpPr>
        <p:spPr>
          <a:xfrm>
            <a:off x="320270" y="2365457"/>
            <a:ext cx="54179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7" name="Freeform: Shape 1246">
            <a:extLst>
              <a:ext uri="{FF2B5EF4-FFF2-40B4-BE49-F238E27FC236}">
                <a16:creationId xmlns:a16="http://schemas.microsoft.com/office/drawing/2014/main" id="{1CC68D49-F510-1250-0884-6934B89FDF60}"/>
              </a:ext>
            </a:extLst>
          </p:cNvPr>
          <p:cNvSpPr/>
          <p:nvPr/>
        </p:nvSpPr>
        <p:spPr>
          <a:xfrm>
            <a:off x="2850754" y="2380161"/>
            <a:ext cx="528597" cy="520390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19450" h="3225800">
                <a:moveTo>
                  <a:pt x="0" y="3225800"/>
                </a:moveTo>
                <a:cubicBezTo>
                  <a:pt x="17462" y="2795058"/>
                  <a:pt x="31750" y="2380192"/>
                  <a:pt x="69850" y="1968500"/>
                </a:cubicBezTo>
                <a:cubicBezTo>
                  <a:pt x="107950" y="1556808"/>
                  <a:pt x="191558" y="880533"/>
                  <a:pt x="228600" y="755650"/>
                </a:cubicBezTo>
                <a:cubicBezTo>
                  <a:pt x="265642" y="630767"/>
                  <a:pt x="285750" y="370417"/>
                  <a:pt x="787400" y="228600"/>
                </a:cubicBezTo>
                <a:cubicBezTo>
                  <a:pt x="1289050" y="86783"/>
                  <a:pt x="3219450" y="0"/>
                  <a:pt x="321945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248" name="Straight Connector 1247">
            <a:extLst>
              <a:ext uri="{FF2B5EF4-FFF2-40B4-BE49-F238E27FC236}">
                <a16:creationId xmlns:a16="http://schemas.microsoft.com/office/drawing/2014/main" id="{AD3B3658-4BC9-9FAA-2D37-FE2130FD529F}"/>
              </a:ext>
            </a:extLst>
          </p:cNvPr>
          <p:cNvCxnSpPr>
            <a:cxnSpLocks/>
          </p:cNvCxnSpPr>
          <p:nvPr/>
        </p:nvCxnSpPr>
        <p:spPr>
          <a:xfrm flipH="1">
            <a:off x="336832" y="2375159"/>
            <a:ext cx="0" cy="53704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9" name="Straight Connector 1248">
            <a:extLst>
              <a:ext uri="{FF2B5EF4-FFF2-40B4-BE49-F238E27FC236}">
                <a16:creationId xmlns:a16="http://schemas.microsoft.com/office/drawing/2014/main" id="{9071342F-327C-FC04-2FAA-4274C25CBC1B}"/>
              </a:ext>
            </a:extLst>
          </p:cNvPr>
          <p:cNvCxnSpPr>
            <a:cxnSpLocks/>
          </p:cNvCxnSpPr>
          <p:nvPr/>
        </p:nvCxnSpPr>
        <p:spPr>
          <a:xfrm flipV="1">
            <a:off x="1644658" y="2386040"/>
            <a:ext cx="535340" cy="53442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0" name="TextBox 1249">
            <a:extLst>
              <a:ext uri="{FF2B5EF4-FFF2-40B4-BE49-F238E27FC236}">
                <a16:creationId xmlns:a16="http://schemas.microsoft.com/office/drawing/2014/main" id="{F4E1EB47-FB49-B221-8F40-6FAAC8188E34}"/>
              </a:ext>
            </a:extLst>
          </p:cNvPr>
          <p:cNvSpPr txBox="1"/>
          <p:nvPr/>
        </p:nvSpPr>
        <p:spPr>
          <a:xfrm>
            <a:off x="-77268" y="-71328"/>
            <a:ext cx="438261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Breakdown scores</a:t>
            </a:r>
          </a:p>
          <a:p>
            <a:r>
              <a:rPr 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Reliability diagrams and ROC curves</a:t>
            </a:r>
          </a:p>
        </p:txBody>
      </p:sp>
      <p:sp>
        <p:nvSpPr>
          <p:cNvPr id="1251" name="TextBox 1250">
            <a:extLst>
              <a:ext uri="{FF2B5EF4-FFF2-40B4-BE49-F238E27FC236}">
                <a16:creationId xmlns:a16="http://schemas.microsoft.com/office/drawing/2014/main" id="{6398BBB5-C5B7-3FA0-2762-675850631296}"/>
              </a:ext>
            </a:extLst>
          </p:cNvPr>
          <p:cNvSpPr txBox="1"/>
          <p:nvPr/>
        </p:nvSpPr>
        <p:spPr>
          <a:xfrm>
            <a:off x="142249" y="2992543"/>
            <a:ext cx="88197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False Alarm Rate</a:t>
            </a:r>
          </a:p>
        </p:txBody>
      </p:sp>
      <p:sp>
        <p:nvSpPr>
          <p:cNvPr id="1252" name="TextBox 1251">
            <a:extLst>
              <a:ext uri="{FF2B5EF4-FFF2-40B4-BE49-F238E27FC236}">
                <a16:creationId xmlns:a16="http://schemas.microsoft.com/office/drawing/2014/main" id="{D58BBFDB-39D2-B492-5A75-D30A9FDDAEE4}"/>
              </a:ext>
            </a:extLst>
          </p:cNvPr>
          <p:cNvSpPr txBox="1"/>
          <p:nvPr/>
        </p:nvSpPr>
        <p:spPr>
          <a:xfrm rot="16200000">
            <a:off x="-267653" y="2531558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Hit Rate</a:t>
            </a:r>
          </a:p>
        </p:txBody>
      </p:sp>
      <p:sp>
        <p:nvSpPr>
          <p:cNvPr id="1253" name="Rectangle 1252">
            <a:extLst>
              <a:ext uri="{FF2B5EF4-FFF2-40B4-BE49-F238E27FC236}">
                <a16:creationId xmlns:a16="http://schemas.microsoft.com/office/drawing/2014/main" id="{059E6EB5-4540-D3FE-63A3-DC776774CD1C}"/>
              </a:ext>
            </a:extLst>
          </p:cNvPr>
          <p:cNvSpPr/>
          <p:nvPr/>
        </p:nvSpPr>
        <p:spPr>
          <a:xfrm>
            <a:off x="316313" y="2369280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54" name="TextBox 1253">
            <a:extLst>
              <a:ext uri="{FF2B5EF4-FFF2-40B4-BE49-F238E27FC236}">
                <a16:creationId xmlns:a16="http://schemas.microsoft.com/office/drawing/2014/main" id="{A11800D9-3F69-3F1B-27AC-21058F8BAEF3}"/>
              </a:ext>
            </a:extLst>
          </p:cNvPr>
          <p:cNvSpPr txBox="1"/>
          <p:nvPr/>
        </p:nvSpPr>
        <p:spPr>
          <a:xfrm>
            <a:off x="440579" y="2862222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255" name="TextBox 1254">
            <a:extLst>
              <a:ext uri="{FF2B5EF4-FFF2-40B4-BE49-F238E27FC236}">
                <a16:creationId xmlns:a16="http://schemas.microsoft.com/office/drawing/2014/main" id="{0EB5DAC0-7D5E-19E0-EF75-D601AE5E3294}"/>
              </a:ext>
            </a:extLst>
          </p:cNvPr>
          <p:cNvSpPr txBox="1"/>
          <p:nvPr/>
        </p:nvSpPr>
        <p:spPr>
          <a:xfrm>
            <a:off x="209385" y="2862222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256" name="TextBox 1255">
            <a:extLst>
              <a:ext uri="{FF2B5EF4-FFF2-40B4-BE49-F238E27FC236}">
                <a16:creationId xmlns:a16="http://schemas.microsoft.com/office/drawing/2014/main" id="{964EC952-07EF-AA5F-815E-D6BF5819DB79}"/>
              </a:ext>
            </a:extLst>
          </p:cNvPr>
          <p:cNvSpPr txBox="1"/>
          <p:nvPr/>
        </p:nvSpPr>
        <p:spPr>
          <a:xfrm>
            <a:off x="740701" y="2862222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1257" name="Straight Connector 1256">
            <a:extLst>
              <a:ext uri="{FF2B5EF4-FFF2-40B4-BE49-F238E27FC236}">
                <a16:creationId xmlns:a16="http://schemas.microsoft.com/office/drawing/2014/main" id="{85A8627E-3C7F-50C1-44FD-2648ACF7F65D}"/>
              </a:ext>
            </a:extLst>
          </p:cNvPr>
          <p:cNvCxnSpPr>
            <a:cxnSpLocks/>
          </p:cNvCxnSpPr>
          <p:nvPr/>
        </p:nvCxnSpPr>
        <p:spPr>
          <a:xfrm flipV="1">
            <a:off x="316909" y="2381317"/>
            <a:ext cx="538064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8" name="TextBox 1257">
            <a:extLst>
              <a:ext uri="{FF2B5EF4-FFF2-40B4-BE49-F238E27FC236}">
                <a16:creationId xmlns:a16="http://schemas.microsoft.com/office/drawing/2014/main" id="{C10D4363-0ACF-905C-8B81-8DD86D3AEA90}"/>
              </a:ext>
            </a:extLst>
          </p:cNvPr>
          <p:cNvSpPr txBox="1"/>
          <p:nvPr/>
        </p:nvSpPr>
        <p:spPr>
          <a:xfrm>
            <a:off x="141545" y="2791908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259" name="TextBox 1258">
            <a:extLst>
              <a:ext uri="{FF2B5EF4-FFF2-40B4-BE49-F238E27FC236}">
                <a16:creationId xmlns:a16="http://schemas.microsoft.com/office/drawing/2014/main" id="{93B456C6-CC24-93CB-C4C5-CED60A17A518}"/>
              </a:ext>
            </a:extLst>
          </p:cNvPr>
          <p:cNvSpPr txBox="1"/>
          <p:nvPr/>
        </p:nvSpPr>
        <p:spPr>
          <a:xfrm>
            <a:off x="141545" y="2264358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260" name="TextBox 1259">
            <a:extLst>
              <a:ext uri="{FF2B5EF4-FFF2-40B4-BE49-F238E27FC236}">
                <a16:creationId xmlns:a16="http://schemas.microsoft.com/office/drawing/2014/main" id="{6C660C77-D465-82E3-BFA2-7CB49265F32B}"/>
              </a:ext>
            </a:extLst>
          </p:cNvPr>
          <p:cNvSpPr txBox="1"/>
          <p:nvPr/>
        </p:nvSpPr>
        <p:spPr>
          <a:xfrm>
            <a:off x="72617" y="2528133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261" name="TextBox 1260">
            <a:extLst>
              <a:ext uri="{FF2B5EF4-FFF2-40B4-BE49-F238E27FC236}">
                <a16:creationId xmlns:a16="http://schemas.microsoft.com/office/drawing/2014/main" id="{623AE8A3-7B4D-1507-5807-46EC67FA9068}"/>
              </a:ext>
            </a:extLst>
          </p:cNvPr>
          <p:cNvSpPr txBox="1"/>
          <p:nvPr/>
        </p:nvSpPr>
        <p:spPr>
          <a:xfrm>
            <a:off x="312729" y="2145976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Perfect</a:t>
            </a:r>
          </a:p>
        </p:txBody>
      </p:sp>
      <p:cxnSp>
        <p:nvCxnSpPr>
          <p:cNvPr id="1262" name="Straight Connector 1261">
            <a:extLst>
              <a:ext uri="{FF2B5EF4-FFF2-40B4-BE49-F238E27FC236}">
                <a16:creationId xmlns:a16="http://schemas.microsoft.com/office/drawing/2014/main" id="{234D5710-BE72-4C88-AB1A-092CA23C29CF}"/>
              </a:ext>
            </a:extLst>
          </p:cNvPr>
          <p:cNvCxnSpPr>
            <a:cxnSpLocks/>
          </p:cNvCxnSpPr>
          <p:nvPr/>
        </p:nvCxnSpPr>
        <p:spPr>
          <a:xfrm flipV="1">
            <a:off x="1638017" y="2386040"/>
            <a:ext cx="537613" cy="539823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3" name="TextBox 1262">
            <a:extLst>
              <a:ext uri="{FF2B5EF4-FFF2-40B4-BE49-F238E27FC236}">
                <a16:creationId xmlns:a16="http://schemas.microsoft.com/office/drawing/2014/main" id="{3D37103F-47C7-BE7F-806C-5E4BECD03EA9}"/>
              </a:ext>
            </a:extLst>
          </p:cNvPr>
          <p:cNvSpPr txBox="1"/>
          <p:nvPr/>
        </p:nvSpPr>
        <p:spPr>
          <a:xfrm>
            <a:off x="1459230" y="3003424"/>
            <a:ext cx="88197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False Alarm Rate</a:t>
            </a:r>
          </a:p>
        </p:txBody>
      </p:sp>
      <p:sp>
        <p:nvSpPr>
          <p:cNvPr id="1264" name="Rectangle 1263">
            <a:extLst>
              <a:ext uri="{FF2B5EF4-FFF2-40B4-BE49-F238E27FC236}">
                <a16:creationId xmlns:a16="http://schemas.microsoft.com/office/drawing/2014/main" id="{691E9E90-7DD7-6CD0-11D1-3ED706626DD0}"/>
              </a:ext>
            </a:extLst>
          </p:cNvPr>
          <p:cNvSpPr/>
          <p:nvPr/>
        </p:nvSpPr>
        <p:spPr>
          <a:xfrm>
            <a:off x="1641532" y="2380161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65" name="TextBox 1264">
            <a:extLst>
              <a:ext uri="{FF2B5EF4-FFF2-40B4-BE49-F238E27FC236}">
                <a16:creationId xmlns:a16="http://schemas.microsoft.com/office/drawing/2014/main" id="{DCB1B907-5B6C-8E3C-DD69-3607F5EC5EE4}"/>
              </a:ext>
            </a:extLst>
          </p:cNvPr>
          <p:cNvSpPr txBox="1"/>
          <p:nvPr/>
        </p:nvSpPr>
        <p:spPr>
          <a:xfrm>
            <a:off x="1765798" y="2873103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266" name="TextBox 1265">
            <a:extLst>
              <a:ext uri="{FF2B5EF4-FFF2-40B4-BE49-F238E27FC236}">
                <a16:creationId xmlns:a16="http://schemas.microsoft.com/office/drawing/2014/main" id="{09211612-F072-5BD6-1D9B-15C6F9A838C8}"/>
              </a:ext>
            </a:extLst>
          </p:cNvPr>
          <p:cNvSpPr txBox="1"/>
          <p:nvPr/>
        </p:nvSpPr>
        <p:spPr>
          <a:xfrm>
            <a:off x="1534604" y="287310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267" name="TextBox 1266">
            <a:extLst>
              <a:ext uri="{FF2B5EF4-FFF2-40B4-BE49-F238E27FC236}">
                <a16:creationId xmlns:a16="http://schemas.microsoft.com/office/drawing/2014/main" id="{609B895C-8C96-00FC-B186-7A3C7A3E9132}"/>
              </a:ext>
            </a:extLst>
          </p:cNvPr>
          <p:cNvSpPr txBox="1"/>
          <p:nvPr/>
        </p:nvSpPr>
        <p:spPr>
          <a:xfrm>
            <a:off x="2065920" y="287310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268" name="TextBox 1267">
            <a:extLst>
              <a:ext uri="{FF2B5EF4-FFF2-40B4-BE49-F238E27FC236}">
                <a16:creationId xmlns:a16="http://schemas.microsoft.com/office/drawing/2014/main" id="{3BD7B3DC-F3A9-B413-076C-142F462DB31E}"/>
              </a:ext>
            </a:extLst>
          </p:cNvPr>
          <p:cNvSpPr txBox="1"/>
          <p:nvPr/>
        </p:nvSpPr>
        <p:spPr>
          <a:xfrm>
            <a:off x="1466764" y="2802789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269" name="TextBox 1268">
            <a:extLst>
              <a:ext uri="{FF2B5EF4-FFF2-40B4-BE49-F238E27FC236}">
                <a16:creationId xmlns:a16="http://schemas.microsoft.com/office/drawing/2014/main" id="{8E6B5854-5F10-ED6E-F1FA-25BC5AF5C263}"/>
              </a:ext>
            </a:extLst>
          </p:cNvPr>
          <p:cNvSpPr txBox="1"/>
          <p:nvPr/>
        </p:nvSpPr>
        <p:spPr>
          <a:xfrm>
            <a:off x="1466764" y="2275239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270" name="TextBox 1269">
            <a:extLst>
              <a:ext uri="{FF2B5EF4-FFF2-40B4-BE49-F238E27FC236}">
                <a16:creationId xmlns:a16="http://schemas.microsoft.com/office/drawing/2014/main" id="{C8CCCD2D-0089-69E8-21C0-CB0AD3AEB27C}"/>
              </a:ext>
            </a:extLst>
          </p:cNvPr>
          <p:cNvSpPr txBox="1"/>
          <p:nvPr/>
        </p:nvSpPr>
        <p:spPr>
          <a:xfrm>
            <a:off x="1397836" y="2539014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271" name="TextBox 1270">
            <a:extLst>
              <a:ext uri="{FF2B5EF4-FFF2-40B4-BE49-F238E27FC236}">
                <a16:creationId xmlns:a16="http://schemas.microsoft.com/office/drawing/2014/main" id="{8AA02093-FA6D-5D59-6CA4-1FF853835A7E}"/>
              </a:ext>
            </a:extLst>
          </p:cNvPr>
          <p:cNvSpPr txBox="1"/>
          <p:nvPr/>
        </p:nvSpPr>
        <p:spPr>
          <a:xfrm>
            <a:off x="1637948" y="2156857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None</a:t>
            </a:r>
          </a:p>
        </p:txBody>
      </p:sp>
      <p:sp>
        <p:nvSpPr>
          <p:cNvPr id="1272" name="TextBox 1271">
            <a:extLst>
              <a:ext uri="{FF2B5EF4-FFF2-40B4-BE49-F238E27FC236}">
                <a16:creationId xmlns:a16="http://schemas.microsoft.com/office/drawing/2014/main" id="{78EFBCC5-7C3E-9B4A-372C-36A98A9D7290}"/>
              </a:ext>
            </a:extLst>
          </p:cNvPr>
          <p:cNvSpPr txBox="1"/>
          <p:nvPr/>
        </p:nvSpPr>
        <p:spPr>
          <a:xfrm>
            <a:off x="2667551" y="2983971"/>
            <a:ext cx="88197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False Alarm Rate</a:t>
            </a:r>
          </a:p>
        </p:txBody>
      </p:sp>
      <p:sp>
        <p:nvSpPr>
          <p:cNvPr id="1273" name="Rectangle 1272">
            <a:extLst>
              <a:ext uri="{FF2B5EF4-FFF2-40B4-BE49-F238E27FC236}">
                <a16:creationId xmlns:a16="http://schemas.microsoft.com/office/drawing/2014/main" id="{0A4F13FF-2DF7-6F0C-A0EF-9C67F39AF8D9}"/>
              </a:ext>
            </a:extLst>
          </p:cNvPr>
          <p:cNvSpPr/>
          <p:nvPr/>
        </p:nvSpPr>
        <p:spPr>
          <a:xfrm>
            <a:off x="2841615" y="2360708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74" name="TextBox 1273">
            <a:extLst>
              <a:ext uri="{FF2B5EF4-FFF2-40B4-BE49-F238E27FC236}">
                <a16:creationId xmlns:a16="http://schemas.microsoft.com/office/drawing/2014/main" id="{8614CC6A-136B-38FE-2788-E0D660940D63}"/>
              </a:ext>
            </a:extLst>
          </p:cNvPr>
          <p:cNvSpPr txBox="1"/>
          <p:nvPr/>
        </p:nvSpPr>
        <p:spPr>
          <a:xfrm>
            <a:off x="2965881" y="2853650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275" name="TextBox 1274">
            <a:extLst>
              <a:ext uri="{FF2B5EF4-FFF2-40B4-BE49-F238E27FC236}">
                <a16:creationId xmlns:a16="http://schemas.microsoft.com/office/drawing/2014/main" id="{11D73049-044A-996F-62DF-A3CA868D106B}"/>
              </a:ext>
            </a:extLst>
          </p:cNvPr>
          <p:cNvSpPr txBox="1"/>
          <p:nvPr/>
        </p:nvSpPr>
        <p:spPr>
          <a:xfrm>
            <a:off x="2734687" y="285365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276" name="TextBox 1275">
            <a:extLst>
              <a:ext uri="{FF2B5EF4-FFF2-40B4-BE49-F238E27FC236}">
                <a16:creationId xmlns:a16="http://schemas.microsoft.com/office/drawing/2014/main" id="{6C363CBB-B56A-F312-7FA8-51FFC4BAD1BC}"/>
              </a:ext>
            </a:extLst>
          </p:cNvPr>
          <p:cNvSpPr txBox="1"/>
          <p:nvPr/>
        </p:nvSpPr>
        <p:spPr>
          <a:xfrm>
            <a:off x="3266003" y="285365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1277" name="Straight Connector 1276">
            <a:extLst>
              <a:ext uri="{FF2B5EF4-FFF2-40B4-BE49-F238E27FC236}">
                <a16:creationId xmlns:a16="http://schemas.microsoft.com/office/drawing/2014/main" id="{A324DFE3-3090-DC4D-E514-0D35E1A94172}"/>
              </a:ext>
            </a:extLst>
          </p:cNvPr>
          <p:cNvCxnSpPr>
            <a:cxnSpLocks/>
          </p:cNvCxnSpPr>
          <p:nvPr/>
        </p:nvCxnSpPr>
        <p:spPr>
          <a:xfrm flipV="1">
            <a:off x="2842211" y="2366587"/>
            <a:ext cx="537140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8" name="TextBox 1277">
            <a:extLst>
              <a:ext uri="{FF2B5EF4-FFF2-40B4-BE49-F238E27FC236}">
                <a16:creationId xmlns:a16="http://schemas.microsoft.com/office/drawing/2014/main" id="{2BAE837D-32FC-97CF-019E-838E27B3CC29}"/>
              </a:ext>
            </a:extLst>
          </p:cNvPr>
          <p:cNvSpPr txBox="1"/>
          <p:nvPr/>
        </p:nvSpPr>
        <p:spPr>
          <a:xfrm>
            <a:off x="2666847" y="278333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279" name="TextBox 1278">
            <a:extLst>
              <a:ext uri="{FF2B5EF4-FFF2-40B4-BE49-F238E27FC236}">
                <a16:creationId xmlns:a16="http://schemas.microsoft.com/office/drawing/2014/main" id="{9958E352-CA91-7654-2E99-B1A4B437CC31}"/>
              </a:ext>
            </a:extLst>
          </p:cNvPr>
          <p:cNvSpPr txBox="1"/>
          <p:nvPr/>
        </p:nvSpPr>
        <p:spPr>
          <a:xfrm>
            <a:off x="2666847" y="225578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280" name="TextBox 1279">
            <a:extLst>
              <a:ext uri="{FF2B5EF4-FFF2-40B4-BE49-F238E27FC236}">
                <a16:creationId xmlns:a16="http://schemas.microsoft.com/office/drawing/2014/main" id="{E318B0CD-B389-D58D-3EAB-C464FDE2BBDF}"/>
              </a:ext>
            </a:extLst>
          </p:cNvPr>
          <p:cNvSpPr txBox="1"/>
          <p:nvPr/>
        </p:nvSpPr>
        <p:spPr>
          <a:xfrm>
            <a:off x="2597919" y="2519561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281" name="TextBox 1280">
            <a:extLst>
              <a:ext uri="{FF2B5EF4-FFF2-40B4-BE49-F238E27FC236}">
                <a16:creationId xmlns:a16="http://schemas.microsoft.com/office/drawing/2014/main" id="{AAE01415-D4C9-E837-A004-72122191A783}"/>
              </a:ext>
            </a:extLst>
          </p:cNvPr>
          <p:cNvSpPr txBox="1"/>
          <p:nvPr/>
        </p:nvSpPr>
        <p:spPr>
          <a:xfrm>
            <a:off x="2838031" y="2137404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Good</a:t>
            </a:r>
          </a:p>
        </p:txBody>
      </p:sp>
      <p:sp>
        <p:nvSpPr>
          <p:cNvPr id="1282" name="TextBox 1281">
            <a:extLst>
              <a:ext uri="{FF2B5EF4-FFF2-40B4-BE49-F238E27FC236}">
                <a16:creationId xmlns:a16="http://schemas.microsoft.com/office/drawing/2014/main" id="{C8C3D13A-BFDD-54C1-8A04-DD3BB24773C4}"/>
              </a:ext>
            </a:extLst>
          </p:cNvPr>
          <p:cNvSpPr txBox="1"/>
          <p:nvPr/>
        </p:nvSpPr>
        <p:spPr>
          <a:xfrm>
            <a:off x="-76874" y="1938442"/>
            <a:ext cx="4217074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b) Discrimination ability: ROC curves </a:t>
            </a:r>
          </a:p>
        </p:txBody>
      </p:sp>
      <p:sp>
        <p:nvSpPr>
          <p:cNvPr id="1283" name="TextBox 1282">
            <a:extLst>
              <a:ext uri="{FF2B5EF4-FFF2-40B4-BE49-F238E27FC236}">
                <a16:creationId xmlns:a16="http://schemas.microsoft.com/office/drawing/2014/main" id="{C62D19F3-9A9F-B2C2-2BB9-CB18EFFAADFA}"/>
              </a:ext>
            </a:extLst>
          </p:cNvPr>
          <p:cNvSpPr txBox="1"/>
          <p:nvPr/>
        </p:nvSpPr>
        <p:spPr>
          <a:xfrm rot="16200000">
            <a:off x="1082077" y="2552086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Hit Rate</a:t>
            </a:r>
          </a:p>
        </p:txBody>
      </p:sp>
      <p:sp>
        <p:nvSpPr>
          <p:cNvPr id="1284" name="TextBox 1283">
            <a:extLst>
              <a:ext uri="{FF2B5EF4-FFF2-40B4-BE49-F238E27FC236}">
                <a16:creationId xmlns:a16="http://schemas.microsoft.com/office/drawing/2014/main" id="{E400DCAC-CC0F-0CD9-3009-10B18A31A7E3}"/>
              </a:ext>
            </a:extLst>
          </p:cNvPr>
          <p:cNvSpPr txBox="1"/>
          <p:nvPr/>
        </p:nvSpPr>
        <p:spPr>
          <a:xfrm rot="16200000">
            <a:off x="2266401" y="2526074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Hit Rate</a:t>
            </a:r>
          </a:p>
        </p:txBody>
      </p:sp>
      <p:sp>
        <p:nvSpPr>
          <p:cNvPr id="1285" name="Freeform: Shape 1284">
            <a:extLst>
              <a:ext uri="{FF2B5EF4-FFF2-40B4-BE49-F238E27FC236}">
                <a16:creationId xmlns:a16="http://schemas.microsoft.com/office/drawing/2014/main" id="{282A075C-FC14-ED03-372D-F218BF14C255}"/>
              </a:ext>
            </a:extLst>
          </p:cNvPr>
          <p:cNvSpPr/>
          <p:nvPr/>
        </p:nvSpPr>
        <p:spPr>
          <a:xfrm>
            <a:off x="4104710" y="955553"/>
            <a:ext cx="492228" cy="495675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1241182 w 3219450"/>
              <a:gd name="connsiteY2" fmla="*/ 1367557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1241182 w 3219450"/>
              <a:gd name="connsiteY2" fmla="*/ 1367557 h 3225800"/>
              <a:gd name="connsiteX3" fmla="*/ 2148054 w 3219450"/>
              <a:gd name="connsiteY3" fmla="*/ 7760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1874046 w 3219450"/>
              <a:gd name="connsiteY2" fmla="*/ 1689610 h 3225800"/>
              <a:gd name="connsiteX3" fmla="*/ 2148054 w 3219450"/>
              <a:gd name="connsiteY3" fmla="*/ 7760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874046 w 3219450"/>
              <a:gd name="connsiteY2" fmla="*/ 1689610 h 3225800"/>
              <a:gd name="connsiteX3" fmla="*/ 2148054 w 3219450"/>
              <a:gd name="connsiteY3" fmla="*/ 7760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874046 w 3219450"/>
              <a:gd name="connsiteY2" fmla="*/ 1689610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874046 w 3219450"/>
              <a:gd name="connsiteY2" fmla="*/ 1689610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747472 w 3219450"/>
              <a:gd name="connsiteY2" fmla="*/ 1431969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747472 w 3219450"/>
              <a:gd name="connsiteY2" fmla="*/ 1431969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850603 w 3219450"/>
              <a:gd name="connsiteY3" fmla="*/ 1315152 h 3225800"/>
              <a:gd name="connsiteX4" fmla="*/ 2559416 w 3219450"/>
              <a:gd name="connsiteY4" fmla="*/ 421835 h 3225800"/>
              <a:gd name="connsiteX5" fmla="*/ 3219450 w 3219450"/>
              <a:gd name="connsiteY5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2559416 w 3219450"/>
              <a:gd name="connsiteY4" fmla="*/ 421835 h 3225800"/>
              <a:gd name="connsiteX5" fmla="*/ 3219450 w 3219450"/>
              <a:gd name="connsiteY5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3219450 w 3219450"/>
              <a:gd name="connsiteY5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2356893 w 3219450"/>
              <a:gd name="connsiteY5" fmla="*/ 2055880 h 3225800"/>
              <a:gd name="connsiteX6" fmla="*/ 3219450 w 3219450"/>
              <a:gd name="connsiteY6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3219450 w 3219450"/>
              <a:gd name="connsiteY6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515114 w 3219450"/>
              <a:gd name="connsiteY6" fmla="*/ 59130 h 3225800"/>
              <a:gd name="connsiteX7" fmla="*/ 3219450 w 3219450"/>
              <a:gd name="connsiteY7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451827 w 3219450"/>
              <a:gd name="connsiteY6" fmla="*/ 2313527 h 3225800"/>
              <a:gd name="connsiteX7" fmla="*/ 3219450 w 3219450"/>
              <a:gd name="connsiteY7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451827 w 3219450"/>
              <a:gd name="connsiteY6" fmla="*/ 2313527 h 3225800"/>
              <a:gd name="connsiteX7" fmla="*/ 2831542 w 3219450"/>
              <a:gd name="connsiteY7" fmla="*/ 1315152 h 3225800"/>
              <a:gd name="connsiteX8" fmla="*/ 3219450 w 3219450"/>
              <a:gd name="connsiteY8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451827 w 3219450"/>
              <a:gd name="connsiteY6" fmla="*/ 2313527 h 3225800"/>
              <a:gd name="connsiteX7" fmla="*/ 2673328 w 3219450"/>
              <a:gd name="connsiteY7" fmla="*/ 220163 h 3225800"/>
              <a:gd name="connsiteX8" fmla="*/ 3219450 w 3219450"/>
              <a:gd name="connsiteY8" fmla="*/ 0 h 3225800"/>
              <a:gd name="connsiteX0" fmla="*/ 0 w 2997943"/>
              <a:gd name="connsiteY0" fmla="*/ 3072596 h 3072596"/>
              <a:gd name="connsiteX1" fmla="*/ 512861 w 2997943"/>
              <a:gd name="connsiteY1" fmla="*/ 2394998 h 3072596"/>
              <a:gd name="connsiteX2" fmla="*/ 1051321 w 2997943"/>
              <a:gd name="connsiteY2" fmla="*/ 1890675 h 3072596"/>
              <a:gd name="connsiteX3" fmla="*/ 1217740 w 2997943"/>
              <a:gd name="connsiteY3" fmla="*/ 807686 h 3072596"/>
              <a:gd name="connsiteX4" fmla="*/ 1768338 w 2997943"/>
              <a:gd name="connsiteY4" fmla="*/ 2716263 h 3072596"/>
              <a:gd name="connsiteX5" fmla="*/ 1913890 w 2997943"/>
              <a:gd name="connsiteY5" fmla="*/ 163568 h 3072596"/>
              <a:gd name="connsiteX6" fmla="*/ 2451827 w 2997943"/>
              <a:gd name="connsiteY6" fmla="*/ 2160323 h 3072596"/>
              <a:gd name="connsiteX7" fmla="*/ 2673328 w 2997943"/>
              <a:gd name="connsiteY7" fmla="*/ 66959 h 3072596"/>
              <a:gd name="connsiteX8" fmla="*/ 2997943 w 2997943"/>
              <a:gd name="connsiteY8" fmla="*/ 877373 h 307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97943" h="3072596">
                <a:moveTo>
                  <a:pt x="0" y="3072596"/>
                </a:moveTo>
                <a:cubicBezTo>
                  <a:pt x="17462" y="2641854"/>
                  <a:pt x="337641" y="2591985"/>
                  <a:pt x="512861" y="2394998"/>
                </a:cubicBezTo>
                <a:cubicBezTo>
                  <a:pt x="688081" y="2198011"/>
                  <a:pt x="933841" y="2155227"/>
                  <a:pt x="1051321" y="1890675"/>
                </a:cubicBezTo>
                <a:cubicBezTo>
                  <a:pt x="1168801" y="1626123"/>
                  <a:pt x="966391" y="1078027"/>
                  <a:pt x="1217740" y="807686"/>
                </a:cubicBezTo>
                <a:cubicBezTo>
                  <a:pt x="1469089" y="537345"/>
                  <a:pt x="1578479" y="2533765"/>
                  <a:pt x="1768338" y="2716263"/>
                </a:cubicBezTo>
                <a:cubicBezTo>
                  <a:pt x="1958197" y="2898761"/>
                  <a:pt x="1789427" y="631957"/>
                  <a:pt x="1913890" y="163568"/>
                </a:cubicBezTo>
                <a:cubicBezTo>
                  <a:pt x="2038353" y="-304821"/>
                  <a:pt x="2298885" y="1993926"/>
                  <a:pt x="2451827" y="2160323"/>
                </a:cubicBezTo>
                <a:cubicBezTo>
                  <a:pt x="2604769" y="2326720"/>
                  <a:pt x="2545391" y="452547"/>
                  <a:pt x="2673328" y="66959"/>
                </a:cubicBezTo>
                <a:cubicBezTo>
                  <a:pt x="2801265" y="-318629"/>
                  <a:pt x="2933292" y="1096565"/>
                  <a:pt x="2997943" y="877373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86" name="TextBox 1285">
            <a:extLst>
              <a:ext uri="{FF2B5EF4-FFF2-40B4-BE49-F238E27FC236}">
                <a16:creationId xmlns:a16="http://schemas.microsoft.com/office/drawing/2014/main" id="{BCD7A06A-8268-9635-CFA0-98FB415F69A5}"/>
              </a:ext>
            </a:extLst>
          </p:cNvPr>
          <p:cNvSpPr txBox="1"/>
          <p:nvPr/>
        </p:nvSpPr>
        <p:spPr>
          <a:xfrm>
            <a:off x="343693" y="1540674"/>
            <a:ext cx="689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Forecast probability</a:t>
            </a:r>
          </a:p>
        </p:txBody>
      </p:sp>
      <p:sp>
        <p:nvSpPr>
          <p:cNvPr id="1287" name="TextBox 1286">
            <a:extLst>
              <a:ext uri="{FF2B5EF4-FFF2-40B4-BE49-F238E27FC236}">
                <a16:creationId xmlns:a16="http://schemas.microsoft.com/office/drawing/2014/main" id="{457A7CA8-58DB-333D-A936-865FFAC656B9}"/>
              </a:ext>
            </a:extLst>
          </p:cNvPr>
          <p:cNvSpPr txBox="1"/>
          <p:nvPr/>
        </p:nvSpPr>
        <p:spPr>
          <a:xfrm rot="16200000">
            <a:off x="-170984" y="987779"/>
            <a:ext cx="6091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Observed frequency</a:t>
            </a:r>
          </a:p>
        </p:txBody>
      </p:sp>
      <p:sp>
        <p:nvSpPr>
          <p:cNvPr id="1288" name="Rectangle 1287">
            <a:extLst>
              <a:ext uri="{FF2B5EF4-FFF2-40B4-BE49-F238E27FC236}">
                <a16:creationId xmlns:a16="http://schemas.microsoft.com/office/drawing/2014/main" id="{5CA4D6A9-0792-5E29-DA62-A5DBF037B22B}"/>
              </a:ext>
            </a:extLst>
          </p:cNvPr>
          <p:cNvSpPr/>
          <p:nvPr/>
        </p:nvSpPr>
        <p:spPr>
          <a:xfrm>
            <a:off x="430213" y="911385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89" name="TextBox 1288">
            <a:extLst>
              <a:ext uri="{FF2B5EF4-FFF2-40B4-BE49-F238E27FC236}">
                <a16:creationId xmlns:a16="http://schemas.microsoft.com/office/drawing/2014/main" id="{FBFCFFE0-3901-7793-A62D-7147545489BE}"/>
              </a:ext>
            </a:extLst>
          </p:cNvPr>
          <p:cNvSpPr txBox="1"/>
          <p:nvPr/>
        </p:nvSpPr>
        <p:spPr>
          <a:xfrm>
            <a:off x="554479" y="1425107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290" name="TextBox 1289">
            <a:extLst>
              <a:ext uri="{FF2B5EF4-FFF2-40B4-BE49-F238E27FC236}">
                <a16:creationId xmlns:a16="http://schemas.microsoft.com/office/drawing/2014/main" id="{94B0C2B1-31E6-1978-E467-2D3B669EA695}"/>
              </a:ext>
            </a:extLst>
          </p:cNvPr>
          <p:cNvSpPr txBox="1"/>
          <p:nvPr/>
        </p:nvSpPr>
        <p:spPr>
          <a:xfrm>
            <a:off x="323285" y="142510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291" name="TextBox 1290">
            <a:extLst>
              <a:ext uri="{FF2B5EF4-FFF2-40B4-BE49-F238E27FC236}">
                <a16:creationId xmlns:a16="http://schemas.microsoft.com/office/drawing/2014/main" id="{0D756F47-6773-61EE-FBB2-2FD6EA2404A7}"/>
              </a:ext>
            </a:extLst>
          </p:cNvPr>
          <p:cNvSpPr txBox="1"/>
          <p:nvPr/>
        </p:nvSpPr>
        <p:spPr>
          <a:xfrm>
            <a:off x="906848" y="142510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1292" name="Straight Connector 1291">
            <a:extLst>
              <a:ext uri="{FF2B5EF4-FFF2-40B4-BE49-F238E27FC236}">
                <a16:creationId xmlns:a16="http://schemas.microsoft.com/office/drawing/2014/main" id="{5DCF44A1-6A7D-3E7F-1195-0EFE8CB59A2A}"/>
              </a:ext>
            </a:extLst>
          </p:cNvPr>
          <p:cNvCxnSpPr>
            <a:cxnSpLocks/>
          </p:cNvCxnSpPr>
          <p:nvPr/>
        </p:nvCxnSpPr>
        <p:spPr>
          <a:xfrm flipV="1">
            <a:off x="430809" y="923422"/>
            <a:ext cx="538064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3" name="TextBox 1292">
            <a:extLst>
              <a:ext uri="{FF2B5EF4-FFF2-40B4-BE49-F238E27FC236}">
                <a16:creationId xmlns:a16="http://schemas.microsoft.com/office/drawing/2014/main" id="{8802879B-B9A8-7464-3859-16BA11BE8AAC}"/>
              </a:ext>
            </a:extLst>
          </p:cNvPr>
          <p:cNvSpPr txBox="1"/>
          <p:nvPr/>
        </p:nvSpPr>
        <p:spPr>
          <a:xfrm>
            <a:off x="255445" y="133401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294" name="TextBox 1293">
            <a:extLst>
              <a:ext uri="{FF2B5EF4-FFF2-40B4-BE49-F238E27FC236}">
                <a16:creationId xmlns:a16="http://schemas.microsoft.com/office/drawing/2014/main" id="{D255BC9A-40E1-A5E2-0559-0A7205B39793}"/>
              </a:ext>
            </a:extLst>
          </p:cNvPr>
          <p:cNvSpPr txBox="1"/>
          <p:nvPr/>
        </p:nvSpPr>
        <p:spPr>
          <a:xfrm>
            <a:off x="255445" y="80646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295" name="TextBox 1294">
            <a:extLst>
              <a:ext uri="{FF2B5EF4-FFF2-40B4-BE49-F238E27FC236}">
                <a16:creationId xmlns:a16="http://schemas.microsoft.com/office/drawing/2014/main" id="{7CCCA3AC-3B8B-DA56-0C7D-D11E0731180C}"/>
              </a:ext>
            </a:extLst>
          </p:cNvPr>
          <p:cNvSpPr txBox="1"/>
          <p:nvPr/>
        </p:nvSpPr>
        <p:spPr>
          <a:xfrm>
            <a:off x="186517" y="1070238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296" name="TextBox 1295">
            <a:extLst>
              <a:ext uri="{FF2B5EF4-FFF2-40B4-BE49-F238E27FC236}">
                <a16:creationId xmlns:a16="http://schemas.microsoft.com/office/drawing/2014/main" id="{E5DB3464-82F8-B511-F8CC-E4499CE0AFE2}"/>
              </a:ext>
            </a:extLst>
          </p:cNvPr>
          <p:cNvSpPr txBox="1"/>
          <p:nvPr/>
        </p:nvSpPr>
        <p:spPr>
          <a:xfrm>
            <a:off x="428873" y="626305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Perfect</a:t>
            </a:r>
          </a:p>
        </p:txBody>
      </p:sp>
      <p:sp>
        <p:nvSpPr>
          <p:cNvPr id="1297" name="Rectangle 1296">
            <a:extLst>
              <a:ext uri="{FF2B5EF4-FFF2-40B4-BE49-F238E27FC236}">
                <a16:creationId xmlns:a16="http://schemas.microsoft.com/office/drawing/2014/main" id="{854C57C6-B1CB-81E6-BE42-54BBCAEE6F6E}"/>
              </a:ext>
            </a:extLst>
          </p:cNvPr>
          <p:cNvSpPr/>
          <p:nvPr/>
        </p:nvSpPr>
        <p:spPr>
          <a:xfrm>
            <a:off x="2004607" y="911385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98" name="TextBox 1297">
            <a:extLst>
              <a:ext uri="{FF2B5EF4-FFF2-40B4-BE49-F238E27FC236}">
                <a16:creationId xmlns:a16="http://schemas.microsoft.com/office/drawing/2014/main" id="{80787000-C599-E543-34BD-DD0D2598B666}"/>
              </a:ext>
            </a:extLst>
          </p:cNvPr>
          <p:cNvSpPr txBox="1"/>
          <p:nvPr/>
        </p:nvSpPr>
        <p:spPr>
          <a:xfrm>
            <a:off x="2128873" y="1425107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299" name="TextBox 1298">
            <a:extLst>
              <a:ext uri="{FF2B5EF4-FFF2-40B4-BE49-F238E27FC236}">
                <a16:creationId xmlns:a16="http://schemas.microsoft.com/office/drawing/2014/main" id="{76947797-C448-1C55-2DBC-142C727E469F}"/>
              </a:ext>
            </a:extLst>
          </p:cNvPr>
          <p:cNvSpPr txBox="1"/>
          <p:nvPr/>
        </p:nvSpPr>
        <p:spPr>
          <a:xfrm>
            <a:off x="1897679" y="142510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00" name="TextBox 1299">
            <a:extLst>
              <a:ext uri="{FF2B5EF4-FFF2-40B4-BE49-F238E27FC236}">
                <a16:creationId xmlns:a16="http://schemas.microsoft.com/office/drawing/2014/main" id="{07256CEB-6233-6ADF-9393-C851AE06C283}"/>
              </a:ext>
            </a:extLst>
          </p:cNvPr>
          <p:cNvSpPr txBox="1"/>
          <p:nvPr/>
        </p:nvSpPr>
        <p:spPr>
          <a:xfrm>
            <a:off x="2413749" y="142510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01" name="TextBox 1300">
            <a:extLst>
              <a:ext uri="{FF2B5EF4-FFF2-40B4-BE49-F238E27FC236}">
                <a16:creationId xmlns:a16="http://schemas.microsoft.com/office/drawing/2014/main" id="{108B4DC9-CA15-ABD1-9E75-1F89C427C22C}"/>
              </a:ext>
            </a:extLst>
          </p:cNvPr>
          <p:cNvSpPr txBox="1"/>
          <p:nvPr/>
        </p:nvSpPr>
        <p:spPr>
          <a:xfrm>
            <a:off x="1829839" y="133401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02" name="TextBox 1301">
            <a:extLst>
              <a:ext uri="{FF2B5EF4-FFF2-40B4-BE49-F238E27FC236}">
                <a16:creationId xmlns:a16="http://schemas.microsoft.com/office/drawing/2014/main" id="{E51641AA-6F79-6900-66D4-9E8509B65255}"/>
              </a:ext>
            </a:extLst>
          </p:cNvPr>
          <p:cNvSpPr txBox="1"/>
          <p:nvPr/>
        </p:nvSpPr>
        <p:spPr>
          <a:xfrm>
            <a:off x="1829839" y="80646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03" name="TextBox 1302">
            <a:extLst>
              <a:ext uri="{FF2B5EF4-FFF2-40B4-BE49-F238E27FC236}">
                <a16:creationId xmlns:a16="http://schemas.microsoft.com/office/drawing/2014/main" id="{28602834-4445-244F-EBAA-6A145FEF4FE1}"/>
              </a:ext>
            </a:extLst>
          </p:cNvPr>
          <p:cNvSpPr txBox="1"/>
          <p:nvPr/>
        </p:nvSpPr>
        <p:spPr>
          <a:xfrm>
            <a:off x="1760911" y="1070238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04" name="Rectangle 1303">
            <a:extLst>
              <a:ext uri="{FF2B5EF4-FFF2-40B4-BE49-F238E27FC236}">
                <a16:creationId xmlns:a16="http://schemas.microsoft.com/office/drawing/2014/main" id="{C401F5C3-E8F7-BAB8-A8F7-724890C219C7}"/>
              </a:ext>
            </a:extLst>
          </p:cNvPr>
          <p:cNvSpPr/>
          <p:nvPr/>
        </p:nvSpPr>
        <p:spPr>
          <a:xfrm>
            <a:off x="4095571" y="911385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05" name="TextBox 1304">
            <a:extLst>
              <a:ext uri="{FF2B5EF4-FFF2-40B4-BE49-F238E27FC236}">
                <a16:creationId xmlns:a16="http://schemas.microsoft.com/office/drawing/2014/main" id="{99F67917-9AC9-8FE9-8BA3-F13C15B3B3CD}"/>
              </a:ext>
            </a:extLst>
          </p:cNvPr>
          <p:cNvSpPr txBox="1"/>
          <p:nvPr/>
        </p:nvSpPr>
        <p:spPr>
          <a:xfrm>
            <a:off x="4219837" y="1425107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06" name="TextBox 1305">
            <a:extLst>
              <a:ext uri="{FF2B5EF4-FFF2-40B4-BE49-F238E27FC236}">
                <a16:creationId xmlns:a16="http://schemas.microsoft.com/office/drawing/2014/main" id="{C8C4BEE6-6376-0E74-4150-BF74DE0D27C7}"/>
              </a:ext>
            </a:extLst>
          </p:cNvPr>
          <p:cNvSpPr txBox="1"/>
          <p:nvPr/>
        </p:nvSpPr>
        <p:spPr>
          <a:xfrm>
            <a:off x="3988643" y="142510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07" name="TextBox 1306">
            <a:extLst>
              <a:ext uri="{FF2B5EF4-FFF2-40B4-BE49-F238E27FC236}">
                <a16:creationId xmlns:a16="http://schemas.microsoft.com/office/drawing/2014/main" id="{31C77472-B4C1-1507-81B9-962B732F7D61}"/>
              </a:ext>
            </a:extLst>
          </p:cNvPr>
          <p:cNvSpPr txBox="1"/>
          <p:nvPr/>
        </p:nvSpPr>
        <p:spPr>
          <a:xfrm>
            <a:off x="4521660" y="142510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1308" name="Straight Connector 1307">
            <a:extLst>
              <a:ext uri="{FF2B5EF4-FFF2-40B4-BE49-F238E27FC236}">
                <a16:creationId xmlns:a16="http://schemas.microsoft.com/office/drawing/2014/main" id="{2DACF507-9CC2-FE85-77FC-318E64DC8829}"/>
              </a:ext>
            </a:extLst>
          </p:cNvPr>
          <p:cNvCxnSpPr>
            <a:cxnSpLocks/>
          </p:cNvCxnSpPr>
          <p:nvPr/>
        </p:nvCxnSpPr>
        <p:spPr>
          <a:xfrm flipV="1">
            <a:off x="4096167" y="917264"/>
            <a:ext cx="537140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9" name="TextBox 1308">
            <a:extLst>
              <a:ext uri="{FF2B5EF4-FFF2-40B4-BE49-F238E27FC236}">
                <a16:creationId xmlns:a16="http://schemas.microsoft.com/office/drawing/2014/main" id="{38B04327-CBC3-696A-FEE2-E4AA2D314282}"/>
              </a:ext>
            </a:extLst>
          </p:cNvPr>
          <p:cNvSpPr txBox="1"/>
          <p:nvPr/>
        </p:nvSpPr>
        <p:spPr>
          <a:xfrm>
            <a:off x="3920803" y="133401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10" name="TextBox 1309">
            <a:extLst>
              <a:ext uri="{FF2B5EF4-FFF2-40B4-BE49-F238E27FC236}">
                <a16:creationId xmlns:a16="http://schemas.microsoft.com/office/drawing/2014/main" id="{54066B8D-FAB6-E393-A31E-DBD9964AA0F3}"/>
              </a:ext>
            </a:extLst>
          </p:cNvPr>
          <p:cNvSpPr txBox="1"/>
          <p:nvPr/>
        </p:nvSpPr>
        <p:spPr>
          <a:xfrm>
            <a:off x="3920803" y="80646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11" name="TextBox 1310">
            <a:extLst>
              <a:ext uri="{FF2B5EF4-FFF2-40B4-BE49-F238E27FC236}">
                <a16:creationId xmlns:a16="http://schemas.microsoft.com/office/drawing/2014/main" id="{696A8281-B551-088A-C0CF-AD4F0B2FA950}"/>
              </a:ext>
            </a:extLst>
          </p:cNvPr>
          <p:cNvSpPr txBox="1"/>
          <p:nvPr/>
        </p:nvSpPr>
        <p:spPr>
          <a:xfrm>
            <a:off x="3851875" y="1070238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12" name="TextBox 1311">
            <a:extLst>
              <a:ext uri="{FF2B5EF4-FFF2-40B4-BE49-F238E27FC236}">
                <a16:creationId xmlns:a16="http://schemas.microsoft.com/office/drawing/2014/main" id="{89AAB22A-494B-5CBA-B74A-3344AA54BD7D}"/>
              </a:ext>
            </a:extLst>
          </p:cNvPr>
          <p:cNvSpPr txBox="1"/>
          <p:nvPr/>
        </p:nvSpPr>
        <p:spPr>
          <a:xfrm>
            <a:off x="4075693" y="442407"/>
            <a:ext cx="16295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For rare events</a:t>
            </a:r>
          </a:p>
        </p:txBody>
      </p:sp>
      <p:sp>
        <p:nvSpPr>
          <p:cNvPr id="1313" name="TextBox 1312">
            <a:extLst>
              <a:ext uri="{FF2B5EF4-FFF2-40B4-BE49-F238E27FC236}">
                <a16:creationId xmlns:a16="http://schemas.microsoft.com/office/drawing/2014/main" id="{181CF5A4-A6E8-DE3E-D312-EF059C34A5F1}"/>
              </a:ext>
            </a:extLst>
          </p:cNvPr>
          <p:cNvSpPr txBox="1"/>
          <p:nvPr/>
        </p:nvSpPr>
        <p:spPr>
          <a:xfrm>
            <a:off x="-82463" y="342304"/>
            <a:ext cx="1522541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a) Reliability: reliability diagrams</a:t>
            </a:r>
          </a:p>
        </p:txBody>
      </p:sp>
      <p:sp>
        <p:nvSpPr>
          <p:cNvPr id="1314" name="TextBox 1313">
            <a:extLst>
              <a:ext uri="{FF2B5EF4-FFF2-40B4-BE49-F238E27FC236}">
                <a16:creationId xmlns:a16="http://schemas.microsoft.com/office/drawing/2014/main" id="{14E6CDA0-E2DD-16E6-5071-4F39FB099BBE}"/>
              </a:ext>
            </a:extLst>
          </p:cNvPr>
          <p:cNvSpPr txBox="1"/>
          <p:nvPr/>
        </p:nvSpPr>
        <p:spPr>
          <a:xfrm>
            <a:off x="1931359" y="1533425"/>
            <a:ext cx="689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Forecast probability</a:t>
            </a:r>
          </a:p>
        </p:txBody>
      </p:sp>
      <p:sp>
        <p:nvSpPr>
          <p:cNvPr id="1315" name="TextBox 1314">
            <a:extLst>
              <a:ext uri="{FF2B5EF4-FFF2-40B4-BE49-F238E27FC236}">
                <a16:creationId xmlns:a16="http://schemas.microsoft.com/office/drawing/2014/main" id="{3A126B8F-AFBD-720A-8ECD-093553E1F30D}"/>
              </a:ext>
            </a:extLst>
          </p:cNvPr>
          <p:cNvSpPr txBox="1"/>
          <p:nvPr/>
        </p:nvSpPr>
        <p:spPr>
          <a:xfrm>
            <a:off x="4036824" y="1533372"/>
            <a:ext cx="689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Forecast probability</a:t>
            </a:r>
          </a:p>
        </p:txBody>
      </p:sp>
      <p:cxnSp>
        <p:nvCxnSpPr>
          <p:cNvPr id="1316" name="Straight Connector 1315">
            <a:extLst>
              <a:ext uri="{FF2B5EF4-FFF2-40B4-BE49-F238E27FC236}">
                <a16:creationId xmlns:a16="http://schemas.microsoft.com/office/drawing/2014/main" id="{5C8C62E2-2461-F3C2-D9E0-4DC7238B1F80}"/>
              </a:ext>
            </a:extLst>
          </p:cNvPr>
          <p:cNvCxnSpPr>
            <a:cxnSpLocks/>
          </p:cNvCxnSpPr>
          <p:nvPr/>
        </p:nvCxnSpPr>
        <p:spPr>
          <a:xfrm flipV="1">
            <a:off x="2002816" y="1367287"/>
            <a:ext cx="495145" cy="6522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8" name="Straight Connector 1317">
            <a:extLst>
              <a:ext uri="{FF2B5EF4-FFF2-40B4-BE49-F238E27FC236}">
                <a16:creationId xmlns:a16="http://schemas.microsoft.com/office/drawing/2014/main" id="{93E9F0D0-D74F-58F5-B76B-89F6B8312968}"/>
              </a:ext>
            </a:extLst>
          </p:cNvPr>
          <p:cNvCxnSpPr>
            <a:cxnSpLocks/>
          </p:cNvCxnSpPr>
          <p:nvPr/>
        </p:nvCxnSpPr>
        <p:spPr>
          <a:xfrm flipV="1">
            <a:off x="2025719" y="918877"/>
            <a:ext cx="537140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9" name="Rectangle 1318">
            <a:extLst>
              <a:ext uri="{FF2B5EF4-FFF2-40B4-BE49-F238E27FC236}">
                <a16:creationId xmlns:a16="http://schemas.microsoft.com/office/drawing/2014/main" id="{96C5C56D-D539-75ED-A571-173D428069D8}"/>
              </a:ext>
            </a:extLst>
          </p:cNvPr>
          <p:cNvSpPr/>
          <p:nvPr/>
        </p:nvSpPr>
        <p:spPr>
          <a:xfrm>
            <a:off x="1243166" y="908198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20" name="TextBox 1319">
            <a:extLst>
              <a:ext uri="{FF2B5EF4-FFF2-40B4-BE49-F238E27FC236}">
                <a16:creationId xmlns:a16="http://schemas.microsoft.com/office/drawing/2014/main" id="{EA0F043E-0C2E-6D6D-32F4-618D960D3F46}"/>
              </a:ext>
            </a:extLst>
          </p:cNvPr>
          <p:cNvSpPr txBox="1"/>
          <p:nvPr/>
        </p:nvSpPr>
        <p:spPr>
          <a:xfrm>
            <a:off x="1367432" y="1421920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21" name="TextBox 1320">
            <a:extLst>
              <a:ext uri="{FF2B5EF4-FFF2-40B4-BE49-F238E27FC236}">
                <a16:creationId xmlns:a16="http://schemas.microsoft.com/office/drawing/2014/main" id="{A59568F9-9015-75D9-1320-AABA6E77C2CC}"/>
              </a:ext>
            </a:extLst>
          </p:cNvPr>
          <p:cNvSpPr txBox="1"/>
          <p:nvPr/>
        </p:nvSpPr>
        <p:spPr>
          <a:xfrm>
            <a:off x="1136238" y="142192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22" name="TextBox 1321">
            <a:extLst>
              <a:ext uri="{FF2B5EF4-FFF2-40B4-BE49-F238E27FC236}">
                <a16:creationId xmlns:a16="http://schemas.microsoft.com/office/drawing/2014/main" id="{0338DE7E-1351-4E77-57B2-D8826AD14EB6}"/>
              </a:ext>
            </a:extLst>
          </p:cNvPr>
          <p:cNvSpPr txBox="1"/>
          <p:nvPr/>
        </p:nvSpPr>
        <p:spPr>
          <a:xfrm>
            <a:off x="1667554" y="142192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23" name="TextBox 1322">
            <a:extLst>
              <a:ext uri="{FF2B5EF4-FFF2-40B4-BE49-F238E27FC236}">
                <a16:creationId xmlns:a16="http://schemas.microsoft.com/office/drawing/2014/main" id="{81C47BA2-1A51-B253-C468-C7E0958B0F23}"/>
              </a:ext>
            </a:extLst>
          </p:cNvPr>
          <p:cNvSpPr txBox="1"/>
          <p:nvPr/>
        </p:nvSpPr>
        <p:spPr>
          <a:xfrm>
            <a:off x="1068398" y="133082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24" name="TextBox 1323">
            <a:extLst>
              <a:ext uri="{FF2B5EF4-FFF2-40B4-BE49-F238E27FC236}">
                <a16:creationId xmlns:a16="http://schemas.microsoft.com/office/drawing/2014/main" id="{8C47F34F-C2B9-4D22-CB2F-416AC0DC9A6A}"/>
              </a:ext>
            </a:extLst>
          </p:cNvPr>
          <p:cNvSpPr txBox="1"/>
          <p:nvPr/>
        </p:nvSpPr>
        <p:spPr>
          <a:xfrm>
            <a:off x="1068398" y="80327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25" name="TextBox 1324">
            <a:extLst>
              <a:ext uri="{FF2B5EF4-FFF2-40B4-BE49-F238E27FC236}">
                <a16:creationId xmlns:a16="http://schemas.microsoft.com/office/drawing/2014/main" id="{127CFB41-2894-69E3-E62C-3DA0B561D707}"/>
              </a:ext>
            </a:extLst>
          </p:cNvPr>
          <p:cNvSpPr txBox="1"/>
          <p:nvPr/>
        </p:nvSpPr>
        <p:spPr>
          <a:xfrm>
            <a:off x="999470" y="1067051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26" name="TextBox 1325">
            <a:extLst>
              <a:ext uri="{FF2B5EF4-FFF2-40B4-BE49-F238E27FC236}">
                <a16:creationId xmlns:a16="http://schemas.microsoft.com/office/drawing/2014/main" id="{DE46ACD6-2F6A-14B5-B955-0C7AEA9CEDF2}"/>
              </a:ext>
            </a:extLst>
          </p:cNvPr>
          <p:cNvSpPr txBox="1"/>
          <p:nvPr/>
        </p:nvSpPr>
        <p:spPr>
          <a:xfrm>
            <a:off x="1169918" y="1530238"/>
            <a:ext cx="689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Forecast probability</a:t>
            </a:r>
          </a:p>
        </p:txBody>
      </p:sp>
      <p:cxnSp>
        <p:nvCxnSpPr>
          <p:cNvPr id="1328" name="Straight Connector 1327">
            <a:extLst>
              <a:ext uri="{FF2B5EF4-FFF2-40B4-BE49-F238E27FC236}">
                <a16:creationId xmlns:a16="http://schemas.microsoft.com/office/drawing/2014/main" id="{DA3DABA7-74E0-EDE3-5AB1-D084FE5BF3CC}"/>
              </a:ext>
            </a:extLst>
          </p:cNvPr>
          <p:cNvCxnSpPr>
            <a:cxnSpLocks/>
          </p:cNvCxnSpPr>
          <p:nvPr/>
        </p:nvCxnSpPr>
        <p:spPr>
          <a:xfrm flipH="1">
            <a:off x="1252921" y="982367"/>
            <a:ext cx="64120" cy="46800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9" name="Straight Connector 1328">
            <a:extLst>
              <a:ext uri="{FF2B5EF4-FFF2-40B4-BE49-F238E27FC236}">
                <a16:creationId xmlns:a16="http://schemas.microsoft.com/office/drawing/2014/main" id="{472DEFAC-73BA-660C-41AA-F1E6C10DF6D3}"/>
              </a:ext>
            </a:extLst>
          </p:cNvPr>
          <p:cNvCxnSpPr>
            <a:cxnSpLocks/>
          </p:cNvCxnSpPr>
          <p:nvPr/>
        </p:nvCxnSpPr>
        <p:spPr>
          <a:xfrm flipV="1">
            <a:off x="1264278" y="915690"/>
            <a:ext cx="537140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0" name="TextBox 1329">
            <a:extLst>
              <a:ext uri="{FF2B5EF4-FFF2-40B4-BE49-F238E27FC236}">
                <a16:creationId xmlns:a16="http://schemas.microsoft.com/office/drawing/2014/main" id="{5F81FB1E-F02B-3930-7760-882160F38BA4}"/>
              </a:ext>
            </a:extLst>
          </p:cNvPr>
          <p:cNvSpPr txBox="1"/>
          <p:nvPr/>
        </p:nvSpPr>
        <p:spPr>
          <a:xfrm>
            <a:off x="1258418" y="511441"/>
            <a:ext cx="129359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None</a:t>
            </a:r>
          </a:p>
        </p:txBody>
      </p:sp>
      <p:sp>
        <p:nvSpPr>
          <p:cNvPr id="1331" name="TextBox 1330">
            <a:extLst>
              <a:ext uri="{FF2B5EF4-FFF2-40B4-BE49-F238E27FC236}">
                <a16:creationId xmlns:a16="http://schemas.microsoft.com/office/drawing/2014/main" id="{5B4F7B26-B4B5-0D40-3F80-6AA916B5DA57}"/>
              </a:ext>
            </a:extLst>
          </p:cNvPr>
          <p:cNvSpPr txBox="1"/>
          <p:nvPr/>
        </p:nvSpPr>
        <p:spPr>
          <a:xfrm>
            <a:off x="1218783" y="600764"/>
            <a:ext cx="6509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Under-prediction</a:t>
            </a:r>
          </a:p>
        </p:txBody>
      </p:sp>
      <p:sp>
        <p:nvSpPr>
          <p:cNvPr id="1332" name="TextBox 1331">
            <a:extLst>
              <a:ext uri="{FF2B5EF4-FFF2-40B4-BE49-F238E27FC236}">
                <a16:creationId xmlns:a16="http://schemas.microsoft.com/office/drawing/2014/main" id="{AE0EE9CA-2952-95D7-1AE5-92C787C56054}"/>
              </a:ext>
            </a:extLst>
          </p:cNvPr>
          <p:cNvSpPr txBox="1"/>
          <p:nvPr/>
        </p:nvSpPr>
        <p:spPr>
          <a:xfrm>
            <a:off x="1955664" y="603702"/>
            <a:ext cx="6509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Over-prediction</a:t>
            </a:r>
          </a:p>
        </p:txBody>
      </p:sp>
      <p:sp>
        <p:nvSpPr>
          <p:cNvPr id="1333" name="Rectangle 1332">
            <a:extLst>
              <a:ext uri="{FF2B5EF4-FFF2-40B4-BE49-F238E27FC236}">
                <a16:creationId xmlns:a16="http://schemas.microsoft.com/office/drawing/2014/main" id="{3297B2BF-4D0D-556B-F45A-94CC1A723CB9}"/>
              </a:ext>
            </a:extLst>
          </p:cNvPr>
          <p:cNvSpPr/>
          <p:nvPr/>
        </p:nvSpPr>
        <p:spPr>
          <a:xfrm>
            <a:off x="4102445" y="1285682"/>
            <a:ext cx="198015" cy="1607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34" name="Freeform: Shape 1333">
            <a:extLst>
              <a:ext uri="{FF2B5EF4-FFF2-40B4-BE49-F238E27FC236}">
                <a16:creationId xmlns:a16="http://schemas.microsoft.com/office/drawing/2014/main" id="{77199053-8104-C340-2C4F-13E9BDD27CE3}"/>
              </a:ext>
            </a:extLst>
          </p:cNvPr>
          <p:cNvSpPr/>
          <p:nvPr/>
        </p:nvSpPr>
        <p:spPr>
          <a:xfrm>
            <a:off x="5156918" y="1007845"/>
            <a:ext cx="474150" cy="436957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1241182 w 3219450"/>
              <a:gd name="connsiteY2" fmla="*/ 1367557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1241182 w 3219450"/>
              <a:gd name="connsiteY2" fmla="*/ 1367557 h 3225800"/>
              <a:gd name="connsiteX3" fmla="*/ 2148054 w 3219450"/>
              <a:gd name="connsiteY3" fmla="*/ 7760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1874046 w 3219450"/>
              <a:gd name="connsiteY2" fmla="*/ 1689610 h 3225800"/>
              <a:gd name="connsiteX3" fmla="*/ 2148054 w 3219450"/>
              <a:gd name="connsiteY3" fmla="*/ 7760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874046 w 3219450"/>
              <a:gd name="connsiteY2" fmla="*/ 1689610 h 3225800"/>
              <a:gd name="connsiteX3" fmla="*/ 2148054 w 3219450"/>
              <a:gd name="connsiteY3" fmla="*/ 7760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874046 w 3219450"/>
              <a:gd name="connsiteY2" fmla="*/ 1689610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874046 w 3219450"/>
              <a:gd name="connsiteY2" fmla="*/ 1689610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747472 w 3219450"/>
              <a:gd name="connsiteY2" fmla="*/ 1431969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747472 w 3219450"/>
              <a:gd name="connsiteY2" fmla="*/ 1431969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850603 w 3219450"/>
              <a:gd name="connsiteY3" fmla="*/ 1315152 h 3225800"/>
              <a:gd name="connsiteX4" fmla="*/ 2559416 w 3219450"/>
              <a:gd name="connsiteY4" fmla="*/ 421835 h 3225800"/>
              <a:gd name="connsiteX5" fmla="*/ 3219450 w 3219450"/>
              <a:gd name="connsiteY5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2559416 w 3219450"/>
              <a:gd name="connsiteY4" fmla="*/ 421835 h 3225800"/>
              <a:gd name="connsiteX5" fmla="*/ 3219450 w 3219450"/>
              <a:gd name="connsiteY5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3219450 w 3219450"/>
              <a:gd name="connsiteY5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2356893 w 3219450"/>
              <a:gd name="connsiteY5" fmla="*/ 2055880 h 3225800"/>
              <a:gd name="connsiteX6" fmla="*/ 3219450 w 3219450"/>
              <a:gd name="connsiteY6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3219450 w 3219450"/>
              <a:gd name="connsiteY6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515114 w 3219450"/>
              <a:gd name="connsiteY6" fmla="*/ 59130 h 3225800"/>
              <a:gd name="connsiteX7" fmla="*/ 3219450 w 3219450"/>
              <a:gd name="connsiteY7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451827 w 3219450"/>
              <a:gd name="connsiteY6" fmla="*/ 2313527 h 3225800"/>
              <a:gd name="connsiteX7" fmla="*/ 3219450 w 3219450"/>
              <a:gd name="connsiteY7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451827 w 3219450"/>
              <a:gd name="connsiteY6" fmla="*/ 2313527 h 3225800"/>
              <a:gd name="connsiteX7" fmla="*/ 2831542 w 3219450"/>
              <a:gd name="connsiteY7" fmla="*/ 1315152 h 3225800"/>
              <a:gd name="connsiteX8" fmla="*/ 3219450 w 3219450"/>
              <a:gd name="connsiteY8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451827 w 3219450"/>
              <a:gd name="connsiteY6" fmla="*/ 2313527 h 3225800"/>
              <a:gd name="connsiteX7" fmla="*/ 2673328 w 3219450"/>
              <a:gd name="connsiteY7" fmla="*/ 220163 h 3225800"/>
              <a:gd name="connsiteX8" fmla="*/ 3219450 w 3219450"/>
              <a:gd name="connsiteY8" fmla="*/ 0 h 3225800"/>
              <a:gd name="connsiteX0" fmla="*/ 0 w 2997943"/>
              <a:gd name="connsiteY0" fmla="*/ 3072596 h 3072596"/>
              <a:gd name="connsiteX1" fmla="*/ 512861 w 2997943"/>
              <a:gd name="connsiteY1" fmla="*/ 2394998 h 3072596"/>
              <a:gd name="connsiteX2" fmla="*/ 1051321 w 2997943"/>
              <a:gd name="connsiteY2" fmla="*/ 1890675 h 3072596"/>
              <a:gd name="connsiteX3" fmla="*/ 1217740 w 2997943"/>
              <a:gd name="connsiteY3" fmla="*/ 807686 h 3072596"/>
              <a:gd name="connsiteX4" fmla="*/ 1768338 w 2997943"/>
              <a:gd name="connsiteY4" fmla="*/ 2716263 h 3072596"/>
              <a:gd name="connsiteX5" fmla="*/ 1913890 w 2997943"/>
              <a:gd name="connsiteY5" fmla="*/ 163568 h 3072596"/>
              <a:gd name="connsiteX6" fmla="*/ 2451827 w 2997943"/>
              <a:gd name="connsiteY6" fmla="*/ 2160323 h 3072596"/>
              <a:gd name="connsiteX7" fmla="*/ 2673328 w 2997943"/>
              <a:gd name="connsiteY7" fmla="*/ 66959 h 3072596"/>
              <a:gd name="connsiteX8" fmla="*/ 2997943 w 2997943"/>
              <a:gd name="connsiteY8" fmla="*/ 877373 h 3072596"/>
              <a:gd name="connsiteX0" fmla="*/ 0 w 2953031"/>
              <a:gd name="connsiteY0" fmla="*/ 467056 h 2726690"/>
              <a:gd name="connsiteX1" fmla="*/ 467949 w 2953031"/>
              <a:gd name="connsiteY1" fmla="*/ 2394998 h 2726690"/>
              <a:gd name="connsiteX2" fmla="*/ 1006409 w 2953031"/>
              <a:gd name="connsiteY2" fmla="*/ 1890675 h 2726690"/>
              <a:gd name="connsiteX3" fmla="*/ 1172828 w 2953031"/>
              <a:gd name="connsiteY3" fmla="*/ 807686 h 2726690"/>
              <a:gd name="connsiteX4" fmla="*/ 1723426 w 2953031"/>
              <a:gd name="connsiteY4" fmla="*/ 2716263 h 2726690"/>
              <a:gd name="connsiteX5" fmla="*/ 1868978 w 2953031"/>
              <a:gd name="connsiteY5" fmla="*/ 163568 h 2726690"/>
              <a:gd name="connsiteX6" fmla="*/ 2406915 w 2953031"/>
              <a:gd name="connsiteY6" fmla="*/ 2160323 h 2726690"/>
              <a:gd name="connsiteX7" fmla="*/ 2628416 w 2953031"/>
              <a:gd name="connsiteY7" fmla="*/ 66959 h 2726690"/>
              <a:gd name="connsiteX8" fmla="*/ 2953031 w 2953031"/>
              <a:gd name="connsiteY8" fmla="*/ 877373 h 2726690"/>
              <a:gd name="connsiteX0" fmla="*/ 0 w 2953031"/>
              <a:gd name="connsiteY0" fmla="*/ 467056 h 2726690"/>
              <a:gd name="connsiteX1" fmla="*/ 423038 w 2953031"/>
              <a:gd name="connsiteY1" fmla="*/ 1252216 h 2726690"/>
              <a:gd name="connsiteX2" fmla="*/ 1006409 w 2953031"/>
              <a:gd name="connsiteY2" fmla="*/ 1890675 h 2726690"/>
              <a:gd name="connsiteX3" fmla="*/ 1172828 w 2953031"/>
              <a:gd name="connsiteY3" fmla="*/ 807686 h 2726690"/>
              <a:gd name="connsiteX4" fmla="*/ 1723426 w 2953031"/>
              <a:gd name="connsiteY4" fmla="*/ 2716263 h 2726690"/>
              <a:gd name="connsiteX5" fmla="*/ 1868978 w 2953031"/>
              <a:gd name="connsiteY5" fmla="*/ 163568 h 2726690"/>
              <a:gd name="connsiteX6" fmla="*/ 2406915 w 2953031"/>
              <a:gd name="connsiteY6" fmla="*/ 2160323 h 2726690"/>
              <a:gd name="connsiteX7" fmla="*/ 2628416 w 2953031"/>
              <a:gd name="connsiteY7" fmla="*/ 66959 h 2726690"/>
              <a:gd name="connsiteX8" fmla="*/ 2953031 w 2953031"/>
              <a:gd name="connsiteY8" fmla="*/ 877373 h 2726690"/>
              <a:gd name="connsiteX0" fmla="*/ 0 w 2953031"/>
              <a:gd name="connsiteY0" fmla="*/ 467056 h 2726690"/>
              <a:gd name="connsiteX1" fmla="*/ 423038 w 2953031"/>
              <a:gd name="connsiteY1" fmla="*/ 1252216 h 2726690"/>
              <a:gd name="connsiteX2" fmla="*/ 1186063 w 2953031"/>
              <a:gd name="connsiteY2" fmla="*/ 2484918 h 2726690"/>
              <a:gd name="connsiteX3" fmla="*/ 1172828 w 2953031"/>
              <a:gd name="connsiteY3" fmla="*/ 807686 h 2726690"/>
              <a:gd name="connsiteX4" fmla="*/ 1723426 w 2953031"/>
              <a:gd name="connsiteY4" fmla="*/ 2716263 h 2726690"/>
              <a:gd name="connsiteX5" fmla="*/ 1868978 w 2953031"/>
              <a:gd name="connsiteY5" fmla="*/ 163568 h 2726690"/>
              <a:gd name="connsiteX6" fmla="*/ 2406915 w 2953031"/>
              <a:gd name="connsiteY6" fmla="*/ 2160323 h 2726690"/>
              <a:gd name="connsiteX7" fmla="*/ 2628416 w 2953031"/>
              <a:gd name="connsiteY7" fmla="*/ 66959 h 2726690"/>
              <a:gd name="connsiteX8" fmla="*/ 2953031 w 2953031"/>
              <a:gd name="connsiteY8" fmla="*/ 877373 h 2726690"/>
              <a:gd name="connsiteX0" fmla="*/ 0 w 2953031"/>
              <a:gd name="connsiteY0" fmla="*/ 467056 h 2883198"/>
              <a:gd name="connsiteX1" fmla="*/ 423038 w 2953031"/>
              <a:gd name="connsiteY1" fmla="*/ 1252216 h 2883198"/>
              <a:gd name="connsiteX2" fmla="*/ 1186063 w 2953031"/>
              <a:gd name="connsiteY2" fmla="*/ 2484918 h 2883198"/>
              <a:gd name="connsiteX3" fmla="*/ 1723426 w 2953031"/>
              <a:gd name="connsiteY3" fmla="*/ 2716263 h 2883198"/>
              <a:gd name="connsiteX4" fmla="*/ 1868978 w 2953031"/>
              <a:gd name="connsiteY4" fmla="*/ 163568 h 2883198"/>
              <a:gd name="connsiteX5" fmla="*/ 2406915 w 2953031"/>
              <a:gd name="connsiteY5" fmla="*/ 2160323 h 2883198"/>
              <a:gd name="connsiteX6" fmla="*/ 2628416 w 2953031"/>
              <a:gd name="connsiteY6" fmla="*/ 66959 h 2883198"/>
              <a:gd name="connsiteX7" fmla="*/ 2953031 w 2953031"/>
              <a:gd name="connsiteY7" fmla="*/ 877373 h 2883198"/>
              <a:gd name="connsiteX0" fmla="*/ 0 w 2953031"/>
              <a:gd name="connsiteY0" fmla="*/ 467056 h 2737253"/>
              <a:gd name="connsiteX1" fmla="*/ 423038 w 2953031"/>
              <a:gd name="connsiteY1" fmla="*/ 1252216 h 2737253"/>
              <a:gd name="connsiteX2" fmla="*/ 1186063 w 2953031"/>
              <a:gd name="connsiteY2" fmla="*/ 2484918 h 2737253"/>
              <a:gd name="connsiteX3" fmla="*/ 1723426 w 2953031"/>
              <a:gd name="connsiteY3" fmla="*/ 2716263 h 2737253"/>
              <a:gd name="connsiteX4" fmla="*/ 2406915 w 2953031"/>
              <a:gd name="connsiteY4" fmla="*/ 2160323 h 2737253"/>
              <a:gd name="connsiteX5" fmla="*/ 2628416 w 2953031"/>
              <a:gd name="connsiteY5" fmla="*/ 66959 h 2737253"/>
              <a:gd name="connsiteX6" fmla="*/ 2953031 w 2953031"/>
              <a:gd name="connsiteY6" fmla="*/ 877373 h 2737253"/>
              <a:gd name="connsiteX0" fmla="*/ 0 w 2953031"/>
              <a:gd name="connsiteY0" fmla="*/ 467056 h 2732746"/>
              <a:gd name="connsiteX1" fmla="*/ 243385 w 2953031"/>
              <a:gd name="connsiteY1" fmla="*/ 1480772 h 2732746"/>
              <a:gd name="connsiteX2" fmla="*/ 1186063 w 2953031"/>
              <a:gd name="connsiteY2" fmla="*/ 2484918 h 2732746"/>
              <a:gd name="connsiteX3" fmla="*/ 1723426 w 2953031"/>
              <a:gd name="connsiteY3" fmla="*/ 2716263 h 2732746"/>
              <a:gd name="connsiteX4" fmla="*/ 2406915 w 2953031"/>
              <a:gd name="connsiteY4" fmla="*/ 2160323 h 2732746"/>
              <a:gd name="connsiteX5" fmla="*/ 2628416 w 2953031"/>
              <a:gd name="connsiteY5" fmla="*/ 66959 h 2732746"/>
              <a:gd name="connsiteX6" fmla="*/ 2953031 w 2953031"/>
              <a:gd name="connsiteY6" fmla="*/ 877373 h 2732746"/>
              <a:gd name="connsiteX0" fmla="*/ 0 w 2953031"/>
              <a:gd name="connsiteY0" fmla="*/ 467056 h 2720782"/>
              <a:gd name="connsiteX1" fmla="*/ 243385 w 2953031"/>
              <a:gd name="connsiteY1" fmla="*/ 1480772 h 2720782"/>
              <a:gd name="connsiteX2" fmla="*/ 916580 w 2953031"/>
              <a:gd name="connsiteY2" fmla="*/ 2119231 h 2720782"/>
              <a:gd name="connsiteX3" fmla="*/ 1723426 w 2953031"/>
              <a:gd name="connsiteY3" fmla="*/ 2716263 h 2720782"/>
              <a:gd name="connsiteX4" fmla="*/ 2406915 w 2953031"/>
              <a:gd name="connsiteY4" fmla="*/ 2160323 h 2720782"/>
              <a:gd name="connsiteX5" fmla="*/ 2628416 w 2953031"/>
              <a:gd name="connsiteY5" fmla="*/ 66959 h 2720782"/>
              <a:gd name="connsiteX6" fmla="*/ 2953031 w 2953031"/>
              <a:gd name="connsiteY6" fmla="*/ 877373 h 2720782"/>
              <a:gd name="connsiteX0" fmla="*/ 0 w 2953031"/>
              <a:gd name="connsiteY0" fmla="*/ 467056 h 2319080"/>
              <a:gd name="connsiteX1" fmla="*/ 243385 w 2953031"/>
              <a:gd name="connsiteY1" fmla="*/ 1480772 h 2319080"/>
              <a:gd name="connsiteX2" fmla="*/ 916580 w 2953031"/>
              <a:gd name="connsiteY2" fmla="*/ 2119231 h 2319080"/>
              <a:gd name="connsiteX3" fmla="*/ 1903074 w 2953031"/>
              <a:gd name="connsiteY3" fmla="*/ 2030594 h 2319080"/>
              <a:gd name="connsiteX4" fmla="*/ 2406915 w 2953031"/>
              <a:gd name="connsiteY4" fmla="*/ 2160323 h 2319080"/>
              <a:gd name="connsiteX5" fmla="*/ 2628416 w 2953031"/>
              <a:gd name="connsiteY5" fmla="*/ 66959 h 2319080"/>
              <a:gd name="connsiteX6" fmla="*/ 2953031 w 2953031"/>
              <a:gd name="connsiteY6" fmla="*/ 877373 h 2319080"/>
              <a:gd name="connsiteX0" fmla="*/ 0 w 2953031"/>
              <a:gd name="connsiteY0" fmla="*/ 467056 h 2319080"/>
              <a:gd name="connsiteX1" fmla="*/ 243385 w 2953031"/>
              <a:gd name="connsiteY1" fmla="*/ 1480772 h 2319080"/>
              <a:gd name="connsiteX2" fmla="*/ 736927 w 2953031"/>
              <a:gd name="connsiteY2" fmla="*/ 1753544 h 2319080"/>
              <a:gd name="connsiteX3" fmla="*/ 1903074 w 2953031"/>
              <a:gd name="connsiteY3" fmla="*/ 2030594 h 2319080"/>
              <a:gd name="connsiteX4" fmla="*/ 2406915 w 2953031"/>
              <a:gd name="connsiteY4" fmla="*/ 2160323 h 2319080"/>
              <a:gd name="connsiteX5" fmla="*/ 2628416 w 2953031"/>
              <a:gd name="connsiteY5" fmla="*/ 66959 h 2319080"/>
              <a:gd name="connsiteX6" fmla="*/ 2953031 w 2953031"/>
              <a:gd name="connsiteY6" fmla="*/ 877373 h 2319080"/>
              <a:gd name="connsiteX0" fmla="*/ 0 w 2953031"/>
              <a:gd name="connsiteY0" fmla="*/ 467056 h 2319080"/>
              <a:gd name="connsiteX1" fmla="*/ 288303 w 2953031"/>
              <a:gd name="connsiteY1" fmla="*/ 1206505 h 2319080"/>
              <a:gd name="connsiteX2" fmla="*/ 736927 w 2953031"/>
              <a:gd name="connsiteY2" fmla="*/ 1753544 h 2319080"/>
              <a:gd name="connsiteX3" fmla="*/ 1903074 w 2953031"/>
              <a:gd name="connsiteY3" fmla="*/ 2030594 h 2319080"/>
              <a:gd name="connsiteX4" fmla="*/ 2406915 w 2953031"/>
              <a:gd name="connsiteY4" fmla="*/ 2160323 h 2319080"/>
              <a:gd name="connsiteX5" fmla="*/ 2628416 w 2953031"/>
              <a:gd name="connsiteY5" fmla="*/ 66959 h 2319080"/>
              <a:gd name="connsiteX6" fmla="*/ 2953031 w 2953031"/>
              <a:gd name="connsiteY6" fmla="*/ 877373 h 2319080"/>
              <a:gd name="connsiteX0" fmla="*/ 0 w 2953031"/>
              <a:gd name="connsiteY0" fmla="*/ 467056 h 2598157"/>
              <a:gd name="connsiteX1" fmla="*/ 288303 w 2953031"/>
              <a:gd name="connsiteY1" fmla="*/ 1206505 h 2598157"/>
              <a:gd name="connsiteX2" fmla="*/ 736927 w 2953031"/>
              <a:gd name="connsiteY2" fmla="*/ 1753544 h 2598157"/>
              <a:gd name="connsiteX3" fmla="*/ 1903074 w 2953031"/>
              <a:gd name="connsiteY3" fmla="*/ 2030594 h 2598157"/>
              <a:gd name="connsiteX4" fmla="*/ 2451827 w 2953031"/>
              <a:gd name="connsiteY4" fmla="*/ 2480305 h 2598157"/>
              <a:gd name="connsiteX5" fmla="*/ 2628416 w 2953031"/>
              <a:gd name="connsiteY5" fmla="*/ 66959 h 2598157"/>
              <a:gd name="connsiteX6" fmla="*/ 2953031 w 2953031"/>
              <a:gd name="connsiteY6" fmla="*/ 877373 h 2598157"/>
              <a:gd name="connsiteX0" fmla="*/ 0 w 2953031"/>
              <a:gd name="connsiteY0" fmla="*/ 110240 h 2705917"/>
              <a:gd name="connsiteX1" fmla="*/ 288303 w 2953031"/>
              <a:gd name="connsiteY1" fmla="*/ 849689 h 2705917"/>
              <a:gd name="connsiteX2" fmla="*/ 736927 w 2953031"/>
              <a:gd name="connsiteY2" fmla="*/ 1396728 h 2705917"/>
              <a:gd name="connsiteX3" fmla="*/ 1903074 w 2953031"/>
              <a:gd name="connsiteY3" fmla="*/ 1673778 h 2705917"/>
              <a:gd name="connsiteX4" fmla="*/ 2451827 w 2953031"/>
              <a:gd name="connsiteY4" fmla="*/ 2123489 h 2705917"/>
              <a:gd name="connsiteX5" fmla="*/ 2763152 w 2953031"/>
              <a:gd name="connsiteY5" fmla="*/ 2589956 h 2705917"/>
              <a:gd name="connsiteX6" fmla="*/ 2953031 w 2953031"/>
              <a:gd name="connsiteY6" fmla="*/ 520557 h 2705917"/>
              <a:gd name="connsiteX0" fmla="*/ 0 w 3222508"/>
              <a:gd name="connsiteY0" fmla="*/ 110240 h 2713399"/>
              <a:gd name="connsiteX1" fmla="*/ 288303 w 3222508"/>
              <a:gd name="connsiteY1" fmla="*/ 849689 h 2713399"/>
              <a:gd name="connsiteX2" fmla="*/ 736927 w 3222508"/>
              <a:gd name="connsiteY2" fmla="*/ 1396728 h 2713399"/>
              <a:gd name="connsiteX3" fmla="*/ 1903074 w 3222508"/>
              <a:gd name="connsiteY3" fmla="*/ 1673778 h 2713399"/>
              <a:gd name="connsiteX4" fmla="*/ 2451827 w 3222508"/>
              <a:gd name="connsiteY4" fmla="*/ 2123489 h 2713399"/>
              <a:gd name="connsiteX5" fmla="*/ 2763152 w 3222508"/>
              <a:gd name="connsiteY5" fmla="*/ 2589956 h 2713399"/>
              <a:gd name="connsiteX6" fmla="*/ 3222508 w 3222508"/>
              <a:gd name="connsiteY6" fmla="*/ 2668991 h 2713399"/>
              <a:gd name="connsiteX0" fmla="*/ 0 w 2763152"/>
              <a:gd name="connsiteY0" fmla="*/ 110240 h 2705917"/>
              <a:gd name="connsiteX1" fmla="*/ 288303 w 2763152"/>
              <a:gd name="connsiteY1" fmla="*/ 849689 h 2705917"/>
              <a:gd name="connsiteX2" fmla="*/ 736927 w 2763152"/>
              <a:gd name="connsiteY2" fmla="*/ 1396728 h 2705917"/>
              <a:gd name="connsiteX3" fmla="*/ 1903074 w 2763152"/>
              <a:gd name="connsiteY3" fmla="*/ 1673778 h 2705917"/>
              <a:gd name="connsiteX4" fmla="*/ 2451827 w 2763152"/>
              <a:gd name="connsiteY4" fmla="*/ 2123489 h 2705917"/>
              <a:gd name="connsiteX5" fmla="*/ 2763152 w 2763152"/>
              <a:gd name="connsiteY5" fmla="*/ 2589956 h 2705917"/>
              <a:gd name="connsiteX0" fmla="*/ 0 w 2763152"/>
              <a:gd name="connsiteY0" fmla="*/ 110240 h 2671551"/>
              <a:gd name="connsiteX1" fmla="*/ 288303 w 2763152"/>
              <a:gd name="connsiteY1" fmla="*/ 849689 h 2671551"/>
              <a:gd name="connsiteX2" fmla="*/ 736927 w 2763152"/>
              <a:gd name="connsiteY2" fmla="*/ 1396728 h 2671551"/>
              <a:gd name="connsiteX3" fmla="*/ 1903074 w 2763152"/>
              <a:gd name="connsiteY3" fmla="*/ 1673778 h 2671551"/>
              <a:gd name="connsiteX4" fmla="*/ 2496739 w 2763152"/>
              <a:gd name="connsiteY4" fmla="*/ 1712087 h 2671551"/>
              <a:gd name="connsiteX5" fmla="*/ 2763152 w 2763152"/>
              <a:gd name="connsiteY5" fmla="*/ 2589956 h 2671551"/>
              <a:gd name="connsiteX0" fmla="*/ 0 w 2763152"/>
              <a:gd name="connsiteY0" fmla="*/ 110240 h 2671551"/>
              <a:gd name="connsiteX1" fmla="*/ 288303 w 2763152"/>
              <a:gd name="connsiteY1" fmla="*/ 849689 h 2671551"/>
              <a:gd name="connsiteX2" fmla="*/ 736927 w 2763152"/>
              <a:gd name="connsiteY2" fmla="*/ 1396728 h 2671551"/>
              <a:gd name="connsiteX3" fmla="*/ 1487460 w 2763152"/>
              <a:gd name="connsiteY3" fmla="*/ 1546876 h 2671551"/>
              <a:gd name="connsiteX4" fmla="*/ 2496739 w 2763152"/>
              <a:gd name="connsiteY4" fmla="*/ 1712087 h 2671551"/>
              <a:gd name="connsiteX5" fmla="*/ 2763152 w 2763152"/>
              <a:gd name="connsiteY5" fmla="*/ 2589956 h 2671551"/>
              <a:gd name="connsiteX0" fmla="*/ 0 w 2763152"/>
              <a:gd name="connsiteY0" fmla="*/ 110240 h 2671551"/>
              <a:gd name="connsiteX1" fmla="*/ 288303 w 2763152"/>
              <a:gd name="connsiteY1" fmla="*/ 849689 h 2671551"/>
              <a:gd name="connsiteX2" fmla="*/ 736927 w 2763152"/>
              <a:gd name="connsiteY2" fmla="*/ 1396728 h 2671551"/>
              <a:gd name="connsiteX3" fmla="*/ 1487460 w 2763152"/>
              <a:gd name="connsiteY3" fmla="*/ 1546876 h 2671551"/>
              <a:gd name="connsiteX4" fmla="*/ 2496739 w 2763152"/>
              <a:gd name="connsiteY4" fmla="*/ 1712087 h 2671551"/>
              <a:gd name="connsiteX5" fmla="*/ 2763152 w 2763152"/>
              <a:gd name="connsiteY5" fmla="*/ 2589956 h 2671551"/>
              <a:gd name="connsiteX0" fmla="*/ 0 w 2763152"/>
              <a:gd name="connsiteY0" fmla="*/ 110240 h 2671551"/>
              <a:gd name="connsiteX1" fmla="*/ 288303 w 2763152"/>
              <a:gd name="connsiteY1" fmla="*/ 849689 h 2671551"/>
              <a:gd name="connsiteX2" fmla="*/ 736927 w 2763152"/>
              <a:gd name="connsiteY2" fmla="*/ 1396728 h 2671551"/>
              <a:gd name="connsiteX3" fmla="*/ 1425117 w 2763152"/>
              <a:gd name="connsiteY3" fmla="*/ 1546876 h 2671551"/>
              <a:gd name="connsiteX4" fmla="*/ 2496739 w 2763152"/>
              <a:gd name="connsiteY4" fmla="*/ 1712087 h 2671551"/>
              <a:gd name="connsiteX5" fmla="*/ 2763152 w 2763152"/>
              <a:gd name="connsiteY5" fmla="*/ 2589956 h 2671551"/>
              <a:gd name="connsiteX0" fmla="*/ 0 w 2763152"/>
              <a:gd name="connsiteY0" fmla="*/ 110240 h 2671551"/>
              <a:gd name="connsiteX1" fmla="*/ 288303 w 2763152"/>
              <a:gd name="connsiteY1" fmla="*/ 849689 h 2671551"/>
              <a:gd name="connsiteX2" fmla="*/ 736927 w 2763152"/>
              <a:gd name="connsiteY2" fmla="*/ 1396728 h 2671551"/>
              <a:gd name="connsiteX3" fmla="*/ 1425117 w 2763152"/>
              <a:gd name="connsiteY3" fmla="*/ 1546876 h 2671551"/>
              <a:gd name="connsiteX4" fmla="*/ 2496739 w 2763152"/>
              <a:gd name="connsiteY4" fmla="*/ 1712087 h 2671551"/>
              <a:gd name="connsiteX5" fmla="*/ 2763152 w 2763152"/>
              <a:gd name="connsiteY5" fmla="*/ 2589956 h 2671551"/>
              <a:gd name="connsiteX0" fmla="*/ 0 w 2763152"/>
              <a:gd name="connsiteY0" fmla="*/ 110240 h 2671551"/>
              <a:gd name="connsiteX1" fmla="*/ 288303 w 2763152"/>
              <a:gd name="connsiteY1" fmla="*/ 849689 h 2671551"/>
              <a:gd name="connsiteX2" fmla="*/ 736927 w 2763152"/>
              <a:gd name="connsiteY2" fmla="*/ 1396728 h 2671551"/>
              <a:gd name="connsiteX3" fmla="*/ 1425117 w 2763152"/>
              <a:gd name="connsiteY3" fmla="*/ 1546876 h 2671551"/>
              <a:gd name="connsiteX4" fmla="*/ 2496739 w 2763152"/>
              <a:gd name="connsiteY4" fmla="*/ 1712087 h 2671551"/>
              <a:gd name="connsiteX5" fmla="*/ 2763152 w 2763152"/>
              <a:gd name="connsiteY5" fmla="*/ 2589956 h 2671551"/>
              <a:gd name="connsiteX0" fmla="*/ 0 w 2763152"/>
              <a:gd name="connsiteY0" fmla="*/ 110240 h 2671551"/>
              <a:gd name="connsiteX1" fmla="*/ 288303 w 2763152"/>
              <a:gd name="connsiteY1" fmla="*/ 849689 h 2671551"/>
              <a:gd name="connsiteX2" fmla="*/ 736927 w 2763152"/>
              <a:gd name="connsiteY2" fmla="*/ 1396728 h 2671551"/>
              <a:gd name="connsiteX3" fmla="*/ 1425117 w 2763152"/>
              <a:gd name="connsiteY3" fmla="*/ 1546876 h 2671551"/>
              <a:gd name="connsiteX4" fmla="*/ 2496739 w 2763152"/>
              <a:gd name="connsiteY4" fmla="*/ 1712087 h 2671551"/>
              <a:gd name="connsiteX5" fmla="*/ 2763152 w 2763152"/>
              <a:gd name="connsiteY5" fmla="*/ 2589956 h 2671551"/>
              <a:gd name="connsiteX0" fmla="*/ 0 w 2763152"/>
              <a:gd name="connsiteY0" fmla="*/ 110240 h 2671551"/>
              <a:gd name="connsiteX1" fmla="*/ 288303 w 2763152"/>
              <a:gd name="connsiteY1" fmla="*/ 849689 h 2671551"/>
              <a:gd name="connsiteX2" fmla="*/ 736927 w 2763152"/>
              <a:gd name="connsiteY2" fmla="*/ 1396728 h 2671551"/>
              <a:gd name="connsiteX3" fmla="*/ 1425117 w 2763152"/>
              <a:gd name="connsiteY3" fmla="*/ 1546876 h 2671551"/>
              <a:gd name="connsiteX4" fmla="*/ 2496739 w 2763152"/>
              <a:gd name="connsiteY4" fmla="*/ 1712087 h 2671551"/>
              <a:gd name="connsiteX5" fmla="*/ 2763152 w 2763152"/>
              <a:gd name="connsiteY5" fmla="*/ 2589956 h 2671551"/>
              <a:gd name="connsiteX0" fmla="*/ 0 w 2763152"/>
              <a:gd name="connsiteY0" fmla="*/ 110240 h 2683614"/>
              <a:gd name="connsiteX1" fmla="*/ 288303 w 2763152"/>
              <a:gd name="connsiteY1" fmla="*/ 849689 h 2683614"/>
              <a:gd name="connsiteX2" fmla="*/ 736927 w 2763152"/>
              <a:gd name="connsiteY2" fmla="*/ 1396728 h 2683614"/>
              <a:gd name="connsiteX3" fmla="*/ 1425117 w 2763152"/>
              <a:gd name="connsiteY3" fmla="*/ 1546876 h 2683614"/>
              <a:gd name="connsiteX4" fmla="*/ 2496739 w 2763152"/>
              <a:gd name="connsiteY4" fmla="*/ 1712087 h 2683614"/>
              <a:gd name="connsiteX5" fmla="*/ 2763152 w 2763152"/>
              <a:gd name="connsiteY5" fmla="*/ 2589956 h 2683614"/>
              <a:gd name="connsiteX0" fmla="*/ 0 w 2763152"/>
              <a:gd name="connsiteY0" fmla="*/ 110240 h 2589956"/>
              <a:gd name="connsiteX1" fmla="*/ 288303 w 2763152"/>
              <a:gd name="connsiteY1" fmla="*/ 849689 h 2589956"/>
              <a:gd name="connsiteX2" fmla="*/ 736927 w 2763152"/>
              <a:gd name="connsiteY2" fmla="*/ 1396728 h 2589956"/>
              <a:gd name="connsiteX3" fmla="*/ 1425117 w 2763152"/>
              <a:gd name="connsiteY3" fmla="*/ 1546876 h 2589956"/>
              <a:gd name="connsiteX4" fmla="*/ 2496739 w 2763152"/>
              <a:gd name="connsiteY4" fmla="*/ 1712087 h 2589956"/>
              <a:gd name="connsiteX5" fmla="*/ 2763152 w 2763152"/>
              <a:gd name="connsiteY5" fmla="*/ 2589956 h 2589956"/>
              <a:gd name="connsiteX0" fmla="*/ 0 w 2804714"/>
              <a:gd name="connsiteY0" fmla="*/ 110240 h 2695708"/>
              <a:gd name="connsiteX1" fmla="*/ 288303 w 2804714"/>
              <a:gd name="connsiteY1" fmla="*/ 849689 h 2695708"/>
              <a:gd name="connsiteX2" fmla="*/ 736927 w 2804714"/>
              <a:gd name="connsiteY2" fmla="*/ 1396728 h 2695708"/>
              <a:gd name="connsiteX3" fmla="*/ 1425117 w 2804714"/>
              <a:gd name="connsiteY3" fmla="*/ 1546876 h 2695708"/>
              <a:gd name="connsiteX4" fmla="*/ 2496739 w 2804714"/>
              <a:gd name="connsiteY4" fmla="*/ 1712087 h 2695708"/>
              <a:gd name="connsiteX5" fmla="*/ 2804714 w 2804714"/>
              <a:gd name="connsiteY5" fmla="*/ 2695708 h 2695708"/>
              <a:gd name="connsiteX0" fmla="*/ 0 w 2887838"/>
              <a:gd name="connsiteY0" fmla="*/ 110240 h 2695708"/>
              <a:gd name="connsiteX1" fmla="*/ 371427 w 2887838"/>
              <a:gd name="connsiteY1" fmla="*/ 849689 h 2695708"/>
              <a:gd name="connsiteX2" fmla="*/ 820051 w 2887838"/>
              <a:gd name="connsiteY2" fmla="*/ 1396728 h 2695708"/>
              <a:gd name="connsiteX3" fmla="*/ 1508241 w 2887838"/>
              <a:gd name="connsiteY3" fmla="*/ 1546876 h 2695708"/>
              <a:gd name="connsiteX4" fmla="*/ 2579863 w 2887838"/>
              <a:gd name="connsiteY4" fmla="*/ 1712087 h 2695708"/>
              <a:gd name="connsiteX5" fmla="*/ 2887838 w 2887838"/>
              <a:gd name="connsiteY5" fmla="*/ 2695708 h 2695708"/>
              <a:gd name="connsiteX0" fmla="*/ 0 w 2887838"/>
              <a:gd name="connsiteY0" fmla="*/ 109124 h 2694592"/>
              <a:gd name="connsiteX1" fmla="*/ 371427 w 2887838"/>
              <a:gd name="connsiteY1" fmla="*/ 848573 h 2694592"/>
              <a:gd name="connsiteX2" fmla="*/ 716146 w 2887838"/>
              <a:gd name="connsiteY2" fmla="*/ 1311017 h 2694592"/>
              <a:gd name="connsiteX3" fmla="*/ 1508241 w 2887838"/>
              <a:gd name="connsiteY3" fmla="*/ 1545760 h 2694592"/>
              <a:gd name="connsiteX4" fmla="*/ 2579863 w 2887838"/>
              <a:gd name="connsiteY4" fmla="*/ 1710971 h 2694592"/>
              <a:gd name="connsiteX5" fmla="*/ 2887838 w 2887838"/>
              <a:gd name="connsiteY5" fmla="*/ 2694592 h 2694592"/>
              <a:gd name="connsiteX0" fmla="*/ 0 w 2887838"/>
              <a:gd name="connsiteY0" fmla="*/ 123146 h 2708614"/>
              <a:gd name="connsiteX1" fmla="*/ 309084 w 2887838"/>
              <a:gd name="connsiteY1" fmla="*/ 714543 h 2708614"/>
              <a:gd name="connsiteX2" fmla="*/ 716146 w 2887838"/>
              <a:gd name="connsiteY2" fmla="*/ 1325039 h 2708614"/>
              <a:gd name="connsiteX3" fmla="*/ 1508241 w 2887838"/>
              <a:gd name="connsiteY3" fmla="*/ 1559782 h 2708614"/>
              <a:gd name="connsiteX4" fmla="*/ 2579863 w 2887838"/>
              <a:gd name="connsiteY4" fmla="*/ 1724993 h 2708614"/>
              <a:gd name="connsiteX5" fmla="*/ 2887838 w 2887838"/>
              <a:gd name="connsiteY5" fmla="*/ 2708614 h 2708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87838" h="2708614">
                <a:moveTo>
                  <a:pt x="0" y="123146"/>
                </a:moveTo>
                <a:cubicBezTo>
                  <a:pt x="17462" y="-307596"/>
                  <a:pt x="189726" y="514228"/>
                  <a:pt x="309084" y="714543"/>
                </a:cubicBezTo>
                <a:cubicBezTo>
                  <a:pt x="428442" y="914858"/>
                  <a:pt x="516287" y="1184166"/>
                  <a:pt x="716146" y="1325039"/>
                </a:cubicBezTo>
                <a:cubicBezTo>
                  <a:pt x="916005" y="1465912"/>
                  <a:pt x="1304768" y="1550428"/>
                  <a:pt x="1508241" y="1559782"/>
                </a:cubicBezTo>
                <a:cubicBezTo>
                  <a:pt x="1877963" y="1653737"/>
                  <a:pt x="2138103" y="1553205"/>
                  <a:pt x="2579863" y="1724993"/>
                </a:cubicBezTo>
                <a:cubicBezTo>
                  <a:pt x="2815927" y="2081734"/>
                  <a:pt x="2884586" y="2290504"/>
                  <a:pt x="2887838" y="2708614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35" name="Rectangle 1334">
            <a:extLst>
              <a:ext uri="{FF2B5EF4-FFF2-40B4-BE49-F238E27FC236}">
                <a16:creationId xmlns:a16="http://schemas.microsoft.com/office/drawing/2014/main" id="{1F25A8E1-DFAF-60BA-D80D-D8E2C3BB575B}"/>
              </a:ext>
            </a:extLst>
          </p:cNvPr>
          <p:cNvSpPr/>
          <p:nvPr/>
        </p:nvSpPr>
        <p:spPr>
          <a:xfrm>
            <a:off x="5154053" y="908198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36" name="TextBox 1335">
            <a:extLst>
              <a:ext uri="{FF2B5EF4-FFF2-40B4-BE49-F238E27FC236}">
                <a16:creationId xmlns:a16="http://schemas.microsoft.com/office/drawing/2014/main" id="{C0C8A410-149F-158E-F679-91E427D63816}"/>
              </a:ext>
            </a:extLst>
          </p:cNvPr>
          <p:cNvSpPr txBox="1"/>
          <p:nvPr/>
        </p:nvSpPr>
        <p:spPr>
          <a:xfrm>
            <a:off x="5278319" y="1421920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37" name="TextBox 1336">
            <a:extLst>
              <a:ext uri="{FF2B5EF4-FFF2-40B4-BE49-F238E27FC236}">
                <a16:creationId xmlns:a16="http://schemas.microsoft.com/office/drawing/2014/main" id="{36CB0B3D-3540-201D-8138-FE2798706A73}"/>
              </a:ext>
            </a:extLst>
          </p:cNvPr>
          <p:cNvSpPr txBox="1"/>
          <p:nvPr/>
        </p:nvSpPr>
        <p:spPr>
          <a:xfrm>
            <a:off x="5047125" y="142192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38" name="TextBox 1337">
            <a:extLst>
              <a:ext uri="{FF2B5EF4-FFF2-40B4-BE49-F238E27FC236}">
                <a16:creationId xmlns:a16="http://schemas.microsoft.com/office/drawing/2014/main" id="{22F12C8E-7AEA-9299-8293-62D57C147948}"/>
              </a:ext>
            </a:extLst>
          </p:cNvPr>
          <p:cNvSpPr txBox="1"/>
          <p:nvPr/>
        </p:nvSpPr>
        <p:spPr>
          <a:xfrm>
            <a:off x="5578441" y="142192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1339" name="Straight Connector 1338">
            <a:extLst>
              <a:ext uri="{FF2B5EF4-FFF2-40B4-BE49-F238E27FC236}">
                <a16:creationId xmlns:a16="http://schemas.microsoft.com/office/drawing/2014/main" id="{FAD24610-C632-684C-A920-06AF0671DB9C}"/>
              </a:ext>
            </a:extLst>
          </p:cNvPr>
          <p:cNvCxnSpPr>
            <a:cxnSpLocks/>
          </p:cNvCxnSpPr>
          <p:nvPr/>
        </p:nvCxnSpPr>
        <p:spPr>
          <a:xfrm flipV="1">
            <a:off x="5154649" y="914077"/>
            <a:ext cx="537140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0" name="TextBox 1339">
            <a:extLst>
              <a:ext uri="{FF2B5EF4-FFF2-40B4-BE49-F238E27FC236}">
                <a16:creationId xmlns:a16="http://schemas.microsoft.com/office/drawing/2014/main" id="{77FD4D4A-103B-9EC6-7188-F3B279FBA747}"/>
              </a:ext>
            </a:extLst>
          </p:cNvPr>
          <p:cNvSpPr txBox="1"/>
          <p:nvPr/>
        </p:nvSpPr>
        <p:spPr>
          <a:xfrm>
            <a:off x="4979285" y="133082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41" name="TextBox 1340">
            <a:extLst>
              <a:ext uri="{FF2B5EF4-FFF2-40B4-BE49-F238E27FC236}">
                <a16:creationId xmlns:a16="http://schemas.microsoft.com/office/drawing/2014/main" id="{C35B2B84-E0BC-6B81-AE20-2806732D8EE3}"/>
              </a:ext>
            </a:extLst>
          </p:cNvPr>
          <p:cNvSpPr txBox="1"/>
          <p:nvPr/>
        </p:nvSpPr>
        <p:spPr>
          <a:xfrm>
            <a:off x="4979285" y="80327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42" name="TextBox 1341">
            <a:extLst>
              <a:ext uri="{FF2B5EF4-FFF2-40B4-BE49-F238E27FC236}">
                <a16:creationId xmlns:a16="http://schemas.microsoft.com/office/drawing/2014/main" id="{6061FB66-EF2A-32F8-8668-2468A32FD7DB}"/>
              </a:ext>
            </a:extLst>
          </p:cNvPr>
          <p:cNvSpPr txBox="1"/>
          <p:nvPr/>
        </p:nvSpPr>
        <p:spPr>
          <a:xfrm>
            <a:off x="4910357" y="1067051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43" name="TextBox 1342">
            <a:extLst>
              <a:ext uri="{FF2B5EF4-FFF2-40B4-BE49-F238E27FC236}">
                <a16:creationId xmlns:a16="http://schemas.microsoft.com/office/drawing/2014/main" id="{B6C88C1F-95D1-EBA4-E10A-463652463C74}"/>
              </a:ext>
            </a:extLst>
          </p:cNvPr>
          <p:cNvSpPr txBox="1"/>
          <p:nvPr/>
        </p:nvSpPr>
        <p:spPr>
          <a:xfrm>
            <a:off x="5095306" y="1530185"/>
            <a:ext cx="689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Forecast probability</a:t>
            </a:r>
          </a:p>
        </p:txBody>
      </p:sp>
      <p:sp>
        <p:nvSpPr>
          <p:cNvPr id="1344" name="Rectangle 1343">
            <a:extLst>
              <a:ext uri="{FF2B5EF4-FFF2-40B4-BE49-F238E27FC236}">
                <a16:creationId xmlns:a16="http://schemas.microsoft.com/office/drawing/2014/main" id="{FB87673D-111A-D933-2352-681D2FAD32C0}"/>
              </a:ext>
            </a:extLst>
          </p:cNvPr>
          <p:cNvSpPr/>
          <p:nvPr/>
        </p:nvSpPr>
        <p:spPr>
          <a:xfrm>
            <a:off x="5160927" y="911385"/>
            <a:ext cx="198015" cy="5318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45" name="TextBox 1344">
            <a:extLst>
              <a:ext uri="{FF2B5EF4-FFF2-40B4-BE49-F238E27FC236}">
                <a16:creationId xmlns:a16="http://schemas.microsoft.com/office/drawing/2014/main" id="{34B384FA-F360-F336-2135-AE0B94D1546B}"/>
              </a:ext>
            </a:extLst>
          </p:cNvPr>
          <p:cNvSpPr txBox="1"/>
          <p:nvPr/>
        </p:nvSpPr>
        <p:spPr>
          <a:xfrm rot="16200000">
            <a:off x="4512549" y="1027866"/>
            <a:ext cx="689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Frequency of forecast</a:t>
            </a:r>
          </a:p>
        </p:txBody>
      </p:sp>
      <p:sp>
        <p:nvSpPr>
          <p:cNvPr id="1346" name="TextBox 1345">
            <a:extLst>
              <a:ext uri="{FF2B5EF4-FFF2-40B4-BE49-F238E27FC236}">
                <a16:creationId xmlns:a16="http://schemas.microsoft.com/office/drawing/2014/main" id="{DA691BC4-F4DE-842B-9452-C875275E9F2A}"/>
              </a:ext>
            </a:extLst>
          </p:cNvPr>
          <p:cNvSpPr txBox="1"/>
          <p:nvPr/>
        </p:nvSpPr>
        <p:spPr>
          <a:xfrm>
            <a:off x="4013716" y="586987"/>
            <a:ext cx="7070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Reliability diagram</a:t>
            </a:r>
          </a:p>
        </p:txBody>
      </p:sp>
      <p:sp>
        <p:nvSpPr>
          <p:cNvPr id="1347" name="TextBox 1346">
            <a:extLst>
              <a:ext uri="{FF2B5EF4-FFF2-40B4-BE49-F238E27FC236}">
                <a16:creationId xmlns:a16="http://schemas.microsoft.com/office/drawing/2014/main" id="{FF01B57F-A28F-C349-BCD2-AB0A37D9CD66}"/>
              </a:ext>
            </a:extLst>
          </p:cNvPr>
          <p:cNvSpPr txBox="1"/>
          <p:nvPr/>
        </p:nvSpPr>
        <p:spPr>
          <a:xfrm>
            <a:off x="5058794" y="584868"/>
            <a:ext cx="7070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Sharpness diagram</a:t>
            </a:r>
          </a:p>
        </p:txBody>
      </p:sp>
      <p:sp>
        <p:nvSpPr>
          <p:cNvPr id="1348" name="TextBox 1347">
            <a:extLst>
              <a:ext uri="{FF2B5EF4-FFF2-40B4-BE49-F238E27FC236}">
                <a16:creationId xmlns:a16="http://schemas.microsoft.com/office/drawing/2014/main" id="{33D75850-5181-FD82-212F-BBE65A5031B1}"/>
              </a:ext>
            </a:extLst>
          </p:cNvPr>
          <p:cNvSpPr txBox="1"/>
          <p:nvPr/>
        </p:nvSpPr>
        <p:spPr>
          <a:xfrm rot="16200000">
            <a:off x="3507029" y="1018914"/>
            <a:ext cx="6091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Observed frequency</a:t>
            </a:r>
          </a:p>
        </p:txBody>
      </p:sp>
      <p:sp>
        <p:nvSpPr>
          <p:cNvPr id="1349" name="Rectangle 1348">
            <a:extLst>
              <a:ext uri="{FF2B5EF4-FFF2-40B4-BE49-F238E27FC236}">
                <a16:creationId xmlns:a16="http://schemas.microsoft.com/office/drawing/2014/main" id="{1F320868-9DD0-27CF-9FA6-277232DD29C6}"/>
              </a:ext>
            </a:extLst>
          </p:cNvPr>
          <p:cNvSpPr/>
          <p:nvPr/>
        </p:nvSpPr>
        <p:spPr>
          <a:xfrm>
            <a:off x="2843423" y="907428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50" name="TextBox 1349">
            <a:extLst>
              <a:ext uri="{FF2B5EF4-FFF2-40B4-BE49-F238E27FC236}">
                <a16:creationId xmlns:a16="http://schemas.microsoft.com/office/drawing/2014/main" id="{0E1E31B6-12D2-7F6F-5AB2-C289DFA1A572}"/>
              </a:ext>
            </a:extLst>
          </p:cNvPr>
          <p:cNvSpPr txBox="1"/>
          <p:nvPr/>
        </p:nvSpPr>
        <p:spPr>
          <a:xfrm>
            <a:off x="2967689" y="1421150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51" name="TextBox 1350">
            <a:extLst>
              <a:ext uri="{FF2B5EF4-FFF2-40B4-BE49-F238E27FC236}">
                <a16:creationId xmlns:a16="http://schemas.microsoft.com/office/drawing/2014/main" id="{7E066DE1-C414-FF1A-8DA4-43E44DEAD816}"/>
              </a:ext>
            </a:extLst>
          </p:cNvPr>
          <p:cNvSpPr txBox="1"/>
          <p:nvPr/>
        </p:nvSpPr>
        <p:spPr>
          <a:xfrm>
            <a:off x="2736495" y="142115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52" name="TextBox 1351">
            <a:extLst>
              <a:ext uri="{FF2B5EF4-FFF2-40B4-BE49-F238E27FC236}">
                <a16:creationId xmlns:a16="http://schemas.microsoft.com/office/drawing/2014/main" id="{17E23D5D-0602-2FE5-EB41-95964AC860AA}"/>
              </a:ext>
            </a:extLst>
          </p:cNvPr>
          <p:cNvSpPr txBox="1"/>
          <p:nvPr/>
        </p:nvSpPr>
        <p:spPr>
          <a:xfrm>
            <a:off x="3252565" y="142115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53" name="TextBox 1352">
            <a:extLst>
              <a:ext uri="{FF2B5EF4-FFF2-40B4-BE49-F238E27FC236}">
                <a16:creationId xmlns:a16="http://schemas.microsoft.com/office/drawing/2014/main" id="{99FA423C-06DF-9B60-C523-9D2A31C4D0AC}"/>
              </a:ext>
            </a:extLst>
          </p:cNvPr>
          <p:cNvSpPr txBox="1"/>
          <p:nvPr/>
        </p:nvSpPr>
        <p:spPr>
          <a:xfrm>
            <a:off x="2668655" y="133005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54" name="TextBox 1353">
            <a:extLst>
              <a:ext uri="{FF2B5EF4-FFF2-40B4-BE49-F238E27FC236}">
                <a16:creationId xmlns:a16="http://schemas.microsoft.com/office/drawing/2014/main" id="{C54329A9-6222-C265-B716-1FFEA6F79E15}"/>
              </a:ext>
            </a:extLst>
          </p:cNvPr>
          <p:cNvSpPr txBox="1"/>
          <p:nvPr/>
        </p:nvSpPr>
        <p:spPr>
          <a:xfrm>
            <a:off x="2668655" y="80250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55" name="TextBox 1354">
            <a:extLst>
              <a:ext uri="{FF2B5EF4-FFF2-40B4-BE49-F238E27FC236}">
                <a16:creationId xmlns:a16="http://schemas.microsoft.com/office/drawing/2014/main" id="{8F8D233F-548F-CE6C-4AE1-4CCEA7A10B06}"/>
              </a:ext>
            </a:extLst>
          </p:cNvPr>
          <p:cNvSpPr txBox="1"/>
          <p:nvPr/>
        </p:nvSpPr>
        <p:spPr>
          <a:xfrm>
            <a:off x="2599727" y="1066281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56" name="TextBox 1355">
            <a:extLst>
              <a:ext uri="{FF2B5EF4-FFF2-40B4-BE49-F238E27FC236}">
                <a16:creationId xmlns:a16="http://schemas.microsoft.com/office/drawing/2014/main" id="{FE1F1E5C-DE1D-3AB6-259D-F8F24450ECBA}"/>
              </a:ext>
            </a:extLst>
          </p:cNvPr>
          <p:cNvSpPr txBox="1"/>
          <p:nvPr/>
        </p:nvSpPr>
        <p:spPr>
          <a:xfrm>
            <a:off x="2770175" y="1529468"/>
            <a:ext cx="689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Forecast probability</a:t>
            </a:r>
          </a:p>
        </p:txBody>
      </p:sp>
      <p:cxnSp>
        <p:nvCxnSpPr>
          <p:cNvPr id="1357" name="Straight Connector 1356">
            <a:extLst>
              <a:ext uri="{FF2B5EF4-FFF2-40B4-BE49-F238E27FC236}">
                <a16:creationId xmlns:a16="http://schemas.microsoft.com/office/drawing/2014/main" id="{43D5210E-A42F-1D89-81FE-EB65663C25A5}"/>
              </a:ext>
            </a:extLst>
          </p:cNvPr>
          <p:cNvCxnSpPr>
            <a:cxnSpLocks/>
          </p:cNvCxnSpPr>
          <p:nvPr/>
        </p:nvCxnSpPr>
        <p:spPr>
          <a:xfrm flipV="1">
            <a:off x="2864535" y="914920"/>
            <a:ext cx="537140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8" name="TextBox 1357">
            <a:extLst>
              <a:ext uri="{FF2B5EF4-FFF2-40B4-BE49-F238E27FC236}">
                <a16:creationId xmlns:a16="http://schemas.microsoft.com/office/drawing/2014/main" id="{ABBA72E7-811A-3BB5-7B9F-431AC55186B8}"/>
              </a:ext>
            </a:extLst>
          </p:cNvPr>
          <p:cNvSpPr txBox="1"/>
          <p:nvPr/>
        </p:nvSpPr>
        <p:spPr>
          <a:xfrm>
            <a:off x="2506370" y="141796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59" name="TextBox 1358">
            <a:extLst>
              <a:ext uri="{FF2B5EF4-FFF2-40B4-BE49-F238E27FC236}">
                <a16:creationId xmlns:a16="http://schemas.microsoft.com/office/drawing/2014/main" id="{84F97439-CB5D-012E-DA21-5F1489B9ADC1}"/>
              </a:ext>
            </a:extLst>
          </p:cNvPr>
          <p:cNvSpPr txBox="1"/>
          <p:nvPr/>
        </p:nvSpPr>
        <p:spPr>
          <a:xfrm>
            <a:off x="2794480" y="599745"/>
            <a:ext cx="6509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Good</a:t>
            </a:r>
          </a:p>
        </p:txBody>
      </p:sp>
      <p:sp>
        <p:nvSpPr>
          <p:cNvPr id="1360" name="Freeform: Shape 1359">
            <a:extLst>
              <a:ext uri="{FF2B5EF4-FFF2-40B4-BE49-F238E27FC236}">
                <a16:creationId xmlns:a16="http://schemas.microsoft.com/office/drawing/2014/main" id="{FFC644DB-2ACD-2F64-2DFD-FF962E029B98}"/>
              </a:ext>
            </a:extLst>
          </p:cNvPr>
          <p:cNvSpPr/>
          <p:nvPr/>
        </p:nvSpPr>
        <p:spPr>
          <a:xfrm>
            <a:off x="2877094" y="926081"/>
            <a:ext cx="505016" cy="526785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1241182 w 3219450"/>
              <a:gd name="connsiteY2" fmla="*/ 1367557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1241182 w 3219450"/>
              <a:gd name="connsiteY2" fmla="*/ 1367557 h 3225800"/>
              <a:gd name="connsiteX3" fmla="*/ 2148054 w 3219450"/>
              <a:gd name="connsiteY3" fmla="*/ 7760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07789 w 3219450"/>
              <a:gd name="connsiteY1" fmla="*/ 2258351 h 3225800"/>
              <a:gd name="connsiteX2" fmla="*/ 1874046 w 3219450"/>
              <a:gd name="connsiteY2" fmla="*/ 1689610 h 3225800"/>
              <a:gd name="connsiteX3" fmla="*/ 2148054 w 3219450"/>
              <a:gd name="connsiteY3" fmla="*/ 7760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874046 w 3219450"/>
              <a:gd name="connsiteY2" fmla="*/ 1689610 h 3225800"/>
              <a:gd name="connsiteX3" fmla="*/ 2148054 w 3219450"/>
              <a:gd name="connsiteY3" fmla="*/ 7760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874046 w 3219450"/>
              <a:gd name="connsiteY2" fmla="*/ 1689610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874046 w 3219450"/>
              <a:gd name="connsiteY2" fmla="*/ 1689610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71076 w 3219450"/>
              <a:gd name="connsiteY1" fmla="*/ 2097325 h 3225800"/>
              <a:gd name="connsiteX2" fmla="*/ 1747472 w 3219450"/>
              <a:gd name="connsiteY2" fmla="*/ 1431969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747472 w 3219450"/>
              <a:gd name="connsiteY2" fmla="*/ 1431969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2559416 w 3219450"/>
              <a:gd name="connsiteY3" fmla="*/ 421835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850603 w 3219450"/>
              <a:gd name="connsiteY3" fmla="*/ 1315152 h 3225800"/>
              <a:gd name="connsiteX4" fmla="*/ 2559416 w 3219450"/>
              <a:gd name="connsiteY4" fmla="*/ 421835 h 3225800"/>
              <a:gd name="connsiteX5" fmla="*/ 3219450 w 3219450"/>
              <a:gd name="connsiteY5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2559416 w 3219450"/>
              <a:gd name="connsiteY4" fmla="*/ 421835 h 3225800"/>
              <a:gd name="connsiteX5" fmla="*/ 3219450 w 3219450"/>
              <a:gd name="connsiteY5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3219450 w 3219450"/>
              <a:gd name="connsiteY5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2356893 w 3219450"/>
              <a:gd name="connsiteY5" fmla="*/ 2055880 h 3225800"/>
              <a:gd name="connsiteX6" fmla="*/ 3219450 w 3219450"/>
              <a:gd name="connsiteY6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3219450 w 3219450"/>
              <a:gd name="connsiteY6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515114 w 3219450"/>
              <a:gd name="connsiteY6" fmla="*/ 59130 h 3225800"/>
              <a:gd name="connsiteX7" fmla="*/ 3219450 w 3219450"/>
              <a:gd name="connsiteY7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451827 w 3219450"/>
              <a:gd name="connsiteY6" fmla="*/ 2313527 h 3225800"/>
              <a:gd name="connsiteX7" fmla="*/ 3219450 w 3219450"/>
              <a:gd name="connsiteY7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451827 w 3219450"/>
              <a:gd name="connsiteY6" fmla="*/ 2313527 h 3225800"/>
              <a:gd name="connsiteX7" fmla="*/ 2831542 w 3219450"/>
              <a:gd name="connsiteY7" fmla="*/ 1315152 h 3225800"/>
              <a:gd name="connsiteX8" fmla="*/ 3219450 w 3219450"/>
              <a:gd name="connsiteY8" fmla="*/ 0 h 3225800"/>
              <a:gd name="connsiteX0" fmla="*/ 0 w 3219450"/>
              <a:gd name="connsiteY0" fmla="*/ 3225800 h 3225800"/>
              <a:gd name="connsiteX1" fmla="*/ 512861 w 3219450"/>
              <a:gd name="connsiteY1" fmla="*/ 2548202 h 3225800"/>
              <a:gd name="connsiteX2" fmla="*/ 1051321 w 3219450"/>
              <a:gd name="connsiteY2" fmla="*/ 2043879 h 3225800"/>
              <a:gd name="connsiteX3" fmla="*/ 1217740 w 3219450"/>
              <a:gd name="connsiteY3" fmla="*/ 960890 h 3225800"/>
              <a:gd name="connsiteX4" fmla="*/ 1768338 w 3219450"/>
              <a:gd name="connsiteY4" fmla="*/ 2869467 h 3225800"/>
              <a:gd name="connsiteX5" fmla="*/ 1913890 w 3219450"/>
              <a:gd name="connsiteY5" fmla="*/ 316772 h 3225800"/>
              <a:gd name="connsiteX6" fmla="*/ 2451827 w 3219450"/>
              <a:gd name="connsiteY6" fmla="*/ 2313527 h 3225800"/>
              <a:gd name="connsiteX7" fmla="*/ 2673328 w 3219450"/>
              <a:gd name="connsiteY7" fmla="*/ 220163 h 3225800"/>
              <a:gd name="connsiteX8" fmla="*/ 3219450 w 3219450"/>
              <a:gd name="connsiteY8" fmla="*/ 0 h 3225800"/>
              <a:gd name="connsiteX0" fmla="*/ 0 w 2997943"/>
              <a:gd name="connsiteY0" fmla="*/ 3072596 h 3072596"/>
              <a:gd name="connsiteX1" fmla="*/ 512861 w 2997943"/>
              <a:gd name="connsiteY1" fmla="*/ 2394998 h 3072596"/>
              <a:gd name="connsiteX2" fmla="*/ 1051321 w 2997943"/>
              <a:gd name="connsiteY2" fmla="*/ 1890675 h 3072596"/>
              <a:gd name="connsiteX3" fmla="*/ 1217740 w 2997943"/>
              <a:gd name="connsiteY3" fmla="*/ 807686 h 3072596"/>
              <a:gd name="connsiteX4" fmla="*/ 1768338 w 2997943"/>
              <a:gd name="connsiteY4" fmla="*/ 2716263 h 3072596"/>
              <a:gd name="connsiteX5" fmla="*/ 1913890 w 2997943"/>
              <a:gd name="connsiteY5" fmla="*/ 163568 h 3072596"/>
              <a:gd name="connsiteX6" fmla="*/ 2451827 w 2997943"/>
              <a:gd name="connsiteY6" fmla="*/ 2160323 h 3072596"/>
              <a:gd name="connsiteX7" fmla="*/ 2673328 w 2997943"/>
              <a:gd name="connsiteY7" fmla="*/ 66959 h 3072596"/>
              <a:gd name="connsiteX8" fmla="*/ 2997943 w 2997943"/>
              <a:gd name="connsiteY8" fmla="*/ 877373 h 3072596"/>
              <a:gd name="connsiteX0" fmla="*/ 0 w 2997943"/>
              <a:gd name="connsiteY0" fmla="*/ 3072596 h 3072596"/>
              <a:gd name="connsiteX1" fmla="*/ 512861 w 2997943"/>
              <a:gd name="connsiteY1" fmla="*/ 2394998 h 3072596"/>
              <a:gd name="connsiteX2" fmla="*/ 1051321 w 2997943"/>
              <a:gd name="connsiteY2" fmla="*/ 1890675 h 3072596"/>
              <a:gd name="connsiteX3" fmla="*/ 1354047 w 2997943"/>
              <a:gd name="connsiteY3" fmla="*/ 1283334 h 3072596"/>
              <a:gd name="connsiteX4" fmla="*/ 1768338 w 2997943"/>
              <a:gd name="connsiteY4" fmla="*/ 2716263 h 3072596"/>
              <a:gd name="connsiteX5" fmla="*/ 1913890 w 2997943"/>
              <a:gd name="connsiteY5" fmla="*/ 163568 h 3072596"/>
              <a:gd name="connsiteX6" fmla="*/ 2451827 w 2997943"/>
              <a:gd name="connsiteY6" fmla="*/ 2160323 h 3072596"/>
              <a:gd name="connsiteX7" fmla="*/ 2673328 w 2997943"/>
              <a:gd name="connsiteY7" fmla="*/ 66959 h 3072596"/>
              <a:gd name="connsiteX8" fmla="*/ 2997943 w 2997943"/>
              <a:gd name="connsiteY8" fmla="*/ 877373 h 3072596"/>
              <a:gd name="connsiteX0" fmla="*/ 0 w 2997943"/>
              <a:gd name="connsiteY0" fmla="*/ 3072596 h 3072596"/>
              <a:gd name="connsiteX1" fmla="*/ 512861 w 2997943"/>
              <a:gd name="connsiteY1" fmla="*/ 2394998 h 3072596"/>
              <a:gd name="connsiteX2" fmla="*/ 1051321 w 2997943"/>
              <a:gd name="connsiteY2" fmla="*/ 1890675 h 3072596"/>
              <a:gd name="connsiteX3" fmla="*/ 1354047 w 2997943"/>
              <a:gd name="connsiteY3" fmla="*/ 1283334 h 3072596"/>
              <a:gd name="connsiteX4" fmla="*/ 1729389 w 2997943"/>
              <a:gd name="connsiteY4" fmla="*/ 1586592 h 3072596"/>
              <a:gd name="connsiteX5" fmla="*/ 1913890 w 2997943"/>
              <a:gd name="connsiteY5" fmla="*/ 163568 h 3072596"/>
              <a:gd name="connsiteX6" fmla="*/ 2451827 w 2997943"/>
              <a:gd name="connsiteY6" fmla="*/ 2160323 h 3072596"/>
              <a:gd name="connsiteX7" fmla="*/ 2673328 w 2997943"/>
              <a:gd name="connsiteY7" fmla="*/ 66959 h 3072596"/>
              <a:gd name="connsiteX8" fmla="*/ 2997943 w 2997943"/>
              <a:gd name="connsiteY8" fmla="*/ 877373 h 3072596"/>
              <a:gd name="connsiteX0" fmla="*/ 0 w 2997943"/>
              <a:gd name="connsiteY0" fmla="*/ 3072596 h 3072596"/>
              <a:gd name="connsiteX1" fmla="*/ 512861 w 2997943"/>
              <a:gd name="connsiteY1" fmla="*/ 2394998 h 3072596"/>
              <a:gd name="connsiteX2" fmla="*/ 1051321 w 2997943"/>
              <a:gd name="connsiteY2" fmla="*/ 1890675 h 3072596"/>
              <a:gd name="connsiteX3" fmla="*/ 1354047 w 2997943"/>
              <a:gd name="connsiteY3" fmla="*/ 1283334 h 3072596"/>
              <a:gd name="connsiteX4" fmla="*/ 1729389 w 2997943"/>
              <a:gd name="connsiteY4" fmla="*/ 1586592 h 3072596"/>
              <a:gd name="connsiteX5" fmla="*/ 1758113 w 2997943"/>
              <a:gd name="connsiteY5" fmla="*/ 956328 h 3072596"/>
              <a:gd name="connsiteX6" fmla="*/ 2451827 w 2997943"/>
              <a:gd name="connsiteY6" fmla="*/ 2160323 h 3072596"/>
              <a:gd name="connsiteX7" fmla="*/ 2673328 w 2997943"/>
              <a:gd name="connsiteY7" fmla="*/ 66959 h 3072596"/>
              <a:gd name="connsiteX8" fmla="*/ 2997943 w 2997943"/>
              <a:gd name="connsiteY8" fmla="*/ 877373 h 3072596"/>
              <a:gd name="connsiteX0" fmla="*/ 0 w 2997943"/>
              <a:gd name="connsiteY0" fmla="*/ 3072596 h 3072596"/>
              <a:gd name="connsiteX1" fmla="*/ 512861 w 2997943"/>
              <a:gd name="connsiteY1" fmla="*/ 2394998 h 3072596"/>
              <a:gd name="connsiteX2" fmla="*/ 1051321 w 2997943"/>
              <a:gd name="connsiteY2" fmla="*/ 1890675 h 3072596"/>
              <a:gd name="connsiteX3" fmla="*/ 1354047 w 2997943"/>
              <a:gd name="connsiteY3" fmla="*/ 1283334 h 3072596"/>
              <a:gd name="connsiteX4" fmla="*/ 1729389 w 2997943"/>
              <a:gd name="connsiteY4" fmla="*/ 1586592 h 3072596"/>
              <a:gd name="connsiteX5" fmla="*/ 1758113 w 2997943"/>
              <a:gd name="connsiteY5" fmla="*/ 956328 h 3072596"/>
              <a:gd name="connsiteX6" fmla="*/ 2257100 w 2997943"/>
              <a:gd name="connsiteY6" fmla="*/ 753187 h 3072596"/>
              <a:gd name="connsiteX7" fmla="*/ 2673328 w 2997943"/>
              <a:gd name="connsiteY7" fmla="*/ 66959 h 3072596"/>
              <a:gd name="connsiteX8" fmla="*/ 2997943 w 2997943"/>
              <a:gd name="connsiteY8" fmla="*/ 877373 h 3072596"/>
              <a:gd name="connsiteX0" fmla="*/ 0 w 2997943"/>
              <a:gd name="connsiteY0" fmla="*/ 3015629 h 3015629"/>
              <a:gd name="connsiteX1" fmla="*/ 512861 w 2997943"/>
              <a:gd name="connsiteY1" fmla="*/ 2338031 h 3015629"/>
              <a:gd name="connsiteX2" fmla="*/ 1051321 w 2997943"/>
              <a:gd name="connsiteY2" fmla="*/ 1833708 h 3015629"/>
              <a:gd name="connsiteX3" fmla="*/ 1354047 w 2997943"/>
              <a:gd name="connsiteY3" fmla="*/ 1226367 h 3015629"/>
              <a:gd name="connsiteX4" fmla="*/ 1729389 w 2997943"/>
              <a:gd name="connsiteY4" fmla="*/ 1529625 h 3015629"/>
              <a:gd name="connsiteX5" fmla="*/ 1758113 w 2997943"/>
              <a:gd name="connsiteY5" fmla="*/ 899361 h 3015629"/>
              <a:gd name="connsiteX6" fmla="*/ 2257100 w 2997943"/>
              <a:gd name="connsiteY6" fmla="*/ 696220 h 3015629"/>
              <a:gd name="connsiteX7" fmla="*/ 2556493 w 2997943"/>
              <a:gd name="connsiteY7" fmla="*/ 69452 h 3015629"/>
              <a:gd name="connsiteX8" fmla="*/ 2997943 w 2997943"/>
              <a:gd name="connsiteY8" fmla="*/ 820406 h 3015629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1051321 w 3075829"/>
              <a:gd name="connsiteY2" fmla="*/ 2083520 h 3265441"/>
              <a:gd name="connsiteX3" fmla="*/ 1354047 w 3075829"/>
              <a:gd name="connsiteY3" fmla="*/ 1476179 h 3265441"/>
              <a:gd name="connsiteX4" fmla="*/ 1729389 w 3075829"/>
              <a:gd name="connsiteY4" fmla="*/ 1779437 h 3265441"/>
              <a:gd name="connsiteX5" fmla="*/ 1758113 w 3075829"/>
              <a:gd name="connsiteY5" fmla="*/ 1149173 h 3265441"/>
              <a:gd name="connsiteX6" fmla="*/ 2257100 w 3075829"/>
              <a:gd name="connsiteY6" fmla="*/ 946032 h 3265441"/>
              <a:gd name="connsiteX7" fmla="*/ 2556493 w 3075829"/>
              <a:gd name="connsiteY7" fmla="*/ 319264 h 3265441"/>
              <a:gd name="connsiteX8" fmla="*/ 3075829 w 3075829"/>
              <a:gd name="connsiteY8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1051321 w 3075829"/>
              <a:gd name="connsiteY2" fmla="*/ 2083520 h 3265441"/>
              <a:gd name="connsiteX3" fmla="*/ 1354047 w 3075829"/>
              <a:gd name="connsiteY3" fmla="*/ 1476179 h 3265441"/>
              <a:gd name="connsiteX4" fmla="*/ 1758113 w 3075829"/>
              <a:gd name="connsiteY4" fmla="*/ 1149173 h 3265441"/>
              <a:gd name="connsiteX5" fmla="*/ 2257100 w 3075829"/>
              <a:gd name="connsiteY5" fmla="*/ 946032 h 3265441"/>
              <a:gd name="connsiteX6" fmla="*/ 2556493 w 3075829"/>
              <a:gd name="connsiteY6" fmla="*/ 319264 h 3265441"/>
              <a:gd name="connsiteX7" fmla="*/ 3075829 w 3075829"/>
              <a:gd name="connsiteY7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1051321 w 3075829"/>
              <a:gd name="connsiteY2" fmla="*/ 2083520 h 3265441"/>
              <a:gd name="connsiteX3" fmla="*/ 1431939 w 3075829"/>
              <a:gd name="connsiteY3" fmla="*/ 1555455 h 3265441"/>
              <a:gd name="connsiteX4" fmla="*/ 1758113 w 3075829"/>
              <a:gd name="connsiteY4" fmla="*/ 1149173 h 3265441"/>
              <a:gd name="connsiteX5" fmla="*/ 2257100 w 3075829"/>
              <a:gd name="connsiteY5" fmla="*/ 946032 h 3265441"/>
              <a:gd name="connsiteX6" fmla="*/ 2556493 w 3075829"/>
              <a:gd name="connsiteY6" fmla="*/ 319264 h 3265441"/>
              <a:gd name="connsiteX7" fmla="*/ 3075829 w 3075829"/>
              <a:gd name="connsiteY7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1051321 w 3075829"/>
              <a:gd name="connsiteY2" fmla="*/ 2083520 h 3265441"/>
              <a:gd name="connsiteX3" fmla="*/ 1431939 w 3075829"/>
              <a:gd name="connsiteY3" fmla="*/ 1555455 h 3265441"/>
              <a:gd name="connsiteX4" fmla="*/ 1758113 w 3075829"/>
              <a:gd name="connsiteY4" fmla="*/ 1149173 h 3265441"/>
              <a:gd name="connsiteX5" fmla="*/ 2556493 w 3075829"/>
              <a:gd name="connsiteY5" fmla="*/ 319264 h 3265441"/>
              <a:gd name="connsiteX6" fmla="*/ 3075829 w 3075829"/>
              <a:gd name="connsiteY6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895537 w 3075829"/>
              <a:gd name="connsiteY2" fmla="*/ 2024067 h 3265441"/>
              <a:gd name="connsiteX3" fmla="*/ 1431939 w 3075829"/>
              <a:gd name="connsiteY3" fmla="*/ 1555455 h 3265441"/>
              <a:gd name="connsiteX4" fmla="*/ 1758113 w 3075829"/>
              <a:gd name="connsiteY4" fmla="*/ 1149173 h 3265441"/>
              <a:gd name="connsiteX5" fmla="*/ 2556493 w 3075829"/>
              <a:gd name="connsiteY5" fmla="*/ 319264 h 3265441"/>
              <a:gd name="connsiteX6" fmla="*/ 3075829 w 3075829"/>
              <a:gd name="connsiteY6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895537 w 3075829"/>
              <a:gd name="connsiteY2" fmla="*/ 2024067 h 3265441"/>
              <a:gd name="connsiteX3" fmla="*/ 1529302 w 3075829"/>
              <a:gd name="connsiteY3" fmla="*/ 1634726 h 3265441"/>
              <a:gd name="connsiteX4" fmla="*/ 1758113 w 3075829"/>
              <a:gd name="connsiteY4" fmla="*/ 1149173 h 3265441"/>
              <a:gd name="connsiteX5" fmla="*/ 2556493 w 3075829"/>
              <a:gd name="connsiteY5" fmla="*/ 319264 h 3265441"/>
              <a:gd name="connsiteX6" fmla="*/ 3075829 w 3075829"/>
              <a:gd name="connsiteY6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895537 w 3075829"/>
              <a:gd name="connsiteY2" fmla="*/ 2024067 h 3265441"/>
              <a:gd name="connsiteX3" fmla="*/ 1529302 w 3075829"/>
              <a:gd name="connsiteY3" fmla="*/ 1634726 h 3265441"/>
              <a:gd name="connsiteX4" fmla="*/ 1972311 w 3075829"/>
              <a:gd name="connsiteY4" fmla="*/ 990626 h 3265441"/>
              <a:gd name="connsiteX5" fmla="*/ 2556493 w 3075829"/>
              <a:gd name="connsiteY5" fmla="*/ 319264 h 3265441"/>
              <a:gd name="connsiteX6" fmla="*/ 3075829 w 3075829"/>
              <a:gd name="connsiteY6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895537 w 3075829"/>
              <a:gd name="connsiteY2" fmla="*/ 2024067 h 3265441"/>
              <a:gd name="connsiteX3" fmla="*/ 1529302 w 3075829"/>
              <a:gd name="connsiteY3" fmla="*/ 1634726 h 3265441"/>
              <a:gd name="connsiteX4" fmla="*/ 1972311 w 3075829"/>
              <a:gd name="connsiteY4" fmla="*/ 990626 h 3265441"/>
              <a:gd name="connsiteX5" fmla="*/ 2614914 w 3075829"/>
              <a:gd name="connsiteY5" fmla="*/ 557093 h 3265441"/>
              <a:gd name="connsiteX6" fmla="*/ 3075829 w 3075829"/>
              <a:gd name="connsiteY6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895537 w 3075829"/>
              <a:gd name="connsiteY2" fmla="*/ 2024067 h 3265441"/>
              <a:gd name="connsiteX3" fmla="*/ 1529302 w 3075829"/>
              <a:gd name="connsiteY3" fmla="*/ 1634726 h 3265441"/>
              <a:gd name="connsiteX4" fmla="*/ 1972311 w 3075829"/>
              <a:gd name="connsiteY4" fmla="*/ 990626 h 3265441"/>
              <a:gd name="connsiteX5" fmla="*/ 2614914 w 3075829"/>
              <a:gd name="connsiteY5" fmla="*/ 557093 h 3265441"/>
              <a:gd name="connsiteX6" fmla="*/ 3075829 w 3075829"/>
              <a:gd name="connsiteY6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895537 w 3075829"/>
              <a:gd name="connsiteY2" fmla="*/ 2024067 h 3265441"/>
              <a:gd name="connsiteX3" fmla="*/ 1529302 w 3075829"/>
              <a:gd name="connsiteY3" fmla="*/ 1634726 h 3265441"/>
              <a:gd name="connsiteX4" fmla="*/ 1972311 w 3075829"/>
              <a:gd name="connsiteY4" fmla="*/ 990626 h 3265441"/>
              <a:gd name="connsiteX5" fmla="*/ 2614914 w 3075829"/>
              <a:gd name="connsiteY5" fmla="*/ 557093 h 3265441"/>
              <a:gd name="connsiteX6" fmla="*/ 3075829 w 3075829"/>
              <a:gd name="connsiteY6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895537 w 3075829"/>
              <a:gd name="connsiteY2" fmla="*/ 2024067 h 3265441"/>
              <a:gd name="connsiteX3" fmla="*/ 1529302 w 3075829"/>
              <a:gd name="connsiteY3" fmla="*/ 1634726 h 3265441"/>
              <a:gd name="connsiteX4" fmla="*/ 1972311 w 3075829"/>
              <a:gd name="connsiteY4" fmla="*/ 990626 h 3265441"/>
              <a:gd name="connsiteX5" fmla="*/ 2595436 w 3075829"/>
              <a:gd name="connsiteY5" fmla="*/ 259811 h 3265441"/>
              <a:gd name="connsiteX6" fmla="*/ 3075829 w 3075829"/>
              <a:gd name="connsiteY6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895537 w 3075829"/>
              <a:gd name="connsiteY2" fmla="*/ 2024067 h 3265441"/>
              <a:gd name="connsiteX3" fmla="*/ 1529302 w 3075829"/>
              <a:gd name="connsiteY3" fmla="*/ 1634726 h 3265441"/>
              <a:gd name="connsiteX4" fmla="*/ 1972311 w 3075829"/>
              <a:gd name="connsiteY4" fmla="*/ 990626 h 3265441"/>
              <a:gd name="connsiteX5" fmla="*/ 2595436 w 3075829"/>
              <a:gd name="connsiteY5" fmla="*/ 259811 h 3265441"/>
              <a:gd name="connsiteX6" fmla="*/ 3075829 w 3075829"/>
              <a:gd name="connsiteY6" fmla="*/ 0 h 3265441"/>
              <a:gd name="connsiteX0" fmla="*/ 0 w 3075829"/>
              <a:gd name="connsiteY0" fmla="*/ 3265441 h 3265441"/>
              <a:gd name="connsiteX1" fmla="*/ 512861 w 3075829"/>
              <a:gd name="connsiteY1" fmla="*/ 2587843 h 3265441"/>
              <a:gd name="connsiteX2" fmla="*/ 895537 w 3075829"/>
              <a:gd name="connsiteY2" fmla="*/ 2024067 h 3265441"/>
              <a:gd name="connsiteX3" fmla="*/ 1529302 w 3075829"/>
              <a:gd name="connsiteY3" fmla="*/ 1634726 h 3265441"/>
              <a:gd name="connsiteX4" fmla="*/ 1972311 w 3075829"/>
              <a:gd name="connsiteY4" fmla="*/ 990626 h 3265441"/>
              <a:gd name="connsiteX5" fmla="*/ 2595436 w 3075829"/>
              <a:gd name="connsiteY5" fmla="*/ 259811 h 3265441"/>
              <a:gd name="connsiteX6" fmla="*/ 3075829 w 3075829"/>
              <a:gd name="connsiteY6" fmla="*/ 0 h 32654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75829" h="3265441">
                <a:moveTo>
                  <a:pt x="0" y="3265441"/>
                </a:moveTo>
                <a:cubicBezTo>
                  <a:pt x="17462" y="2834699"/>
                  <a:pt x="363605" y="2794739"/>
                  <a:pt x="512861" y="2587843"/>
                </a:cubicBezTo>
                <a:cubicBezTo>
                  <a:pt x="662117" y="2380947"/>
                  <a:pt x="726130" y="2182920"/>
                  <a:pt x="895537" y="2024067"/>
                </a:cubicBezTo>
                <a:cubicBezTo>
                  <a:pt x="1064944" y="1865214"/>
                  <a:pt x="1411503" y="1790451"/>
                  <a:pt x="1529302" y="1634726"/>
                </a:cubicBezTo>
                <a:cubicBezTo>
                  <a:pt x="1647101" y="1479001"/>
                  <a:pt x="1784885" y="1196658"/>
                  <a:pt x="1972311" y="990626"/>
                </a:cubicBezTo>
                <a:cubicBezTo>
                  <a:pt x="2159737" y="784594"/>
                  <a:pt x="2278453" y="510794"/>
                  <a:pt x="2595436" y="259811"/>
                </a:cubicBezTo>
                <a:cubicBezTo>
                  <a:pt x="2742852" y="72402"/>
                  <a:pt x="3011178" y="219192"/>
                  <a:pt x="3075829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61" name="Freeform: Shape 1360">
            <a:extLst>
              <a:ext uri="{FF2B5EF4-FFF2-40B4-BE49-F238E27FC236}">
                <a16:creationId xmlns:a16="http://schemas.microsoft.com/office/drawing/2014/main" id="{CD50AF3A-89D8-632A-0AAB-9BB5D552B446}"/>
              </a:ext>
            </a:extLst>
          </p:cNvPr>
          <p:cNvSpPr/>
          <p:nvPr/>
        </p:nvSpPr>
        <p:spPr>
          <a:xfrm>
            <a:off x="4611190" y="2388733"/>
            <a:ext cx="529616" cy="520390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17967 w 3237417"/>
              <a:gd name="connsiteY0" fmla="*/ 3225800 h 3225800"/>
              <a:gd name="connsiteX1" fmla="*/ 12814 w 3237417"/>
              <a:gd name="connsiteY1" fmla="*/ 2808236 h 3225800"/>
              <a:gd name="connsiteX2" fmla="*/ 246567 w 3237417"/>
              <a:gd name="connsiteY2" fmla="*/ 755650 h 3225800"/>
              <a:gd name="connsiteX3" fmla="*/ 805367 w 3237417"/>
              <a:gd name="connsiteY3" fmla="*/ 228600 h 3225800"/>
              <a:gd name="connsiteX4" fmla="*/ 3237417 w 3237417"/>
              <a:gd name="connsiteY4" fmla="*/ 0 h 3225800"/>
              <a:gd name="connsiteX0" fmla="*/ 30422 w 3249872"/>
              <a:gd name="connsiteY0" fmla="*/ 3225800 h 3225800"/>
              <a:gd name="connsiteX1" fmla="*/ 25269 w 3249872"/>
              <a:gd name="connsiteY1" fmla="*/ 2808236 h 3225800"/>
              <a:gd name="connsiteX2" fmla="*/ 71503 w 3249872"/>
              <a:gd name="connsiteY2" fmla="*/ 2187015 h 3225800"/>
              <a:gd name="connsiteX3" fmla="*/ 817822 w 3249872"/>
              <a:gd name="connsiteY3" fmla="*/ 228600 h 3225800"/>
              <a:gd name="connsiteX4" fmla="*/ 3249872 w 3249872"/>
              <a:gd name="connsiteY4" fmla="*/ 0 h 3225800"/>
              <a:gd name="connsiteX0" fmla="*/ 6206 w 3225656"/>
              <a:gd name="connsiteY0" fmla="*/ 3225800 h 3225800"/>
              <a:gd name="connsiteX1" fmla="*/ 1053 w 3225656"/>
              <a:gd name="connsiteY1" fmla="*/ 2808236 h 3225800"/>
              <a:gd name="connsiteX2" fmla="*/ 47287 w 3225656"/>
              <a:gd name="connsiteY2" fmla="*/ 2187015 h 3225800"/>
              <a:gd name="connsiteX3" fmla="*/ 793606 w 3225656"/>
              <a:gd name="connsiteY3" fmla="*/ 228600 h 3225800"/>
              <a:gd name="connsiteX4" fmla="*/ 3225656 w 3225656"/>
              <a:gd name="connsiteY4" fmla="*/ 0 h 3225800"/>
              <a:gd name="connsiteX0" fmla="*/ 6206 w 3225656"/>
              <a:gd name="connsiteY0" fmla="*/ 3225800 h 3225800"/>
              <a:gd name="connsiteX1" fmla="*/ 1053 w 3225656"/>
              <a:gd name="connsiteY1" fmla="*/ 2808236 h 3225800"/>
              <a:gd name="connsiteX2" fmla="*/ 47287 w 3225656"/>
              <a:gd name="connsiteY2" fmla="*/ 2187015 h 3225800"/>
              <a:gd name="connsiteX3" fmla="*/ 793606 w 3225656"/>
              <a:gd name="connsiteY3" fmla="*/ 228600 h 3225800"/>
              <a:gd name="connsiteX4" fmla="*/ 3225656 w 3225656"/>
              <a:gd name="connsiteY4" fmla="*/ 0 h 3225800"/>
              <a:gd name="connsiteX0" fmla="*/ 34405 w 3253855"/>
              <a:gd name="connsiteY0" fmla="*/ 3225800 h 3225800"/>
              <a:gd name="connsiteX1" fmla="*/ 29252 w 3253855"/>
              <a:gd name="connsiteY1" fmla="*/ 2808236 h 3225800"/>
              <a:gd name="connsiteX2" fmla="*/ 75486 w 3253855"/>
              <a:gd name="connsiteY2" fmla="*/ 2187015 h 3225800"/>
              <a:gd name="connsiteX3" fmla="*/ 878057 w 3253855"/>
              <a:gd name="connsiteY3" fmla="*/ 1011082 h 3225800"/>
              <a:gd name="connsiteX4" fmla="*/ 3253855 w 3253855"/>
              <a:gd name="connsiteY4" fmla="*/ 0 h 3225800"/>
              <a:gd name="connsiteX0" fmla="*/ 34405 w 3253855"/>
              <a:gd name="connsiteY0" fmla="*/ 3225800 h 3225800"/>
              <a:gd name="connsiteX1" fmla="*/ 29252 w 3253855"/>
              <a:gd name="connsiteY1" fmla="*/ 2808236 h 3225800"/>
              <a:gd name="connsiteX2" fmla="*/ 75486 w 3253855"/>
              <a:gd name="connsiteY2" fmla="*/ 2187015 h 3225800"/>
              <a:gd name="connsiteX3" fmla="*/ 878057 w 3253855"/>
              <a:gd name="connsiteY3" fmla="*/ 1011082 h 3225800"/>
              <a:gd name="connsiteX4" fmla="*/ 3253855 w 3253855"/>
              <a:gd name="connsiteY4" fmla="*/ 0 h 3225800"/>
              <a:gd name="connsiteX0" fmla="*/ 6206 w 3225656"/>
              <a:gd name="connsiteY0" fmla="*/ 3225800 h 3225800"/>
              <a:gd name="connsiteX1" fmla="*/ 1053 w 3225656"/>
              <a:gd name="connsiteY1" fmla="*/ 2808236 h 3225800"/>
              <a:gd name="connsiteX2" fmla="*/ 47287 w 3225656"/>
              <a:gd name="connsiteY2" fmla="*/ 2187015 h 3225800"/>
              <a:gd name="connsiteX3" fmla="*/ 849858 w 3225656"/>
              <a:gd name="connsiteY3" fmla="*/ 1011082 h 3225800"/>
              <a:gd name="connsiteX4" fmla="*/ 3225656 w 3225656"/>
              <a:gd name="connsiteY4" fmla="*/ 0 h 3225800"/>
              <a:gd name="connsiteX0" fmla="*/ 6206 w 3225656"/>
              <a:gd name="connsiteY0" fmla="*/ 3225800 h 3225800"/>
              <a:gd name="connsiteX1" fmla="*/ 1053 w 3225656"/>
              <a:gd name="connsiteY1" fmla="*/ 2808236 h 3225800"/>
              <a:gd name="connsiteX2" fmla="*/ 47287 w 3225656"/>
              <a:gd name="connsiteY2" fmla="*/ 2187015 h 3225800"/>
              <a:gd name="connsiteX3" fmla="*/ 849858 w 3225656"/>
              <a:gd name="connsiteY3" fmla="*/ 1011082 h 3225800"/>
              <a:gd name="connsiteX4" fmla="*/ 3225656 w 3225656"/>
              <a:gd name="connsiteY4" fmla="*/ 0 h 3225800"/>
              <a:gd name="connsiteX0" fmla="*/ 208729 w 3428179"/>
              <a:gd name="connsiteY0" fmla="*/ 3225800 h 3225800"/>
              <a:gd name="connsiteX1" fmla="*/ 203576 w 3428179"/>
              <a:gd name="connsiteY1" fmla="*/ 2808236 h 3225800"/>
              <a:gd name="connsiteX2" fmla="*/ 249810 w 3428179"/>
              <a:gd name="connsiteY2" fmla="*/ 2187015 h 3225800"/>
              <a:gd name="connsiteX3" fmla="*/ 3428179 w 3428179"/>
              <a:gd name="connsiteY3" fmla="*/ 0 h 3225800"/>
              <a:gd name="connsiteX0" fmla="*/ 6206 w 3225656"/>
              <a:gd name="connsiteY0" fmla="*/ 3225800 h 3225800"/>
              <a:gd name="connsiteX1" fmla="*/ 1053 w 3225656"/>
              <a:gd name="connsiteY1" fmla="*/ 2808236 h 3225800"/>
              <a:gd name="connsiteX2" fmla="*/ 47287 w 3225656"/>
              <a:gd name="connsiteY2" fmla="*/ 2187015 h 3225800"/>
              <a:gd name="connsiteX3" fmla="*/ 3225656 w 3225656"/>
              <a:gd name="connsiteY3" fmla="*/ 0 h 322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25656" h="3225800">
                <a:moveTo>
                  <a:pt x="6206" y="3225800"/>
                </a:moveTo>
                <a:cubicBezTo>
                  <a:pt x="23668" y="2795058"/>
                  <a:pt x="-5794" y="2981367"/>
                  <a:pt x="1053" y="2808236"/>
                </a:cubicBezTo>
                <a:cubicBezTo>
                  <a:pt x="7900" y="2635105"/>
                  <a:pt x="16140" y="2540546"/>
                  <a:pt x="47287" y="2187015"/>
                </a:cubicBezTo>
                <a:cubicBezTo>
                  <a:pt x="78434" y="1833484"/>
                  <a:pt x="2563496" y="455628"/>
                  <a:pt x="3225656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62" name="TextBox 1361">
            <a:extLst>
              <a:ext uri="{FF2B5EF4-FFF2-40B4-BE49-F238E27FC236}">
                <a16:creationId xmlns:a16="http://schemas.microsoft.com/office/drawing/2014/main" id="{B809C3C3-685B-9AE8-093A-72CB35DD6637}"/>
              </a:ext>
            </a:extLst>
          </p:cNvPr>
          <p:cNvSpPr txBox="1"/>
          <p:nvPr/>
        </p:nvSpPr>
        <p:spPr>
          <a:xfrm>
            <a:off x="4429006" y="2992543"/>
            <a:ext cx="88197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False Alarm Rate</a:t>
            </a:r>
          </a:p>
        </p:txBody>
      </p:sp>
      <p:sp>
        <p:nvSpPr>
          <p:cNvPr id="1363" name="Rectangle 1362">
            <a:extLst>
              <a:ext uri="{FF2B5EF4-FFF2-40B4-BE49-F238E27FC236}">
                <a16:creationId xmlns:a16="http://schemas.microsoft.com/office/drawing/2014/main" id="{115E43C9-51F3-752F-21A4-D2C95BE0808B}"/>
              </a:ext>
            </a:extLst>
          </p:cNvPr>
          <p:cNvSpPr/>
          <p:nvPr/>
        </p:nvSpPr>
        <p:spPr>
          <a:xfrm>
            <a:off x="4603070" y="2369280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64" name="TextBox 1363">
            <a:extLst>
              <a:ext uri="{FF2B5EF4-FFF2-40B4-BE49-F238E27FC236}">
                <a16:creationId xmlns:a16="http://schemas.microsoft.com/office/drawing/2014/main" id="{DA721B03-BDAC-27CA-26E3-15F1149EDA51}"/>
              </a:ext>
            </a:extLst>
          </p:cNvPr>
          <p:cNvSpPr txBox="1"/>
          <p:nvPr/>
        </p:nvSpPr>
        <p:spPr>
          <a:xfrm>
            <a:off x="4727336" y="2862222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65" name="TextBox 1364">
            <a:extLst>
              <a:ext uri="{FF2B5EF4-FFF2-40B4-BE49-F238E27FC236}">
                <a16:creationId xmlns:a16="http://schemas.microsoft.com/office/drawing/2014/main" id="{1AC770C5-B169-AD42-5A18-4A96F4AAC699}"/>
              </a:ext>
            </a:extLst>
          </p:cNvPr>
          <p:cNvSpPr txBox="1"/>
          <p:nvPr/>
        </p:nvSpPr>
        <p:spPr>
          <a:xfrm>
            <a:off x="4496142" y="2862222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66" name="TextBox 1365">
            <a:extLst>
              <a:ext uri="{FF2B5EF4-FFF2-40B4-BE49-F238E27FC236}">
                <a16:creationId xmlns:a16="http://schemas.microsoft.com/office/drawing/2014/main" id="{205AA99D-99A0-911E-3713-D74FA9FAE1EF}"/>
              </a:ext>
            </a:extLst>
          </p:cNvPr>
          <p:cNvSpPr txBox="1"/>
          <p:nvPr/>
        </p:nvSpPr>
        <p:spPr>
          <a:xfrm>
            <a:off x="5027458" y="2862222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1367" name="Straight Connector 1366">
            <a:extLst>
              <a:ext uri="{FF2B5EF4-FFF2-40B4-BE49-F238E27FC236}">
                <a16:creationId xmlns:a16="http://schemas.microsoft.com/office/drawing/2014/main" id="{A42B9F75-E94E-3F2B-74D0-B61A558D0BC3}"/>
              </a:ext>
            </a:extLst>
          </p:cNvPr>
          <p:cNvCxnSpPr>
            <a:cxnSpLocks/>
          </p:cNvCxnSpPr>
          <p:nvPr/>
        </p:nvCxnSpPr>
        <p:spPr>
          <a:xfrm flipV="1">
            <a:off x="4603666" y="2375159"/>
            <a:ext cx="537140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8" name="TextBox 1367">
            <a:extLst>
              <a:ext uri="{FF2B5EF4-FFF2-40B4-BE49-F238E27FC236}">
                <a16:creationId xmlns:a16="http://schemas.microsoft.com/office/drawing/2014/main" id="{AEC17ABF-0E37-9F99-9544-E60745A0A06E}"/>
              </a:ext>
            </a:extLst>
          </p:cNvPr>
          <p:cNvSpPr txBox="1"/>
          <p:nvPr/>
        </p:nvSpPr>
        <p:spPr>
          <a:xfrm>
            <a:off x="4428302" y="2791908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369" name="TextBox 1368">
            <a:extLst>
              <a:ext uri="{FF2B5EF4-FFF2-40B4-BE49-F238E27FC236}">
                <a16:creationId xmlns:a16="http://schemas.microsoft.com/office/drawing/2014/main" id="{59A1034C-3AC9-A33E-267C-705B6EAEEF8B}"/>
              </a:ext>
            </a:extLst>
          </p:cNvPr>
          <p:cNvSpPr txBox="1"/>
          <p:nvPr/>
        </p:nvSpPr>
        <p:spPr>
          <a:xfrm>
            <a:off x="4428302" y="2264358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70" name="TextBox 1369">
            <a:extLst>
              <a:ext uri="{FF2B5EF4-FFF2-40B4-BE49-F238E27FC236}">
                <a16:creationId xmlns:a16="http://schemas.microsoft.com/office/drawing/2014/main" id="{B74D7124-C164-5658-DAC4-D088DCEDF376}"/>
              </a:ext>
            </a:extLst>
          </p:cNvPr>
          <p:cNvSpPr txBox="1"/>
          <p:nvPr/>
        </p:nvSpPr>
        <p:spPr>
          <a:xfrm>
            <a:off x="4359374" y="2528133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371" name="TextBox 1370">
            <a:extLst>
              <a:ext uri="{FF2B5EF4-FFF2-40B4-BE49-F238E27FC236}">
                <a16:creationId xmlns:a16="http://schemas.microsoft.com/office/drawing/2014/main" id="{958CFBDE-7C39-857A-E9EC-7E2FA5FEEF41}"/>
              </a:ext>
            </a:extLst>
          </p:cNvPr>
          <p:cNvSpPr txBox="1"/>
          <p:nvPr/>
        </p:nvSpPr>
        <p:spPr>
          <a:xfrm>
            <a:off x="4430356" y="2138649"/>
            <a:ext cx="85998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For rare events</a:t>
            </a:r>
          </a:p>
        </p:txBody>
      </p:sp>
      <p:sp>
        <p:nvSpPr>
          <p:cNvPr id="1372" name="TextBox 1371">
            <a:extLst>
              <a:ext uri="{FF2B5EF4-FFF2-40B4-BE49-F238E27FC236}">
                <a16:creationId xmlns:a16="http://schemas.microsoft.com/office/drawing/2014/main" id="{BDACE84E-D727-0BBE-8B62-79323712A7F0}"/>
              </a:ext>
            </a:extLst>
          </p:cNvPr>
          <p:cNvSpPr txBox="1"/>
          <p:nvPr/>
        </p:nvSpPr>
        <p:spPr>
          <a:xfrm rot="16200000">
            <a:off x="4027856" y="2534646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" panose="020F0502020204030204" pitchFamily="34" charset="0"/>
                <a:cs typeface="Calibri" panose="020F0502020204030204" pitchFamily="34" charset="0"/>
              </a:rPr>
              <a:t>Hit Rate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8D787D3-2BC9-5BBF-B9E5-8B9E3A1F1A37}"/>
              </a:ext>
            </a:extLst>
          </p:cNvPr>
          <p:cNvCxnSpPr/>
          <p:nvPr/>
        </p:nvCxnSpPr>
        <p:spPr>
          <a:xfrm flipH="1" flipV="1">
            <a:off x="1421359" y="987725"/>
            <a:ext cx="132930" cy="82513"/>
          </a:xfrm>
          <a:prstGeom prst="straightConnector1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9C18B43-AD11-4F29-1F26-2B3A6B1115CB}"/>
              </a:ext>
            </a:extLst>
          </p:cNvPr>
          <p:cNvSpPr txBox="1"/>
          <p:nvPr/>
        </p:nvSpPr>
        <p:spPr>
          <a:xfrm>
            <a:off x="1227459" y="1030802"/>
            <a:ext cx="6509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Worse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76FCE02-F4E4-6B8F-E253-72C41A2EFE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369995" y="1151893"/>
            <a:ext cx="132930" cy="82513"/>
          </a:xfrm>
          <a:prstGeom prst="straightConnector1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3B89C1A-7763-D500-8ADD-8052421B2211}"/>
              </a:ext>
            </a:extLst>
          </p:cNvPr>
          <p:cNvSpPr txBox="1"/>
          <p:nvPr/>
        </p:nvSpPr>
        <p:spPr>
          <a:xfrm>
            <a:off x="1962826" y="1143200"/>
            <a:ext cx="6509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Worse</a:t>
            </a:r>
          </a:p>
        </p:txBody>
      </p:sp>
    </p:spTree>
    <p:extLst>
      <p:ext uri="{BB962C8B-B14F-4D97-AF65-F5344CB8AC3E}">
        <p14:creationId xmlns:p14="http://schemas.microsoft.com/office/powerpoint/2010/main" val="1573992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140</Words>
  <Application>Microsoft Office PowerPoint</Application>
  <PresentationFormat>Custom</PresentationFormat>
  <Paragraphs>96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Pillosu</dc:creator>
  <cp:lastModifiedBy>Fatima Maria Pillosu</cp:lastModifiedBy>
  <cp:revision>1</cp:revision>
  <dcterms:created xsi:type="dcterms:W3CDTF">2025-05-17T09:08:08Z</dcterms:created>
  <dcterms:modified xsi:type="dcterms:W3CDTF">2026-01-26T21:18:25Z</dcterms:modified>
</cp:coreProperties>
</file>