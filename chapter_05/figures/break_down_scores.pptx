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</p:sldIdLst>
  <p:sldSz cx="5759450" cy="32035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61CCDA-CA71-4734-AE8B-A76D60A46F58}" v="112" dt="2026-01-23T06:35:33.0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98" d="100"/>
          <a:sy n="98" d="100"/>
        </p:scale>
        <p:origin x="2982" y="14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3T06:35:33.051" v="1470"/>
      <pc:docMkLst>
        <pc:docMk/>
      </pc:docMkLst>
      <pc:sldChg chg="addSp delSp modSp mod">
        <pc:chgData name="Fatima Pillosu" userId="a6295d4dc9e22643" providerId="LiveId" clId="{87453732-75AC-4426-B5D3-B7C69C2D4F54}" dt="2026-01-23T06:35:33.051" v="1470"/>
        <pc:sldMkLst>
          <pc:docMk/>
          <pc:sldMk cId="1573992039" sldId="256"/>
        </pc:sldMkLst>
        <pc:spChg chg="add mod">
          <ac:chgData name="Fatima Pillosu" userId="a6295d4dc9e22643" providerId="LiveId" clId="{87453732-75AC-4426-B5D3-B7C69C2D4F54}" dt="2026-01-23T06:16:04.064" v="772" actId="1037"/>
          <ac:spMkLst>
            <pc:docMk/>
            <pc:sldMk cId="1573992039" sldId="256"/>
            <ac:spMk id="2" creationId="{14E6CDA0-E2DD-16E6-5071-4F39FB099BBE}"/>
          </ac:spMkLst>
        </pc:spChg>
        <pc:spChg chg="add del mod">
          <ac:chgData name="Fatima Pillosu" userId="a6295d4dc9e22643" providerId="LiveId" clId="{87453732-75AC-4426-B5D3-B7C69C2D4F54}" dt="2026-01-23T06:13:48.032" v="647" actId="478"/>
          <ac:spMkLst>
            <pc:docMk/>
            <pc:sldMk cId="1573992039" sldId="256"/>
            <ac:spMk id="3" creationId="{F582E251-43C2-817C-58C5-0DEFF919A47B}"/>
          </ac:spMkLst>
        </pc:spChg>
        <pc:spChg chg="add mod">
          <ac:chgData name="Fatima Pillosu" userId="a6295d4dc9e22643" providerId="LiveId" clId="{87453732-75AC-4426-B5D3-B7C69C2D4F54}" dt="2026-01-23T06:21:53.395" v="988" actId="1037"/>
          <ac:spMkLst>
            <pc:docMk/>
            <pc:sldMk cId="1573992039" sldId="256"/>
            <ac:spMk id="4" creationId="{3A126B8F-AFBD-720A-8ECD-093553E1F30D}"/>
          </ac:spMkLst>
        </pc:spChg>
        <pc:spChg chg="add del mod">
          <ac:chgData name="Fatima Pillosu" userId="a6295d4dc9e22643" providerId="LiveId" clId="{87453732-75AC-4426-B5D3-B7C69C2D4F54}" dt="2026-01-23T06:20:49.618" v="892" actId="478"/>
          <ac:spMkLst>
            <pc:docMk/>
            <pc:sldMk cId="1573992039" sldId="256"/>
            <ac:spMk id="5" creationId="{CE838FA8-7ACE-21C7-96B0-E77BFF68ED16}"/>
          </ac:spMkLst>
        </pc:spChg>
        <pc:spChg chg="add mod">
          <ac:chgData name="Fatima Pillosu" userId="a6295d4dc9e22643" providerId="LiveId" clId="{87453732-75AC-4426-B5D3-B7C69C2D4F54}" dt="2026-01-23T06:10:28.342" v="557"/>
          <ac:spMkLst>
            <pc:docMk/>
            <pc:sldMk cId="1573992039" sldId="256"/>
            <ac:spMk id="7" creationId="{18B28D34-B240-2EFB-A817-FD53CA305FC9}"/>
          </ac:spMkLst>
        </pc:spChg>
        <pc:spChg chg="add mod">
          <ac:chgData name="Fatima Pillosu" userId="a6295d4dc9e22643" providerId="LiveId" clId="{87453732-75AC-4426-B5D3-B7C69C2D4F54}" dt="2026-01-23T06:10:39.073" v="560" actId="1076"/>
          <ac:spMkLst>
            <pc:docMk/>
            <pc:sldMk cId="1573992039" sldId="256"/>
            <ac:spMk id="9" creationId="{12BAFF30-E9BA-AA09-D16E-68AF7C33B467}"/>
          </ac:spMkLst>
        </pc:spChg>
        <pc:spChg chg="add del mod">
          <ac:chgData name="Fatima Pillosu" userId="a6295d4dc9e22643" providerId="LiveId" clId="{87453732-75AC-4426-B5D3-B7C69C2D4F54}" dt="2026-01-23T06:11:02.574" v="567" actId="478"/>
          <ac:spMkLst>
            <pc:docMk/>
            <pc:sldMk cId="1573992039" sldId="256"/>
            <ac:spMk id="12" creationId="{E010A639-295C-B4CD-2AC4-192D2DCEAC12}"/>
          </ac:spMkLst>
        </pc:spChg>
        <pc:spChg chg="add mod">
          <ac:chgData name="Fatima Pillosu" userId="a6295d4dc9e22643" providerId="LiveId" clId="{87453732-75AC-4426-B5D3-B7C69C2D4F54}" dt="2026-01-23T06:11:41.596" v="573" actId="571"/>
          <ac:spMkLst>
            <pc:docMk/>
            <pc:sldMk cId="1573992039" sldId="256"/>
            <ac:spMk id="15" creationId="{B453D542-26A1-2385-BC4A-5AD59BC8EFA4}"/>
          </ac:spMkLst>
        </pc:spChg>
        <pc:spChg chg="add del mod">
          <ac:chgData name="Fatima Pillosu" userId="a6295d4dc9e22643" providerId="LiveId" clId="{87453732-75AC-4426-B5D3-B7C69C2D4F54}" dt="2026-01-23T06:12:02.985" v="576" actId="478"/>
          <ac:spMkLst>
            <pc:docMk/>
            <pc:sldMk cId="1573992039" sldId="256"/>
            <ac:spMk id="19" creationId="{4E4C490A-EE8D-C75F-3332-70926C607B75}"/>
          </ac:spMkLst>
        </pc:spChg>
        <pc:spChg chg="add del mod">
          <ac:chgData name="Fatima Pillosu" userId="a6295d4dc9e22643" providerId="LiveId" clId="{87453732-75AC-4426-B5D3-B7C69C2D4F54}" dt="2026-01-23T06:12:05.371" v="577" actId="478"/>
          <ac:spMkLst>
            <pc:docMk/>
            <pc:sldMk cId="1573992039" sldId="256"/>
            <ac:spMk id="21" creationId="{8F67A442-A914-6423-7BA6-0490C4087B32}"/>
          </ac:spMkLst>
        </pc:spChg>
        <pc:spChg chg="add mod">
          <ac:chgData name="Fatima Pillosu" userId="a6295d4dc9e22643" providerId="LiveId" clId="{87453732-75AC-4426-B5D3-B7C69C2D4F54}" dt="2026-01-23T06:16:17.192" v="783" actId="1038"/>
          <ac:spMkLst>
            <pc:docMk/>
            <pc:sldMk cId="1573992039" sldId="256"/>
            <ac:spMk id="23" creationId="{96C5C56D-D539-75ED-A571-173D428069D8}"/>
          </ac:spMkLst>
        </pc:spChg>
        <pc:spChg chg="add 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24" creationId="{EA0F043E-0C2E-6D6D-32F4-618D960D3F46}"/>
          </ac:spMkLst>
        </pc:spChg>
        <pc:spChg chg="add 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25" creationId="{A59568F9-9015-75D9-1320-AABA6E77C2CC}"/>
          </ac:spMkLst>
        </pc:spChg>
        <pc:spChg chg="add 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26" creationId="{0338DE7E-1351-4E77-57B2-D8826AD14EB6}"/>
          </ac:spMkLst>
        </pc:spChg>
        <pc:spChg chg="add 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27" creationId="{81C47BA2-1A51-B253-C468-C7E0958B0F23}"/>
          </ac:spMkLst>
        </pc:spChg>
        <pc:spChg chg="add 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28" creationId="{8C47F34F-C2B9-4D22-CB2F-416AC0DC9A6A}"/>
          </ac:spMkLst>
        </pc:spChg>
        <pc:spChg chg="add 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29" creationId="{127CFB41-2894-69E3-E62C-3DA0B561D707}"/>
          </ac:spMkLst>
        </pc:spChg>
        <pc:spChg chg="add mod">
          <ac:chgData name="Fatima Pillosu" userId="a6295d4dc9e22643" providerId="LiveId" clId="{87453732-75AC-4426-B5D3-B7C69C2D4F54}" dt="2026-01-23T06:16:17.192" v="783" actId="1038"/>
          <ac:spMkLst>
            <pc:docMk/>
            <pc:sldMk cId="1573992039" sldId="256"/>
            <ac:spMk id="30" creationId="{DE46ACD6-2F6A-14B5-B955-0C7AEA9CEDF2}"/>
          </ac:spMkLst>
        </pc:spChg>
        <pc:spChg chg="add del mod">
          <ac:chgData name="Fatima Pillosu" userId="a6295d4dc9e22643" providerId="LiveId" clId="{87453732-75AC-4426-B5D3-B7C69C2D4F54}" dt="2026-01-23T06:20:47.756" v="891" actId="478"/>
          <ac:spMkLst>
            <pc:docMk/>
            <pc:sldMk cId="1573992039" sldId="256"/>
            <ac:spMk id="31" creationId="{0A5C0980-00E1-3ED2-0939-8BC348E136AA}"/>
          </ac:spMkLst>
        </pc:spChg>
        <pc:spChg chg="add mod topLvl">
          <ac:chgData name="Fatima Pillosu" userId="a6295d4dc9e22643" providerId="LiveId" clId="{87453732-75AC-4426-B5D3-B7C69C2D4F54}" dt="2026-01-23T06:16:17.192" v="783" actId="1038"/>
          <ac:spMkLst>
            <pc:docMk/>
            <pc:sldMk cId="1573992039" sldId="256"/>
            <ac:spMk id="35" creationId="{5B4F7B26-B4B5-0D40-3F80-6AA916B5DA57}"/>
          </ac:spMkLst>
        </pc:spChg>
        <pc:spChg chg="add mod topLvl">
          <ac:chgData name="Fatima Pillosu" userId="a6295d4dc9e22643" providerId="LiveId" clId="{87453732-75AC-4426-B5D3-B7C69C2D4F54}" dt="2026-01-23T06:16:04.064" v="772" actId="1037"/>
          <ac:spMkLst>
            <pc:docMk/>
            <pc:sldMk cId="1573992039" sldId="256"/>
            <ac:spMk id="36" creationId="{AE0EE9CA-2952-95D7-1AE5-92C787C56054}"/>
          </ac:spMkLst>
        </pc:spChg>
        <pc:spChg chg="add mod">
          <ac:chgData name="Fatima Pillosu" userId="a6295d4dc9e22643" providerId="LiveId" clId="{87453732-75AC-4426-B5D3-B7C69C2D4F54}" dt="2026-01-23T06:21:53.395" v="988" actId="1037"/>
          <ac:spMkLst>
            <pc:docMk/>
            <pc:sldMk cId="1573992039" sldId="256"/>
            <ac:spMk id="38" creationId="{3297B2BF-4D0D-556B-F45A-94CC1A723CB9}"/>
          </ac:spMkLst>
        </pc:spChg>
        <pc:spChg chg="add mod">
          <ac:chgData name="Fatima Pillosu" userId="a6295d4dc9e22643" providerId="LiveId" clId="{87453732-75AC-4426-B5D3-B7C69C2D4F54}" dt="2026-01-23T06:21:59.559" v="1009" actId="1038"/>
          <ac:spMkLst>
            <pc:docMk/>
            <pc:sldMk cId="1573992039" sldId="256"/>
            <ac:spMk id="39" creationId="{77199053-8104-C340-2C4F-13E9BDD27CE3}"/>
          </ac:spMkLst>
        </pc:spChg>
        <pc:spChg chg="add mod">
          <ac:chgData name="Fatima Pillosu" userId="a6295d4dc9e22643" providerId="LiveId" clId="{87453732-75AC-4426-B5D3-B7C69C2D4F54}" dt="2026-01-23T06:21:59.559" v="1009" actId="1038"/>
          <ac:spMkLst>
            <pc:docMk/>
            <pc:sldMk cId="1573992039" sldId="256"/>
            <ac:spMk id="40" creationId="{1F25A8E1-DFAF-60BA-D80D-D8E2C3BB575B}"/>
          </ac:spMkLst>
        </pc:spChg>
        <pc:spChg chg="add 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41" creationId="{C0C8A410-149F-158E-F679-91E427D63816}"/>
          </ac:spMkLst>
        </pc:spChg>
        <pc:spChg chg="add 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42" creationId="{36CB0B3D-3540-201D-8138-FE2798706A73}"/>
          </ac:spMkLst>
        </pc:spChg>
        <pc:spChg chg="add mod">
          <ac:chgData name="Fatima Pillosu" userId="a6295d4dc9e22643" providerId="LiveId" clId="{87453732-75AC-4426-B5D3-B7C69C2D4F54}" dt="2026-01-23T06:21:49.213" v="972" actId="1076"/>
          <ac:spMkLst>
            <pc:docMk/>
            <pc:sldMk cId="1573992039" sldId="256"/>
            <ac:spMk id="43" creationId="{22F12C8E-7AEA-9299-8293-62D57C147948}"/>
          </ac:spMkLst>
        </pc:spChg>
        <pc:spChg chg="add mod">
          <ac:chgData name="Fatima Pillosu" userId="a6295d4dc9e22643" providerId="LiveId" clId="{87453732-75AC-4426-B5D3-B7C69C2D4F54}" dt="2026-01-23T06:21:59.559" v="1009" actId="1038"/>
          <ac:spMkLst>
            <pc:docMk/>
            <pc:sldMk cId="1573992039" sldId="256"/>
            <ac:spMk id="45" creationId="{77FD4D4A-103B-9EC6-7188-F3B279FBA747}"/>
          </ac:spMkLst>
        </pc:spChg>
        <pc:spChg chg="add mod">
          <ac:chgData name="Fatima Pillosu" userId="a6295d4dc9e22643" providerId="LiveId" clId="{87453732-75AC-4426-B5D3-B7C69C2D4F54}" dt="2026-01-23T06:21:59.559" v="1009" actId="1038"/>
          <ac:spMkLst>
            <pc:docMk/>
            <pc:sldMk cId="1573992039" sldId="256"/>
            <ac:spMk id="46" creationId="{C35B2B84-E0BC-6B81-AE20-2806732D8EE3}"/>
          </ac:spMkLst>
        </pc:spChg>
        <pc:spChg chg="add 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47" creationId="{6061FB66-EF2A-32F8-8668-2468A32FD7DB}"/>
          </ac:spMkLst>
        </pc:spChg>
        <pc:spChg chg="add mod">
          <ac:chgData name="Fatima Pillosu" userId="a6295d4dc9e22643" providerId="LiveId" clId="{87453732-75AC-4426-B5D3-B7C69C2D4F54}" dt="2026-01-23T06:21:59.559" v="1009" actId="1038"/>
          <ac:spMkLst>
            <pc:docMk/>
            <pc:sldMk cId="1573992039" sldId="256"/>
            <ac:spMk id="48" creationId="{B6C88C1F-95D1-EBA4-E10A-463652463C74}"/>
          </ac:spMkLst>
        </pc:spChg>
        <pc:spChg chg="add mod">
          <ac:chgData name="Fatima Pillosu" userId="a6295d4dc9e22643" providerId="LiveId" clId="{87453732-75AC-4426-B5D3-B7C69C2D4F54}" dt="2026-01-23T06:21:59.559" v="1009" actId="1038"/>
          <ac:spMkLst>
            <pc:docMk/>
            <pc:sldMk cId="1573992039" sldId="256"/>
            <ac:spMk id="49" creationId="{FB87673D-111A-D933-2352-681D2FAD32C0}"/>
          </ac:spMkLst>
        </pc:spChg>
        <pc:spChg chg="del mod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52" creationId="{1CC68D49-F510-1250-0884-6934B89FDF60}"/>
          </ac:spMkLst>
        </pc:spChg>
        <pc:spChg chg="del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57" creationId="{D58BBFDB-39D2-B492-5A75-D30A9FDDAEE4}"/>
          </ac:spMkLst>
        </pc:spChg>
        <pc:spChg chg="add mod">
          <ac:chgData name="Fatima Pillosu" userId="a6295d4dc9e22643" providerId="LiveId" clId="{87453732-75AC-4426-B5D3-B7C69C2D4F54}" dt="2026-01-23T06:22:18.604" v="1011"/>
          <ac:spMkLst>
            <pc:docMk/>
            <pc:sldMk cId="1573992039" sldId="256"/>
            <ac:spMk id="61" creationId="{964EC952-07EF-AA5F-815E-D6BF5819DB79}"/>
          </ac:spMkLst>
        </pc:spChg>
        <pc:spChg chg="mod">
          <ac:chgData name="Fatima Pillosu" userId="a6295d4dc9e22643" providerId="LiveId" clId="{87453732-75AC-4426-B5D3-B7C69C2D4F54}" dt="2026-01-23T06:32:17.591" v="1432" actId="1036"/>
          <ac:spMkLst>
            <pc:docMk/>
            <pc:sldMk cId="1573992039" sldId="256"/>
            <ac:spMk id="63" creationId="{C10D4363-0ACF-905C-8B81-8DD86D3AEA90}"/>
          </ac:spMkLst>
        </pc:spChg>
        <pc:spChg chg="mod">
          <ac:chgData name="Fatima Pillosu" userId="a6295d4dc9e22643" providerId="LiveId" clId="{87453732-75AC-4426-B5D3-B7C69C2D4F54}" dt="2026-01-23T06:09:21.586" v="389" actId="1076"/>
          <ac:spMkLst>
            <pc:docMk/>
            <pc:sldMk cId="1573992039" sldId="256"/>
            <ac:spMk id="833" creationId="{C8C3D13A-BFDD-54C1-8A04-DD3BB24773C4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835" creationId="{8DD953F0-D574-7288-6232-DB349985D1C7}"/>
          </ac:spMkLst>
        </pc:spChg>
        <pc:spChg chg="add mod">
          <ac:chgData name="Fatima Pillosu" userId="a6295d4dc9e22643" providerId="LiveId" clId="{87453732-75AC-4426-B5D3-B7C69C2D4F54}" dt="2026-01-23T06:29:30.682" v="1354" actId="1037"/>
          <ac:spMkLst>
            <pc:docMk/>
            <pc:sldMk cId="1573992039" sldId="256"/>
            <ac:spMk id="837" creationId="{28602834-4445-244F-EBAA-6A145FEF4FE1}"/>
          </ac:spMkLst>
        </pc:spChg>
        <pc:spChg chg="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838" creationId="{C401F5C3-E8F7-BAB8-A8F7-724890C219C7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839" creationId="{F86498FD-11B7-6E9F-93AC-A2EA1AAF283D}"/>
          </ac:spMkLst>
        </pc:spChg>
        <pc:spChg chg="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842" creationId="{99F67917-9AC9-8FE9-8BA3-F13C15B3B3CD}"/>
          </ac:spMkLst>
        </pc:spChg>
        <pc:spChg chg="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843" creationId="{C8C4BEE6-6376-0E74-4150-BF74DE0D27C7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848" creationId="{4BE5230C-F284-DA67-6488-204B230E83EC}"/>
          </ac:spMkLst>
        </pc:spChg>
        <pc:spChg chg="add 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851" creationId="{31C77472-B4C1-1507-81B9-962B732F7D61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853" creationId="{4FD4C487-6A2F-D1A5-8C60-2E89034A0BCF}"/>
          </ac:spMkLst>
        </pc:spChg>
        <pc:spChg chg="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855" creationId="{38B04327-CBC3-696A-FEE2-E4AA2D314282}"/>
          </ac:spMkLst>
        </pc:spChg>
        <pc:spChg chg="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856" creationId="{54066B8D-FAB6-E393-A31E-DBD9964AA0F3}"/>
          </ac:spMkLst>
        </pc:spChg>
        <pc:spChg chg="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857" creationId="{696A8281-B551-088A-C0CF-AD4F0B2FA950}"/>
          </ac:spMkLst>
        </pc:spChg>
        <pc:spChg chg="mod">
          <ac:chgData name="Fatima Pillosu" userId="a6295d4dc9e22643" providerId="LiveId" clId="{87453732-75AC-4426-B5D3-B7C69C2D4F54}" dt="2026-01-23T06:26:56.447" v="1268" actId="14100"/>
          <ac:spMkLst>
            <pc:docMk/>
            <pc:sldMk cId="1573992039" sldId="256"/>
            <ac:spMk id="858" creationId="{89AAB22A-494B-5CBA-B74A-3344AA54BD7D}"/>
          </ac:spMkLst>
        </pc:spChg>
        <pc:spChg chg="del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859" creationId="{181CF5A4-A6E8-DE3E-D312-EF059C34A5F1}"/>
          </ac:spMkLst>
        </pc:spChg>
        <pc:spChg chg="mod">
          <ac:chgData name="Fatima Pillosu" userId="a6295d4dc9e22643" providerId="LiveId" clId="{87453732-75AC-4426-B5D3-B7C69C2D4F54}" dt="2026-01-23T06:28:55.409" v="1328" actId="1037"/>
          <ac:spMkLst>
            <pc:docMk/>
            <pc:sldMk cId="1573992039" sldId="256"/>
            <ac:spMk id="860" creationId="{14E6CDA0-E2DD-16E6-5071-4F39FB099BBE}"/>
          </ac:spMkLst>
        </pc:spChg>
        <pc:spChg chg="del mod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861" creationId="{3A126B8F-AFBD-720A-8ECD-093553E1F30D}"/>
          </ac:spMkLst>
        </pc:spChg>
        <pc:spChg chg="mod">
          <ac:chgData name="Fatima Pillosu" userId="a6295d4dc9e22643" providerId="LiveId" clId="{87453732-75AC-4426-B5D3-B7C69C2D4F54}" dt="2026-01-23T06:27:02.919" v="1287" actId="1037"/>
          <ac:spMkLst>
            <pc:docMk/>
            <pc:sldMk cId="1573992039" sldId="256"/>
            <ac:spMk id="865" creationId="{96C5C56D-D539-75ED-A571-173D428069D8}"/>
          </ac:spMkLst>
        </pc:spChg>
        <pc:spChg chg="mod">
          <ac:chgData name="Fatima Pillosu" userId="a6295d4dc9e22643" providerId="LiveId" clId="{87453732-75AC-4426-B5D3-B7C69C2D4F54}" dt="2026-01-23T06:29:30.682" v="1354" actId="1037"/>
          <ac:spMkLst>
            <pc:docMk/>
            <pc:sldMk cId="1573992039" sldId="256"/>
            <ac:spMk id="866" creationId="{EA0F043E-0C2E-6D6D-32F4-618D960D3F46}"/>
          </ac:spMkLst>
        </pc:spChg>
        <pc:spChg chg="mod">
          <ac:chgData name="Fatima Pillosu" userId="a6295d4dc9e22643" providerId="LiveId" clId="{87453732-75AC-4426-B5D3-B7C69C2D4F54}" dt="2026-01-23T06:27:02.919" v="1287" actId="1037"/>
          <ac:spMkLst>
            <pc:docMk/>
            <pc:sldMk cId="1573992039" sldId="256"/>
            <ac:spMk id="867" creationId="{A59568F9-9015-75D9-1320-AABA6E77C2CC}"/>
          </ac:spMkLst>
        </pc:spChg>
        <pc:spChg chg="mod">
          <ac:chgData name="Fatima Pillosu" userId="a6295d4dc9e22643" providerId="LiveId" clId="{87453732-75AC-4426-B5D3-B7C69C2D4F54}" dt="2026-01-23T06:29:30.682" v="1354" actId="1037"/>
          <ac:spMkLst>
            <pc:docMk/>
            <pc:sldMk cId="1573992039" sldId="256"/>
            <ac:spMk id="868" creationId="{0338DE7E-1351-4E77-57B2-D8826AD14EB6}"/>
          </ac:spMkLst>
        </pc:spChg>
        <pc:spChg chg="mod">
          <ac:chgData name="Fatima Pillosu" userId="a6295d4dc9e22643" providerId="LiveId" clId="{87453732-75AC-4426-B5D3-B7C69C2D4F54}" dt="2026-01-23T06:27:02.919" v="1287" actId="1037"/>
          <ac:spMkLst>
            <pc:docMk/>
            <pc:sldMk cId="1573992039" sldId="256"/>
            <ac:spMk id="869" creationId="{81C47BA2-1A51-B253-C468-C7E0958B0F23}"/>
          </ac:spMkLst>
        </pc:spChg>
        <pc:spChg chg="mod">
          <ac:chgData name="Fatima Pillosu" userId="a6295d4dc9e22643" providerId="LiveId" clId="{87453732-75AC-4426-B5D3-B7C69C2D4F54}" dt="2026-01-23T06:27:02.919" v="1287" actId="1037"/>
          <ac:spMkLst>
            <pc:docMk/>
            <pc:sldMk cId="1573992039" sldId="256"/>
            <ac:spMk id="870" creationId="{8C47F34F-C2B9-4D22-CB2F-416AC0DC9A6A}"/>
          </ac:spMkLst>
        </pc:spChg>
        <pc:spChg chg="mod">
          <ac:chgData name="Fatima Pillosu" userId="a6295d4dc9e22643" providerId="LiveId" clId="{87453732-75AC-4426-B5D3-B7C69C2D4F54}" dt="2026-01-23T06:29:30.682" v="1354" actId="1037"/>
          <ac:spMkLst>
            <pc:docMk/>
            <pc:sldMk cId="1573992039" sldId="256"/>
            <ac:spMk id="871" creationId="{127CFB41-2894-69E3-E62C-3DA0B561D707}"/>
          </ac:spMkLst>
        </pc:spChg>
        <pc:spChg chg="mod">
          <ac:chgData name="Fatima Pillosu" userId="a6295d4dc9e22643" providerId="LiveId" clId="{87453732-75AC-4426-B5D3-B7C69C2D4F54}" dt="2026-01-23T06:29:30.682" v="1354" actId="1037"/>
          <ac:spMkLst>
            <pc:docMk/>
            <pc:sldMk cId="1573992039" sldId="256"/>
            <ac:spMk id="872" creationId="{DE46ACD6-2F6A-14B5-B955-0C7AEA9CEDF2}"/>
          </ac:spMkLst>
        </pc:spChg>
        <pc:spChg chg="mod">
          <ac:chgData name="Fatima Pillosu" userId="a6295d4dc9e22643" providerId="LiveId" clId="{87453732-75AC-4426-B5D3-B7C69C2D4F54}" dt="2026-01-23T06:29:38.463" v="1356" actId="14100"/>
          <ac:spMkLst>
            <pc:docMk/>
            <pc:sldMk cId="1573992039" sldId="256"/>
            <ac:spMk id="876" creationId="{5F81FB1E-F02B-3930-7760-882160F38BA4}"/>
          </ac:spMkLst>
        </pc:spChg>
        <pc:spChg chg="mod">
          <ac:chgData name="Fatima Pillosu" userId="a6295d4dc9e22643" providerId="LiveId" clId="{87453732-75AC-4426-B5D3-B7C69C2D4F54}" dt="2026-01-23T06:32:02.043" v="1419" actId="2711"/>
          <ac:spMkLst>
            <pc:docMk/>
            <pc:sldMk cId="1573992039" sldId="256"/>
            <ac:spMk id="877" creationId="{5B4F7B26-B4B5-0D40-3F80-6AA916B5DA57}"/>
          </ac:spMkLst>
        </pc:spChg>
        <pc:spChg chg="mod">
          <ac:chgData name="Fatima Pillosu" userId="a6295d4dc9e22643" providerId="LiveId" clId="{87453732-75AC-4426-B5D3-B7C69C2D4F54}" dt="2026-01-23T06:32:02.043" v="1419" actId="2711"/>
          <ac:spMkLst>
            <pc:docMk/>
            <pc:sldMk cId="1573992039" sldId="256"/>
            <ac:spMk id="878" creationId="{AE0EE9CA-2952-95D7-1AE5-92C787C56054}"/>
          </ac:spMkLst>
        </pc:spChg>
        <pc:spChg chg="add 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879" creationId="{3297B2BF-4D0D-556B-F45A-94CC1A723CB9}"/>
          </ac:spMkLst>
        </pc:spChg>
        <pc:spChg chg="mod">
          <ac:chgData name="Fatima Pillosu" userId="a6295d4dc9e22643" providerId="LiveId" clId="{87453732-75AC-4426-B5D3-B7C69C2D4F54}" dt="2026-01-23T06:25:18.256" v="1148" actId="206"/>
          <ac:spMkLst>
            <pc:docMk/>
            <pc:sldMk cId="1573992039" sldId="256"/>
            <ac:spMk id="880" creationId="{77199053-8104-C340-2C4F-13E9BDD27CE3}"/>
          </ac:spMkLst>
        </pc:spChg>
        <pc:spChg chg="mod">
          <ac:chgData name="Fatima Pillosu" userId="a6295d4dc9e22643" providerId="LiveId" clId="{87453732-75AC-4426-B5D3-B7C69C2D4F54}" dt="2026-01-23T06:31:29.242" v="1406" actId="1038"/>
          <ac:spMkLst>
            <pc:docMk/>
            <pc:sldMk cId="1573992039" sldId="256"/>
            <ac:spMk id="883" creationId="{36CB0B3D-3540-201D-8138-FE2798706A73}"/>
          </ac:spMkLst>
        </pc:spChg>
        <pc:spChg chg="add del mod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884" creationId="{22F12C8E-7AEA-9299-8293-62D57C147948}"/>
          </ac:spMkLst>
        </pc:spChg>
        <pc:spChg chg="mod">
          <ac:chgData name="Fatima Pillosu" userId="a6295d4dc9e22643" providerId="LiveId" clId="{87453732-75AC-4426-B5D3-B7C69C2D4F54}" dt="2026-01-23T06:31:29.242" v="1406" actId="1038"/>
          <ac:spMkLst>
            <pc:docMk/>
            <pc:sldMk cId="1573992039" sldId="256"/>
            <ac:spMk id="886" creationId="{77FD4D4A-103B-9EC6-7188-F3B279FBA747}"/>
          </ac:spMkLst>
        </pc:spChg>
        <pc:spChg chg="mod">
          <ac:chgData name="Fatima Pillosu" userId="a6295d4dc9e22643" providerId="LiveId" clId="{87453732-75AC-4426-B5D3-B7C69C2D4F54}" dt="2026-01-23T06:31:29.242" v="1406" actId="1038"/>
          <ac:spMkLst>
            <pc:docMk/>
            <pc:sldMk cId="1573992039" sldId="256"/>
            <ac:spMk id="887" creationId="{C35B2B84-E0BC-6B81-AE20-2806732D8EE3}"/>
          </ac:spMkLst>
        </pc:spChg>
        <pc:spChg chg="mod">
          <ac:chgData name="Fatima Pillosu" userId="a6295d4dc9e22643" providerId="LiveId" clId="{87453732-75AC-4426-B5D3-B7C69C2D4F54}" dt="2026-01-23T06:31:29.242" v="1406" actId="1038"/>
          <ac:spMkLst>
            <pc:docMk/>
            <pc:sldMk cId="1573992039" sldId="256"/>
            <ac:spMk id="889" creationId="{B6C88C1F-95D1-EBA4-E10A-463652463C74}"/>
          </ac:spMkLst>
        </pc:spChg>
        <pc:spChg chg="mod">
          <ac:chgData name="Fatima Pillosu" userId="a6295d4dc9e22643" providerId="LiveId" clId="{87453732-75AC-4426-B5D3-B7C69C2D4F54}" dt="2026-01-23T06:25:04.088" v="1146" actId="14100"/>
          <ac:spMkLst>
            <pc:docMk/>
            <pc:sldMk cId="1573992039" sldId="256"/>
            <ac:spMk id="890" creationId="{FB87673D-111A-D933-2352-681D2FAD32C0}"/>
          </ac:spMkLst>
        </pc:spChg>
        <pc:spChg chg="add mod">
          <ac:chgData name="Fatima Pillosu" userId="a6295d4dc9e22643" providerId="LiveId" clId="{87453732-75AC-4426-B5D3-B7C69C2D4F54}" dt="2026-01-23T06:31:37.801" v="1413" actId="1037"/>
          <ac:spMkLst>
            <pc:docMk/>
            <pc:sldMk cId="1573992039" sldId="256"/>
            <ac:spMk id="891" creationId="{34B384FA-F360-F336-2135-AE0B94D1546B}"/>
          </ac:spMkLst>
        </pc:spChg>
        <pc:spChg chg="add mod">
          <ac:chgData name="Fatima Pillosu" userId="a6295d4dc9e22643" providerId="LiveId" clId="{87453732-75AC-4426-B5D3-B7C69C2D4F54}" dt="2026-01-23T06:25:47.523" v="1172" actId="1076"/>
          <ac:spMkLst>
            <pc:docMk/>
            <pc:sldMk cId="1573992039" sldId="256"/>
            <ac:spMk id="892" creationId="{DA691BC4-F4DE-842B-9452-C875275E9F2A}"/>
          </ac:spMkLst>
        </pc:spChg>
        <pc:spChg chg="add mod">
          <ac:chgData name="Fatima Pillosu" userId="a6295d4dc9e22643" providerId="LiveId" clId="{87453732-75AC-4426-B5D3-B7C69C2D4F54}" dt="2026-01-23T06:31:29.242" v="1406" actId="1038"/>
          <ac:spMkLst>
            <pc:docMk/>
            <pc:sldMk cId="1573992039" sldId="256"/>
            <ac:spMk id="893" creationId="{FF01B57F-A28F-C349-BCD2-AB0A37D9CD66}"/>
          </ac:spMkLst>
        </pc:spChg>
        <pc:spChg chg="add mod">
          <ac:chgData name="Fatima Pillosu" userId="a6295d4dc9e22643" providerId="LiveId" clId="{87453732-75AC-4426-B5D3-B7C69C2D4F54}" dt="2026-01-23T06:31:14.993" v="1392" actId="1037"/>
          <ac:spMkLst>
            <pc:docMk/>
            <pc:sldMk cId="1573992039" sldId="256"/>
            <ac:spMk id="894" creationId="{33D75850-5181-FD82-212F-BBE65A5031B1}"/>
          </ac:spMkLst>
        </pc:spChg>
        <pc:spChg chg="add del mod">
          <ac:chgData name="Fatima Pillosu" userId="a6295d4dc9e22643" providerId="LiveId" clId="{87453732-75AC-4426-B5D3-B7C69C2D4F54}" dt="2026-01-23T06:29:25.625" v="1341" actId="478"/>
          <ac:spMkLst>
            <pc:docMk/>
            <pc:sldMk cId="1573992039" sldId="256"/>
            <ac:spMk id="895" creationId="{62B8806F-9D67-7798-F9EC-116FFACF06DC}"/>
          </ac:spMkLst>
        </pc:spChg>
        <pc:spChg chg="mod">
          <ac:chgData name="Fatima Pillosu" userId="a6295d4dc9e22643" providerId="LiveId" clId="{87453732-75AC-4426-B5D3-B7C69C2D4F54}" dt="2026-01-23T06:32:17.591" v="1432" actId="1036"/>
          <ac:spMkLst>
            <pc:docMk/>
            <pc:sldMk cId="1573992039" sldId="256"/>
            <ac:spMk id="1024" creationId="{93B456C6-CC24-93CB-C4C5-CED60A17A518}"/>
          </ac:spMkLst>
        </pc:spChg>
        <pc:spChg chg="del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1025" creationId="{6C660C77-D465-82E3-BFA2-7CB49265F32B}"/>
          </ac:spMkLst>
        </pc:spChg>
        <pc:spChg chg="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28" creationId="{3D37103F-47C7-BE7F-806C-5E4BECD03EA9}"/>
          </ac:spMkLst>
        </pc:spChg>
        <pc:spChg chg="add 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29" creationId="{691E9E90-7DD7-6CD0-11D1-3ED706626DD0}"/>
          </ac:spMkLst>
        </pc:spChg>
        <pc:spChg chg="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30" creationId="{DCB1B907-5B6C-8E3C-DD69-3607F5EC5EE4}"/>
          </ac:spMkLst>
        </pc:spChg>
        <pc:spChg chg="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31" creationId="{09211612-F072-5BD6-1D9B-15C6F9A838C8}"/>
          </ac:spMkLst>
        </pc:spChg>
        <pc:spChg chg="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32" creationId="{609B895C-8C96-00FC-B186-7A3C7A3E9132}"/>
          </ac:spMkLst>
        </pc:spChg>
        <pc:spChg chg="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33" creationId="{3BD7B3DC-F3A9-B413-076C-142F462DB31E}"/>
          </ac:spMkLst>
        </pc:spChg>
        <pc:spChg chg="add 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34" creationId="{8E6B5854-5F10-ED6E-F1FA-25BC5AF5C263}"/>
          </ac:spMkLst>
        </pc:spChg>
        <pc:spChg chg="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35" creationId="{C8CCCD2D-0089-69E8-21C0-CB0AD3AEB27C}"/>
          </ac:spMkLst>
        </pc:spChg>
        <pc:spChg chg="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036" creationId="{8AA02093-FA6D-5D59-6CA4-1FF853835A7E}"/>
          </ac:spMkLst>
        </pc:spChg>
        <pc:spChg chg="add mod">
          <ac:chgData name="Fatima Pillosu" userId="a6295d4dc9e22643" providerId="LiveId" clId="{87453732-75AC-4426-B5D3-B7C69C2D4F54}" dt="2026-01-23T06:34:35.046" v="1465" actId="1076"/>
          <ac:spMkLst>
            <pc:docMk/>
            <pc:sldMk cId="1573992039" sldId="256"/>
            <ac:spMk id="1038" creationId="{0A4F13FF-2DF7-6F0C-A0EF-9C67F39AF8D9}"/>
          </ac:spMkLst>
        </pc:spChg>
        <pc:spChg chg="mod">
          <ac:chgData name="Fatima Pillosu" userId="a6295d4dc9e22643" providerId="LiveId" clId="{87453732-75AC-4426-B5D3-B7C69C2D4F54}" dt="2026-01-23T06:34:35.046" v="1465" actId="1076"/>
          <ac:spMkLst>
            <pc:docMk/>
            <pc:sldMk cId="1573992039" sldId="256"/>
            <ac:spMk id="1039" creationId="{8614CC6A-136B-38FE-2788-E0D660940D63}"/>
          </ac:spMkLst>
        </pc:spChg>
        <pc:spChg chg="mod">
          <ac:chgData name="Fatima Pillosu" userId="a6295d4dc9e22643" providerId="LiveId" clId="{87453732-75AC-4426-B5D3-B7C69C2D4F54}" dt="2026-01-23T06:34:35.046" v="1465" actId="1076"/>
          <ac:spMkLst>
            <pc:docMk/>
            <pc:sldMk cId="1573992039" sldId="256"/>
            <ac:spMk id="1040" creationId="{11D73049-044A-996F-62DF-A3CA868D106B}"/>
          </ac:spMkLst>
        </pc:spChg>
        <pc:spChg chg="mod">
          <ac:chgData name="Fatima Pillosu" userId="a6295d4dc9e22643" providerId="LiveId" clId="{87453732-75AC-4426-B5D3-B7C69C2D4F54}" dt="2026-01-23T06:34:35.046" v="1465" actId="1076"/>
          <ac:spMkLst>
            <pc:docMk/>
            <pc:sldMk cId="1573992039" sldId="256"/>
            <ac:spMk id="1041" creationId="{6C363CBB-B56A-F312-7FA8-51FFC4BAD1BC}"/>
          </ac:spMkLst>
        </pc:spChg>
        <pc:spChg chg="mod">
          <ac:chgData name="Fatima Pillosu" userId="a6295d4dc9e22643" providerId="LiveId" clId="{87453732-75AC-4426-B5D3-B7C69C2D4F54}" dt="2026-01-23T06:16:44.023" v="820" actId="1038"/>
          <ac:spMkLst>
            <pc:docMk/>
            <pc:sldMk cId="1573992039" sldId="256"/>
            <ac:spMk id="1046" creationId="{F4E1EB47-FB49-B221-8F40-6FAAC8188E34}"/>
          </ac:spMkLst>
        </pc:spChg>
        <pc:spChg chg="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1047" creationId="{6398BBB5-C5B7-3FA0-2762-675850631296}"/>
          </ac:spMkLst>
        </pc:spChg>
        <pc:spChg chg="mod">
          <ac:chgData name="Fatima Pillosu" userId="a6295d4dc9e22643" providerId="LiveId" clId="{87453732-75AC-4426-B5D3-B7C69C2D4F54}" dt="2026-01-23T06:17:32.551" v="848" actId="1036"/>
          <ac:spMkLst>
            <pc:docMk/>
            <pc:sldMk cId="1573992039" sldId="256"/>
            <ac:spMk id="1049" creationId="{059E6EB5-4540-D3FE-63A3-DC776774CD1C}"/>
          </ac:spMkLst>
        </pc:spChg>
        <pc:spChg chg="add 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1052" creationId="{964EC952-07EF-AA5F-815E-D6BF5819DB79}"/>
          </ac:spMkLst>
        </pc:spChg>
        <pc:spChg chg="mod">
          <ac:chgData name="Fatima Pillosu" userId="a6295d4dc9e22643" providerId="LiveId" clId="{87453732-75AC-4426-B5D3-B7C69C2D4F54}" dt="2026-01-23T06:17:32.551" v="848" actId="1036"/>
          <ac:spMkLst>
            <pc:docMk/>
            <pc:sldMk cId="1573992039" sldId="256"/>
            <ac:spMk id="1054" creationId="{C10D4363-0ACF-905C-8B81-8DD86D3AEA90}"/>
          </ac:spMkLst>
        </pc:spChg>
        <pc:spChg chg="mod">
          <ac:chgData name="Fatima Pillosu" userId="a6295d4dc9e22643" providerId="LiveId" clId="{87453732-75AC-4426-B5D3-B7C69C2D4F54}" dt="2026-01-23T06:15:14.491" v="749" actId="1036"/>
          <ac:spMkLst>
            <pc:docMk/>
            <pc:sldMk cId="1573992039" sldId="256"/>
            <ac:spMk id="1057" creationId="{623AE8A3-7B4D-1507-5807-46EC67FA9068}"/>
          </ac:spMkLst>
        </pc:spChg>
        <pc:spChg chg="mod">
          <ac:chgData name="Fatima Pillosu" userId="a6295d4dc9e22643" providerId="LiveId" clId="{87453732-75AC-4426-B5D3-B7C69C2D4F54}" dt="2026-01-23T06:17:32.551" v="848" actId="1036"/>
          <ac:spMkLst>
            <pc:docMk/>
            <pc:sldMk cId="1573992039" sldId="256"/>
            <ac:spMk id="1059" creationId="{3D37103F-47C7-BE7F-806C-5E4BECD03EA9}"/>
          </ac:spMkLst>
        </pc:spChg>
        <pc:spChg chg="mod">
          <ac:chgData name="Fatima Pillosu" userId="a6295d4dc9e22643" providerId="LiveId" clId="{87453732-75AC-4426-B5D3-B7C69C2D4F54}" dt="2026-01-23T06:17:32.551" v="848" actId="1036"/>
          <ac:spMkLst>
            <pc:docMk/>
            <pc:sldMk cId="1573992039" sldId="256"/>
            <ac:spMk id="1060" creationId="{691E9E90-7DD7-6CD0-11D1-3ED706626DD0}"/>
          </ac:spMkLst>
        </pc:spChg>
        <pc:spChg chg="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1061" creationId="{DCB1B907-5B6C-8E3C-DD69-3607F5EC5EE4}"/>
          </ac:spMkLst>
        </pc:spChg>
        <pc:spChg chg="mod">
          <ac:chgData name="Fatima Pillosu" userId="a6295d4dc9e22643" providerId="LiveId" clId="{87453732-75AC-4426-B5D3-B7C69C2D4F54}" dt="2026-01-23T06:17:32.551" v="848" actId="1036"/>
          <ac:spMkLst>
            <pc:docMk/>
            <pc:sldMk cId="1573992039" sldId="256"/>
            <ac:spMk id="1062" creationId="{09211612-F072-5BD6-1D9B-15C6F9A838C8}"/>
          </ac:spMkLst>
        </pc:spChg>
        <pc:spChg chg="mod">
          <ac:chgData name="Fatima Pillosu" userId="a6295d4dc9e22643" providerId="LiveId" clId="{87453732-75AC-4426-B5D3-B7C69C2D4F54}" dt="2026-01-23T06:17:32.551" v="848" actId="1036"/>
          <ac:spMkLst>
            <pc:docMk/>
            <pc:sldMk cId="1573992039" sldId="256"/>
            <ac:spMk id="1065" creationId="{8E6B5854-5F10-ED6E-F1FA-25BC5AF5C263}"/>
          </ac:spMkLst>
        </pc:spChg>
        <pc:spChg chg="mod">
          <ac:chgData name="Fatima Pillosu" userId="a6295d4dc9e22643" providerId="LiveId" clId="{87453732-75AC-4426-B5D3-B7C69C2D4F54}" dt="2026-01-23T06:17:32.551" v="848" actId="1036"/>
          <ac:spMkLst>
            <pc:docMk/>
            <pc:sldMk cId="1573992039" sldId="256"/>
            <ac:spMk id="1067" creationId="{8AA02093-FA6D-5D59-6CA4-1FF853835A7E}"/>
          </ac:spMkLst>
        </pc:spChg>
        <pc:spChg chg="mod">
          <ac:chgData name="Fatima Pillosu" userId="a6295d4dc9e22643" providerId="LiveId" clId="{87453732-75AC-4426-B5D3-B7C69C2D4F54}" dt="2026-01-23T06:15:14.491" v="749" actId="1036"/>
          <ac:spMkLst>
            <pc:docMk/>
            <pc:sldMk cId="1573992039" sldId="256"/>
            <ac:spMk id="1068" creationId="{78EFBCC5-7C3E-9B4A-372C-36A98A9D7290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1090" creationId="{4B572820-B33D-97E7-3F9A-1E53270FD862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1091" creationId="{0559E9B8-ED2A-B7C5-CD99-FCCACB55B247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1094" creationId="{06FE1007-0DAE-599E-2214-69669DEB30C2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1096" creationId="{DC726D64-1E53-9623-8AEB-CDFEBC54B3A2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1104" creationId="{1522668D-8253-2DF2-841F-181CA4892F52}"/>
          </ac:spMkLst>
        </pc:spChg>
        <pc:spChg chg="del">
          <ac:chgData name="Fatima Pillosu" userId="a6295d4dc9e22643" providerId="LiveId" clId="{87453732-75AC-4426-B5D3-B7C69C2D4F54}" dt="2026-01-23T06:05:53.912" v="146" actId="478"/>
          <ac:spMkLst>
            <pc:docMk/>
            <pc:sldMk cId="1573992039" sldId="256"/>
            <ac:spMk id="1107" creationId="{3F9004C2-032E-AE52-1A5E-5FEED9C5F2DC}"/>
          </ac:spMkLst>
        </pc:spChg>
        <pc:spChg chg="del">
          <ac:chgData name="Fatima Pillosu" userId="a6295d4dc9e22643" providerId="LiveId" clId="{87453732-75AC-4426-B5D3-B7C69C2D4F54}" dt="2026-01-23T06:05:56.023" v="147" actId="478"/>
          <ac:spMkLst>
            <pc:docMk/>
            <pc:sldMk cId="1573992039" sldId="256"/>
            <ac:spMk id="1114" creationId="{7439BC8B-CAC0-9D56-378A-90AA4CF80489}"/>
          </ac:spMkLst>
        </pc:spChg>
        <pc:spChg chg="del">
          <ac:chgData name="Fatima Pillosu" userId="a6295d4dc9e22643" providerId="LiveId" clId="{87453732-75AC-4426-B5D3-B7C69C2D4F54}" dt="2026-01-23T06:07:37.998" v="315" actId="478"/>
          <ac:spMkLst>
            <pc:docMk/>
            <pc:sldMk cId="1573992039" sldId="256"/>
            <ac:spMk id="1115" creationId="{A37FEFDC-7E94-BA80-1E13-1445CE82CED8}"/>
          </ac:spMkLst>
        </pc:spChg>
        <pc:spChg chg="del">
          <ac:chgData name="Fatima Pillosu" userId="a6295d4dc9e22643" providerId="LiveId" clId="{87453732-75AC-4426-B5D3-B7C69C2D4F54}" dt="2026-01-23T06:07:37.998" v="315" actId="478"/>
          <ac:spMkLst>
            <pc:docMk/>
            <pc:sldMk cId="1573992039" sldId="256"/>
            <ac:spMk id="1122" creationId="{4FB22F50-5C99-2B5F-1771-1D302FB37FCD}"/>
          </ac:spMkLst>
        </pc:spChg>
        <pc:spChg chg="mod">
          <ac:chgData name="Fatima Pillosu" userId="a6295d4dc9e22643" providerId="LiveId" clId="{87453732-75AC-4426-B5D3-B7C69C2D4F54}" dt="2026-01-23T06:17:32.551" v="848" actId="1036"/>
          <ac:spMkLst>
            <pc:docMk/>
            <pc:sldMk cId="1573992039" sldId="256"/>
            <ac:spMk id="1130" creationId="{7B405FDB-437A-E0D9-12DF-F9D7794E6A25}"/>
          </ac:spMkLst>
        </pc:spChg>
        <pc:spChg chg="del">
          <ac:chgData name="Fatima Pillosu" userId="a6295d4dc9e22643" providerId="LiveId" clId="{87453732-75AC-4426-B5D3-B7C69C2D4F54}" dt="2026-01-23T06:07:37.998" v="315" actId="478"/>
          <ac:spMkLst>
            <pc:docMk/>
            <pc:sldMk cId="1573992039" sldId="256"/>
            <ac:spMk id="1133" creationId="{EEE42CED-F621-12CD-E62E-637B87C9AF4B}"/>
          </ac:spMkLst>
        </pc:spChg>
        <pc:spChg chg="mod">
          <ac:chgData name="Fatima Pillosu" userId="a6295d4dc9e22643" providerId="LiveId" clId="{87453732-75AC-4426-B5D3-B7C69C2D4F54}" dt="2026-01-23T06:21:26.461" v="970" actId="1037"/>
          <ac:spMkLst>
            <pc:docMk/>
            <pc:sldMk cId="1573992039" sldId="256"/>
            <ac:spMk id="1137" creationId="{282A075C-FC14-ED03-372D-F218BF14C255}"/>
          </ac:spMkLst>
        </pc:spChg>
        <pc:spChg chg="mod">
          <ac:chgData name="Fatima Pillosu" userId="a6295d4dc9e22643" providerId="LiveId" clId="{87453732-75AC-4426-B5D3-B7C69C2D4F54}" dt="2026-01-23T06:17:26.456" v="844" actId="1035"/>
          <ac:spMkLst>
            <pc:docMk/>
            <pc:sldMk cId="1573992039" sldId="256"/>
            <ac:spMk id="1140" creationId="{BCD7A06A-8268-9635-CFA0-98FB415F69A5}"/>
          </ac:spMkLst>
        </pc:spChg>
        <pc:spChg chg="mod">
          <ac:chgData name="Fatima Pillosu" userId="a6295d4dc9e22643" providerId="LiveId" clId="{87453732-75AC-4426-B5D3-B7C69C2D4F54}" dt="2026-01-23T06:17:26.456" v="844" actId="1035"/>
          <ac:spMkLst>
            <pc:docMk/>
            <pc:sldMk cId="1573992039" sldId="256"/>
            <ac:spMk id="1141" creationId="{457A7CA8-58DB-333D-A936-865FFAC656B9}"/>
          </ac:spMkLst>
        </pc:spChg>
        <pc:spChg chg="mod">
          <ac:chgData name="Fatima Pillosu" userId="a6295d4dc9e22643" providerId="LiveId" clId="{87453732-75AC-4426-B5D3-B7C69C2D4F54}" dt="2026-01-23T06:15:14.491" v="749" actId="1036"/>
          <ac:spMkLst>
            <pc:docMk/>
            <pc:sldMk cId="1573992039" sldId="256"/>
            <ac:spMk id="1142" creationId="{5CA4D6A9-0792-5E29-DA62-A5DBF037B22B}"/>
          </ac:spMkLst>
        </pc:spChg>
        <pc:spChg chg="mod">
          <ac:chgData name="Fatima Pillosu" userId="a6295d4dc9e22643" providerId="LiveId" clId="{87453732-75AC-4426-B5D3-B7C69C2D4F54}" dt="2026-01-23T06:10:12.873" v="547" actId="1038"/>
          <ac:spMkLst>
            <pc:docMk/>
            <pc:sldMk cId="1573992039" sldId="256"/>
            <ac:spMk id="1143" creationId="{FBFCFFE0-3901-7793-A62D-7147545489BE}"/>
          </ac:spMkLst>
        </pc:spChg>
        <pc:spChg chg="mod">
          <ac:chgData name="Fatima Pillosu" userId="a6295d4dc9e22643" providerId="LiveId" clId="{87453732-75AC-4426-B5D3-B7C69C2D4F54}" dt="2026-01-23T06:10:12.873" v="547" actId="1038"/>
          <ac:spMkLst>
            <pc:docMk/>
            <pc:sldMk cId="1573992039" sldId="256"/>
            <ac:spMk id="1144" creationId="{94B0C2B1-31E6-1978-E467-2D3B669EA695}"/>
          </ac:spMkLst>
        </pc:spChg>
        <pc:spChg chg="add 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1145" creationId="{0D756F47-6773-61EE-FBB2-2FD6EA2404A7}"/>
          </ac:spMkLst>
        </pc:spChg>
        <pc:spChg chg="mod">
          <ac:chgData name="Fatima Pillosu" userId="a6295d4dc9e22643" providerId="LiveId" clId="{87453732-75AC-4426-B5D3-B7C69C2D4F54}" dt="2026-01-23T06:17:26.456" v="844" actId="1035"/>
          <ac:spMkLst>
            <pc:docMk/>
            <pc:sldMk cId="1573992039" sldId="256"/>
            <ac:spMk id="1147" creationId="{8802879B-B9A8-7464-3859-16BA11BE8AAC}"/>
          </ac:spMkLst>
        </pc:spChg>
        <pc:spChg chg="mod">
          <ac:chgData name="Fatima Pillosu" userId="a6295d4dc9e22643" providerId="LiveId" clId="{87453732-75AC-4426-B5D3-B7C69C2D4F54}" dt="2026-01-23T06:10:12.873" v="547" actId="1038"/>
          <ac:spMkLst>
            <pc:docMk/>
            <pc:sldMk cId="1573992039" sldId="256"/>
            <ac:spMk id="1148" creationId="{D255BC9A-40E1-A5E2-0559-0A7205B39793}"/>
          </ac:spMkLst>
        </pc:spChg>
        <pc:spChg chg="mod">
          <ac:chgData name="Fatima Pillosu" userId="a6295d4dc9e22643" providerId="LiveId" clId="{87453732-75AC-4426-B5D3-B7C69C2D4F54}" dt="2026-01-23T06:10:12.873" v="547" actId="1038"/>
          <ac:spMkLst>
            <pc:docMk/>
            <pc:sldMk cId="1573992039" sldId="256"/>
            <ac:spMk id="1149" creationId="{7CCCA3AC-3B8B-DA56-0C7D-D11E0731180C}"/>
          </ac:spMkLst>
        </pc:spChg>
        <pc:spChg chg="mod">
          <ac:chgData name="Fatima Pillosu" userId="a6295d4dc9e22643" providerId="LiveId" clId="{87453732-75AC-4426-B5D3-B7C69C2D4F54}" dt="2026-01-23T06:16:40.097" v="811" actId="1036"/>
          <ac:spMkLst>
            <pc:docMk/>
            <pc:sldMk cId="1573992039" sldId="256"/>
            <ac:spMk id="1150" creationId="{E5DB3464-82F8-B511-F8CC-E4499CE0AFE2}"/>
          </ac:spMkLst>
        </pc:spChg>
        <pc:spChg chg="del">
          <ac:chgData name="Fatima Pillosu" userId="a6295d4dc9e22643" providerId="LiveId" clId="{87453732-75AC-4426-B5D3-B7C69C2D4F54}" dt="2026-01-23T06:08:44.352" v="362" actId="478"/>
          <ac:spMkLst>
            <pc:docMk/>
            <pc:sldMk cId="1573992039" sldId="256"/>
            <ac:spMk id="1152" creationId="{3DF81A28-CD90-A483-6597-76D5C1E3BBFA}"/>
          </ac:spMkLst>
        </pc:spChg>
        <pc:spChg chg="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1153" creationId="{854C57C6-B1CB-81E6-BE42-54BBCAEE6F6E}"/>
          </ac:spMkLst>
        </pc:spChg>
        <pc:spChg chg="mod">
          <ac:chgData name="Fatima Pillosu" userId="a6295d4dc9e22643" providerId="LiveId" clId="{87453732-75AC-4426-B5D3-B7C69C2D4F54}" dt="2026-01-23T06:16:04.064" v="772" actId="1037"/>
          <ac:spMkLst>
            <pc:docMk/>
            <pc:sldMk cId="1573992039" sldId="256"/>
            <ac:spMk id="1154" creationId="{80787000-C599-E543-34BD-DD0D2598B666}"/>
          </ac:spMkLst>
        </pc:spChg>
        <pc:spChg chg="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1155" creationId="{76947797-C448-1C55-2DBC-142C727E469F}"/>
          </ac:spMkLst>
        </pc:spChg>
        <pc:spChg chg="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1156" creationId="{07256CEB-6233-6ADF-9393-C851AE06C283}"/>
          </ac:spMkLst>
        </pc:spChg>
        <pc:spChg chg="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1157" creationId="{108B4DC9-CA15-ABD1-9E75-1F89C427C22C}"/>
          </ac:spMkLst>
        </pc:spChg>
        <pc:spChg chg="mod">
          <ac:chgData name="Fatima Pillosu" userId="a6295d4dc9e22643" providerId="LiveId" clId="{87453732-75AC-4426-B5D3-B7C69C2D4F54}" dt="2026-01-23T06:16:04.064" v="772" actId="1037"/>
          <ac:spMkLst>
            <pc:docMk/>
            <pc:sldMk cId="1573992039" sldId="256"/>
            <ac:spMk id="1158" creationId="{E51641AA-6F79-6900-66D4-9E8509B65255}"/>
          </ac:spMkLst>
        </pc:spChg>
        <pc:spChg chg="mod">
          <ac:chgData name="Fatima Pillosu" userId="a6295d4dc9e22643" providerId="LiveId" clId="{87453732-75AC-4426-B5D3-B7C69C2D4F54}" dt="2026-01-23T06:21:05.469" v="927" actId="1037"/>
          <ac:spMkLst>
            <pc:docMk/>
            <pc:sldMk cId="1573992039" sldId="256"/>
            <ac:spMk id="1159" creationId="{28602834-4445-244F-EBAA-6A145FEF4FE1}"/>
          </ac:spMkLst>
        </pc:spChg>
        <pc:spChg chg="mod topLvl">
          <ac:chgData name="Fatima Pillosu" userId="a6295d4dc9e22643" providerId="LiveId" clId="{87453732-75AC-4426-B5D3-B7C69C2D4F54}" dt="2026-01-23T06:21:10.382" v="931" actId="1036"/>
          <ac:spMkLst>
            <pc:docMk/>
            <pc:sldMk cId="1573992039" sldId="256"/>
            <ac:spMk id="1160" creationId="{5F81FB1E-F02B-3930-7760-882160F38BA4}"/>
          </ac:spMkLst>
        </pc:spChg>
        <pc:spChg chg="del">
          <ac:chgData name="Fatima Pillosu" userId="a6295d4dc9e22643" providerId="LiveId" clId="{87453732-75AC-4426-B5D3-B7C69C2D4F54}" dt="2026-01-23T06:08:44.352" v="362" actId="478"/>
          <ac:spMkLst>
            <pc:docMk/>
            <pc:sldMk cId="1573992039" sldId="256"/>
            <ac:spMk id="1161" creationId="{0215C983-B1C6-6E89-8C74-B7C652941C14}"/>
          </ac:spMkLst>
        </pc:spChg>
        <pc:spChg chg="del mod">
          <ac:chgData name="Fatima Pillosu" userId="a6295d4dc9e22643" providerId="LiveId" clId="{87453732-75AC-4426-B5D3-B7C69C2D4F54}" dt="2026-01-23T06:22:09.035" v="1010" actId="21"/>
          <ac:spMkLst>
            <pc:docMk/>
            <pc:sldMk cId="1573992039" sldId="256"/>
            <ac:spMk id="1162" creationId="{C401F5C3-E8F7-BAB8-A8F7-724890C219C7}"/>
          </ac:spMkLst>
        </pc:spChg>
        <pc:spChg chg="mod">
          <ac:chgData name="Fatima Pillosu" userId="a6295d4dc9e22643" providerId="LiveId" clId="{87453732-75AC-4426-B5D3-B7C69C2D4F54}" dt="2026-01-23T06:21:26.461" v="970" actId="1037"/>
          <ac:spMkLst>
            <pc:docMk/>
            <pc:sldMk cId="1573992039" sldId="256"/>
            <ac:spMk id="1163" creationId="{99F67917-9AC9-8FE9-8BA3-F13C15B3B3CD}"/>
          </ac:spMkLst>
        </pc:spChg>
        <pc:spChg chg="mod">
          <ac:chgData name="Fatima Pillosu" userId="a6295d4dc9e22643" providerId="LiveId" clId="{87453732-75AC-4426-B5D3-B7C69C2D4F54}" dt="2026-01-23T06:21:53.395" v="988" actId="1037"/>
          <ac:spMkLst>
            <pc:docMk/>
            <pc:sldMk cId="1573992039" sldId="256"/>
            <ac:spMk id="1164" creationId="{C8C4BEE6-6376-0E74-4150-BF74DE0D27C7}"/>
          </ac:spMkLst>
        </pc:spChg>
        <pc:spChg chg="mod">
          <ac:chgData name="Fatima Pillosu" userId="a6295d4dc9e22643" providerId="LiveId" clId="{87453732-75AC-4426-B5D3-B7C69C2D4F54}" dt="2026-01-23T06:21:59.559" v="1009" actId="1038"/>
          <ac:spMkLst>
            <pc:docMk/>
            <pc:sldMk cId="1573992039" sldId="256"/>
            <ac:spMk id="1165" creationId="{31C77472-B4C1-1507-81B9-962B732F7D61}"/>
          </ac:spMkLst>
        </pc:spChg>
        <pc:spChg chg="mod">
          <ac:chgData name="Fatima Pillosu" userId="a6295d4dc9e22643" providerId="LiveId" clId="{87453732-75AC-4426-B5D3-B7C69C2D4F54}" dt="2026-01-23T06:21:26.461" v="970" actId="1037"/>
          <ac:spMkLst>
            <pc:docMk/>
            <pc:sldMk cId="1573992039" sldId="256"/>
            <ac:spMk id="1167" creationId="{38B04327-CBC3-696A-FEE2-E4AA2D314282}"/>
          </ac:spMkLst>
        </pc:spChg>
        <pc:spChg chg="mod">
          <ac:chgData name="Fatima Pillosu" userId="a6295d4dc9e22643" providerId="LiveId" clId="{87453732-75AC-4426-B5D3-B7C69C2D4F54}" dt="2026-01-23T06:21:53.395" v="988" actId="1037"/>
          <ac:spMkLst>
            <pc:docMk/>
            <pc:sldMk cId="1573992039" sldId="256"/>
            <ac:spMk id="1168" creationId="{54066B8D-FAB6-E393-A31E-DBD9964AA0F3}"/>
          </ac:spMkLst>
        </pc:spChg>
        <pc:spChg chg="mod">
          <ac:chgData name="Fatima Pillosu" userId="a6295d4dc9e22643" providerId="LiveId" clId="{87453732-75AC-4426-B5D3-B7C69C2D4F54}" dt="2026-01-23T06:21:53.395" v="988" actId="1037"/>
          <ac:spMkLst>
            <pc:docMk/>
            <pc:sldMk cId="1573992039" sldId="256"/>
            <ac:spMk id="1169" creationId="{696A8281-B551-088A-C0CF-AD4F0B2FA950}"/>
          </ac:spMkLst>
        </pc:spChg>
        <pc:spChg chg="mod">
          <ac:chgData name="Fatima Pillosu" userId="a6295d4dc9e22643" providerId="LiveId" clId="{87453732-75AC-4426-B5D3-B7C69C2D4F54}" dt="2026-01-23T06:21:26.461" v="970" actId="1037"/>
          <ac:spMkLst>
            <pc:docMk/>
            <pc:sldMk cId="1573992039" sldId="256"/>
            <ac:spMk id="1170" creationId="{89AAB22A-494B-5CBA-B74A-3344AA54BD7D}"/>
          </ac:spMkLst>
        </pc:spChg>
        <pc:spChg chg="mod">
          <ac:chgData name="Fatima Pillosu" userId="a6295d4dc9e22643" providerId="LiveId" clId="{87453732-75AC-4426-B5D3-B7C69C2D4F54}" dt="2026-01-23T06:21:16.579" v="938" actId="1035"/>
          <ac:spMkLst>
            <pc:docMk/>
            <pc:sldMk cId="1573992039" sldId="256"/>
            <ac:spMk id="1182" creationId="{181CF5A4-A6E8-DE3E-D312-EF059C34A5F1}"/>
          </ac:spMkLst>
        </pc:spChg>
        <pc:spChg chg="del">
          <ac:chgData name="Fatima Pillosu" userId="a6295d4dc9e22643" providerId="LiveId" clId="{87453732-75AC-4426-B5D3-B7C69C2D4F54}" dt="2026-01-23T06:07:37.998" v="315" actId="478"/>
          <ac:spMkLst>
            <pc:docMk/>
            <pc:sldMk cId="1573992039" sldId="256"/>
            <ac:spMk id="1183" creationId="{8C641901-B554-CFD9-F097-2D3CBA030DFC}"/>
          </ac:spMkLst>
        </pc:spChg>
        <pc:spChg chg="del">
          <ac:chgData name="Fatima Pillosu" userId="a6295d4dc9e22643" providerId="LiveId" clId="{87453732-75AC-4426-B5D3-B7C69C2D4F54}" dt="2026-01-23T06:08:44.352" v="362" actId="478"/>
          <ac:spMkLst>
            <pc:docMk/>
            <pc:sldMk cId="1573992039" sldId="256"/>
            <ac:spMk id="1184" creationId="{B31D2BC5-9FE2-AC33-1FD7-4F30953E4112}"/>
          </ac:spMkLst>
        </pc:spChg>
        <pc:spChg chg="del">
          <ac:chgData name="Fatima Pillosu" userId="a6295d4dc9e22643" providerId="LiveId" clId="{87453732-75AC-4426-B5D3-B7C69C2D4F54}" dt="2026-01-23T06:08:44.352" v="362" actId="478"/>
          <ac:spMkLst>
            <pc:docMk/>
            <pc:sldMk cId="1573992039" sldId="256"/>
            <ac:spMk id="1185" creationId="{090F0BD1-9587-ABAE-9C45-FC88C5817D07}"/>
          </ac:spMkLst>
        </pc:spChg>
        <pc:spChg chg="del">
          <ac:chgData name="Fatima Pillosu" userId="a6295d4dc9e22643" providerId="LiveId" clId="{87453732-75AC-4426-B5D3-B7C69C2D4F54}" dt="2026-01-23T06:07:37.998" v="315" actId="478"/>
          <ac:spMkLst>
            <pc:docMk/>
            <pc:sldMk cId="1573992039" sldId="256"/>
            <ac:spMk id="1186" creationId="{13ED9C4B-B891-6D43-D74B-B8DE8A400DAB}"/>
          </ac:spMkLst>
        </pc:spChg>
        <pc:spChg chg="del">
          <ac:chgData name="Fatima Pillosu" userId="a6295d4dc9e22643" providerId="LiveId" clId="{87453732-75AC-4426-B5D3-B7C69C2D4F54}" dt="2026-01-23T06:17:51.954" v="849" actId="478"/>
          <ac:spMkLst>
            <pc:docMk/>
            <pc:sldMk cId="1573992039" sldId="256"/>
            <ac:spMk id="1187" creationId="{4F124D69-8C8F-0465-1158-5890B8CA6C76}"/>
          </ac:spMkLst>
        </pc:spChg>
        <pc:spChg chg="del">
          <ac:chgData name="Fatima Pillosu" userId="a6295d4dc9e22643" providerId="LiveId" clId="{87453732-75AC-4426-B5D3-B7C69C2D4F54}" dt="2026-01-23T06:07:37.998" v="315" actId="478"/>
          <ac:spMkLst>
            <pc:docMk/>
            <pc:sldMk cId="1573992039" sldId="256"/>
            <ac:spMk id="1188" creationId="{79684876-645E-704D-8926-747B6760BCDA}"/>
          </ac:spMkLst>
        </pc:spChg>
        <pc:spChg chg="mod">
          <ac:chgData name="Fatima Pillosu" userId="a6295d4dc9e22643" providerId="LiveId" clId="{87453732-75AC-4426-B5D3-B7C69C2D4F54}" dt="2026-01-23T06:34:35.046" v="1465" actId="1076"/>
          <ac:spMkLst>
            <pc:docMk/>
            <pc:sldMk cId="1573992039" sldId="256"/>
            <ac:spMk id="1190" creationId="{2BAE837D-32FC-97CF-019E-838E27B3CC29}"/>
          </ac:spMkLst>
        </pc:spChg>
        <pc:spChg chg="del mod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1191" creationId="{9958E352-CA91-7654-2E99-B1A4B437CC31}"/>
          </ac:spMkLst>
        </pc:spChg>
        <pc:spChg chg="add mod">
          <ac:chgData name="Fatima Pillosu" userId="a6295d4dc9e22643" providerId="LiveId" clId="{87453732-75AC-4426-B5D3-B7C69C2D4F54}" dt="2026-01-23T06:34:35.046" v="1465" actId="1076"/>
          <ac:spMkLst>
            <pc:docMk/>
            <pc:sldMk cId="1573992039" sldId="256"/>
            <ac:spMk id="1192" creationId="{E318B0CD-B389-D58D-3EAB-C464FDE2BBDF}"/>
          </ac:spMkLst>
        </pc:spChg>
        <pc:spChg chg="mod">
          <ac:chgData name="Fatima Pillosu" userId="a6295d4dc9e22643" providerId="LiveId" clId="{87453732-75AC-4426-B5D3-B7C69C2D4F54}" dt="2026-01-23T06:34:35.046" v="1465" actId="1076"/>
          <ac:spMkLst>
            <pc:docMk/>
            <pc:sldMk cId="1573992039" sldId="256"/>
            <ac:spMk id="1193" creationId="{AAE01415-D4C9-E837-A004-72122191A783}"/>
          </ac:spMkLst>
        </pc:spChg>
        <pc:spChg chg="mod">
          <ac:chgData name="Fatima Pillosu" userId="a6295d4dc9e22643" providerId="LiveId" clId="{87453732-75AC-4426-B5D3-B7C69C2D4F54}" dt="2026-01-23T06:34:42.194" v="1466" actId="1076"/>
          <ac:spMkLst>
            <pc:docMk/>
            <pc:sldMk cId="1573992039" sldId="256"/>
            <ac:spMk id="1195" creationId="{C62D19F3-9A9F-B2C2-2BB9-CB18EFFAADFA}"/>
          </ac:spMkLst>
        </pc:spChg>
        <pc:spChg chg="mod">
          <ac:chgData name="Fatima Pillosu" userId="a6295d4dc9e22643" providerId="LiveId" clId="{87453732-75AC-4426-B5D3-B7C69C2D4F54}" dt="2026-01-23T06:34:35.046" v="1465" actId="1076"/>
          <ac:spMkLst>
            <pc:docMk/>
            <pc:sldMk cId="1573992039" sldId="256"/>
            <ac:spMk id="1196" creationId="{E400DCAC-CC0F-0CD9-3009-10B18A31A7E3}"/>
          </ac:spMkLst>
        </pc:spChg>
        <pc:spChg chg="add del mod">
          <ac:chgData name="Fatima Pillosu" userId="a6295d4dc9e22643" providerId="LiveId" clId="{87453732-75AC-4426-B5D3-B7C69C2D4F54}" dt="2026-01-23T06:32:50.510" v="1453" actId="478"/>
          <ac:spMkLst>
            <pc:docMk/>
            <pc:sldMk cId="1573992039" sldId="256"/>
            <ac:spMk id="1197" creationId="{7B405FDB-437A-E0D9-12DF-F9D7794E6A25}"/>
          </ac:spMkLst>
        </pc:spChg>
        <pc:spChg chg="mod">
          <ac:chgData name="Fatima Pillosu" userId="a6295d4dc9e22643" providerId="LiveId" clId="{87453732-75AC-4426-B5D3-B7C69C2D4F54}" dt="2026-01-23T06:31:42.437" v="1417" actId="1037"/>
          <ac:spMkLst>
            <pc:docMk/>
            <pc:sldMk cId="1573992039" sldId="256"/>
            <ac:spMk id="1198" creationId="{282A075C-FC14-ED03-372D-F218BF14C255}"/>
          </ac:spMkLst>
        </pc:spChg>
        <pc:spChg chg="del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1203" creationId="{94B0C2B1-31E6-1978-E467-2D3B669EA695}"/>
          </ac:spMkLst>
        </pc:spChg>
        <pc:spChg chg="mod">
          <ac:chgData name="Fatima Pillosu" userId="a6295d4dc9e22643" providerId="LiveId" clId="{87453732-75AC-4426-B5D3-B7C69C2D4F54}" dt="2026-01-23T06:29:30.682" v="1354" actId="1037"/>
          <ac:spMkLst>
            <pc:docMk/>
            <pc:sldMk cId="1573992039" sldId="256"/>
            <ac:spMk id="1204" creationId="{0D756F47-6773-61EE-FBB2-2FD6EA2404A7}"/>
          </ac:spMkLst>
        </pc:spChg>
        <pc:spChg chg="mod">
          <ac:chgData name="Fatima Pillosu" userId="a6295d4dc9e22643" providerId="LiveId" clId="{87453732-75AC-4426-B5D3-B7C69C2D4F54}" dt="2026-01-23T06:27:46.345" v="1303" actId="1076"/>
          <ac:spMkLst>
            <pc:docMk/>
            <pc:sldMk cId="1573992039" sldId="256"/>
            <ac:spMk id="1209" creationId="{E5DB3464-82F8-B511-F8CC-E4499CE0AFE2}"/>
          </ac:spMkLst>
        </pc:spChg>
        <pc:spChg chg="del mod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1210" creationId="{854C57C6-B1CB-81E6-BE42-54BBCAEE6F6E}"/>
          </ac:spMkLst>
        </pc:spChg>
        <pc:spChg chg="mod">
          <ac:chgData name="Fatima Pillosu" userId="a6295d4dc9e22643" providerId="LiveId" clId="{87453732-75AC-4426-B5D3-B7C69C2D4F54}" dt="2026-01-23T06:29:30.682" v="1354" actId="1037"/>
          <ac:spMkLst>
            <pc:docMk/>
            <pc:sldMk cId="1573992039" sldId="256"/>
            <ac:spMk id="1211" creationId="{80787000-C599-E543-34BD-DD0D2598B666}"/>
          </ac:spMkLst>
        </pc:spChg>
        <pc:spChg chg="mod">
          <ac:chgData name="Fatima Pillosu" userId="a6295d4dc9e22643" providerId="LiveId" clId="{87453732-75AC-4426-B5D3-B7C69C2D4F54}" dt="2026-01-23T06:28:55.409" v="1328" actId="1037"/>
          <ac:spMkLst>
            <pc:docMk/>
            <pc:sldMk cId="1573992039" sldId="256"/>
            <ac:spMk id="1212" creationId="{76947797-C448-1C55-2DBC-142C727E469F}"/>
          </ac:spMkLst>
        </pc:spChg>
        <pc:spChg chg="mod">
          <ac:chgData name="Fatima Pillosu" userId="a6295d4dc9e22643" providerId="LiveId" clId="{87453732-75AC-4426-B5D3-B7C69C2D4F54}" dt="2026-01-23T06:28:55.409" v="1328" actId="1037"/>
          <ac:spMkLst>
            <pc:docMk/>
            <pc:sldMk cId="1573992039" sldId="256"/>
            <ac:spMk id="1213" creationId="{07256CEB-6233-6ADF-9393-C851AE06C283}"/>
          </ac:spMkLst>
        </pc:spChg>
        <pc:spChg chg="mod">
          <ac:chgData name="Fatima Pillosu" userId="a6295d4dc9e22643" providerId="LiveId" clId="{87453732-75AC-4426-B5D3-B7C69C2D4F54}" dt="2026-01-23T06:28:55.409" v="1328" actId="1037"/>
          <ac:spMkLst>
            <pc:docMk/>
            <pc:sldMk cId="1573992039" sldId="256"/>
            <ac:spMk id="1214" creationId="{108B4DC9-CA15-ABD1-9E75-1F89C427C22C}"/>
          </ac:spMkLst>
        </pc:spChg>
        <pc:spChg chg="mod">
          <ac:chgData name="Fatima Pillosu" userId="a6295d4dc9e22643" providerId="LiveId" clId="{87453732-75AC-4426-B5D3-B7C69C2D4F54}" dt="2026-01-23T06:29:30.682" v="1354" actId="1037"/>
          <ac:spMkLst>
            <pc:docMk/>
            <pc:sldMk cId="1573992039" sldId="256"/>
            <ac:spMk id="1215" creationId="{E51641AA-6F79-6900-66D4-9E8509B65255}"/>
          </ac:spMkLst>
        </pc:spChg>
        <pc:spChg chg="add del mod">
          <ac:chgData name="Fatima Pillosu" userId="a6295d4dc9e22643" providerId="LiveId" clId="{87453732-75AC-4426-B5D3-B7C69C2D4F54}" dt="2026-01-23T06:28:45.469" v="1306" actId="478"/>
          <ac:spMkLst>
            <pc:docMk/>
            <pc:sldMk cId="1573992039" sldId="256"/>
            <ac:spMk id="1216" creationId="{193477AB-68FC-C300-DD3D-372A77A28986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17" creationId="{1F320868-9DD0-27CF-9FA6-277232DD29C6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18" creationId="{0E1E31B6-12D2-7F6F-5AB2-C289DFA1A572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19" creationId="{7E066DE1-C414-FF1A-8DA4-43E44DEAD816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20" creationId="{17E23D5D-0602-2FE5-EB41-95964AC860AA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21" creationId="{99FA423C-06DF-9B60-C523-9D2A31C4D0AC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22" creationId="{C54329A9-6222-C265-B716-1FFEA6F79E15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23" creationId="{8F8D233F-548F-CE6C-4AE1-4CCEA7A10B06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24" creationId="{FE1F1E5C-DE1D-3AB6-259D-F8F24450ECBA}"/>
          </ac:spMkLst>
        </pc:spChg>
        <pc:spChg chg="add mod">
          <ac:chgData name="Fatima Pillosu" userId="a6295d4dc9e22643" providerId="LiveId" clId="{87453732-75AC-4426-B5D3-B7C69C2D4F54}" dt="2026-01-23T06:29:59.946" v="1358" actId="1076"/>
          <ac:spMkLst>
            <pc:docMk/>
            <pc:sldMk cId="1573992039" sldId="256"/>
            <ac:spMk id="1228" creationId="{ABBA72E7-811A-3BB5-7B9F-431AC55186B8}"/>
          </ac:spMkLst>
        </pc:spChg>
        <pc:spChg chg="add mod">
          <ac:chgData name="Fatima Pillosu" userId="a6295d4dc9e22643" providerId="LiveId" clId="{87453732-75AC-4426-B5D3-B7C69C2D4F54}" dt="2026-01-23T06:30:03.097" v="1362" actId="20577"/>
          <ac:spMkLst>
            <pc:docMk/>
            <pc:sldMk cId="1573992039" sldId="256"/>
            <ac:spMk id="1229" creationId="{84F97439-CB5D-012E-DA21-5F1489B9ADC1}"/>
          </ac:spMkLst>
        </pc:spChg>
        <pc:spChg chg="add mod">
          <ac:chgData name="Fatima Pillosu" userId="a6295d4dc9e22643" providerId="LiveId" clId="{87453732-75AC-4426-B5D3-B7C69C2D4F54}" dt="2026-01-23T06:30:58.541" v="1383" actId="206"/>
          <ac:spMkLst>
            <pc:docMk/>
            <pc:sldMk cId="1573992039" sldId="256"/>
            <ac:spMk id="1230" creationId="{FFC644DB-2ACD-2F64-2DFD-FF962E029B98}"/>
          </ac:spMkLst>
        </pc:spChg>
        <pc:spChg chg="add 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31" creationId="{CD50AF3A-89D8-632A-0AAB-9BB5D552B446}"/>
          </ac:spMkLst>
        </pc:spChg>
        <pc:spChg chg="add del mod">
          <ac:chgData name="Fatima Pillosu" userId="a6295d4dc9e22643" providerId="LiveId" clId="{87453732-75AC-4426-B5D3-B7C69C2D4F54}" dt="2026-01-23T06:35:24.603" v="1469" actId="21"/>
          <ac:spMkLst>
            <pc:docMk/>
            <pc:sldMk cId="1573992039" sldId="256"/>
            <ac:spMk id="1233" creationId="{115E43C9-51F3-752F-21A4-D2C95BE0808B}"/>
          </ac:spMkLst>
        </pc:spChg>
        <pc:spChg chg="add 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34" creationId="{DA721B03-BDAC-27CA-26E3-15F1149EDA51}"/>
          </ac:spMkLst>
        </pc:spChg>
        <pc:spChg chg="add 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35" creationId="{1AC770C5-B169-AD42-5A18-4A96F4AAC699}"/>
          </ac:spMkLst>
        </pc:spChg>
        <pc:spChg chg="add 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36" creationId="{205AA99D-99A0-911E-3713-D74FA9FAE1EF}"/>
          </ac:spMkLst>
        </pc:spChg>
        <pc:spChg chg="add 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38" creationId="{AEC17ABF-0E37-9F99-9544-E60745A0A06E}"/>
          </ac:spMkLst>
        </pc:spChg>
        <pc:spChg chg="add 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39" creationId="{59A1034C-3AC9-A33E-267C-705B6EAEEF8B}"/>
          </ac:spMkLst>
        </pc:spChg>
        <pc:spChg chg="add 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40" creationId="{B74D7124-C164-5658-DAC4-D088DCEDF376}"/>
          </ac:spMkLst>
        </pc:spChg>
        <pc:spChg chg="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41" creationId="{958CFBDE-7C39-857A-E9EC-7E2FA5FEEF41}"/>
          </ac:spMkLst>
        </pc:spChg>
        <pc:spChg chg="add mod">
          <ac:chgData name="Fatima Pillosu" userId="a6295d4dc9e22643" providerId="LiveId" clId="{87453732-75AC-4426-B5D3-B7C69C2D4F54}" dt="2026-01-23T06:34:29.074" v="1464" actId="1076"/>
          <ac:spMkLst>
            <pc:docMk/>
            <pc:sldMk cId="1573992039" sldId="256"/>
            <ac:spMk id="1242" creationId="{BDACE84E-D727-0BBE-8B62-79323712A7F0}"/>
          </ac:spMkLst>
        </pc:spChg>
        <pc:spChg chg="add del mod">
          <ac:chgData name="Fatima Pillosu" userId="a6295d4dc9e22643" providerId="LiveId" clId="{87453732-75AC-4426-B5D3-B7C69C2D4F54}" dt="2026-01-23T06:32:49.190" v="1452" actId="478"/>
          <ac:spMkLst>
            <pc:docMk/>
            <pc:sldMk cId="1573992039" sldId="256"/>
            <ac:spMk id="1243" creationId="{FD301BCA-B1CD-2240-D141-63A86D3880BC}"/>
          </ac:spMkLst>
        </pc:spChg>
        <pc:spChg chg="add del">
          <ac:chgData name="Fatima Pillosu" userId="a6295d4dc9e22643" providerId="LiveId" clId="{87453732-75AC-4426-B5D3-B7C69C2D4F54}" dt="2026-01-23T06:35:03.946" v="1468" actId="478"/>
          <ac:spMkLst>
            <pc:docMk/>
            <pc:sldMk cId="1573992039" sldId="256"/>
            <ac:spMk id="1244" creationId="{17229520-D976-2AB8-9A14-9750AA3FAD64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268" creationId="{3BD7B3DC-F3A9-B413-076C-142F462DB31E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273" creationId="{0A4F13FF-2DF7-6F0C-A0EF-9C67F39AF8D9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02" creationId="{E51641AA-6F79-6900-66D4-9E8509B65255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04" creationId="{C401F5C3-E8F7-BAB8-A8F7-724890C219C7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10" creationId="{54066B8D-FAB6-E393-A31E-DBD9964AA0F3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25" creationId="{127CFB41-2894-69E3-E62C-3DA0B561D707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32" creationId="{AE0EE9CA-2952-95D7-1AE5-92C787C56054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42" creationId="{6061FB66-EF2A-32F8-8668-2468A32FD7DB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45" creationId="{34B384FA-F360-F336-2135-AE0B94D1546B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64" creationId="{DA721B03-BDAC-27CA-26E3-15F1149EDA51}"/>
          </ac:spMkLst>
        </pc:spChg>
        <pc:grpChg chg="add del mod">
          <ac:chgData name="Fatima Pillosu" userId="a6295d4dc9e22643" providerId="LiveId" clId="{87453732-75AC-4426-B5D3-B7C69C2D4F54}" dt="2026-01-23T06:15:57.811" v="764" actId="165"/>
          <ac:grpSpMkLst>
            <pc:docMk/>
            <pc:sldMk cId="1573992039" sldId="256"/>
            <ac:grpSpMk id="37" creationId="{51868F4F-B026-A8A3-BA56-0783EBA64826}"/>
          </ac:grpSpMkLst>
        </pc:grpChg>
        <pc:grpChg chg="del">
          <ac:chgData name="Fatima Pillosu" userId="a6295d4dc9e22643" providerId="LiveId" clId="{87453732-75AC-4426-B5D3-B7C69C2D4F54}" dt="2026-01-23T06:07:37.998" v="315" actId="478"/>
          <ac:grpSpMkLst>
            <pc:docMk/>
            <pc:sldMk cId="1573992039" sldId="256"/>
            <ac:grpSpMk id="1078" creationId="{F05C852A-D7BE-F512-A142-B8804CE3138D}"/>
          </ac:grpSpMkLst>
        </pc:grpChg>
        <pc:grpChg chg="del">
          <ac:chgData name="Fatima Pillosu" userId="a6295d4dc9e22643" providerId="LiveId" clId="{87453732-75AC-4426-B5D3-B7C69C2D4F54}" dt="2026-01-23T06:07:37.998" v="315" actId="478"/>
          <ac:grpSpMkLst>
            <pc:docMk/>
            <pc:sldMk cId="1573992039" sldId="256"/>
            <ac:grpSpMk id="1171" creationId="{AA40A703-DE63-D472-F523-55A412DA0AA0}"/>
          </ac:grpSpMkLst>
        </pc:grpChg>
        <pc:cxnChg chg="add mod">
          <ac:chgData name="Fatima Pillosu" userId="a6295d4dc9e22643" providerId="LiveId" clId="{87453732-75AC-4426-B5D3-B7C69C2D4F54}" dt="2026-01-23T06:10:28.342" v="557"/>
          <ac:cxnSpMkLst>
            <pc:docMk/>
            <pc:sldMk cId="1573992039" sldId="256"/>
            <ac:cxnSpMk id="6" creationId="{E3360A9B-46E0-2546-79F0-3F3AB4966218}"/>
          </ac:cxnSpMkLst>
        </pc:cxnChg>
        <pc:cxnChg chg="add mod">
          <ac:chgData name="Fatima Pillosu" userId="a6295d4dc9e22643" providerId="LiveId" clId="{87453732-75AC-4426-B5D3-B7C69C2D4F54}" dt="2026-01-23T06:10:39.073" v="560" actId="1076"/>
          <ac:cxnSpMkLst>
            <pc:docMk/>
            <pc:sldMk cId="1573992039" sldId="256"/>
            <ac:cxnSpMk id="8" creationId="{E988DF1C-F407-944B-76FA-47D55B12403B}"/>
          </ac:cxnSpMkLst>
        </pc:cxnChg>
        <pc:cxnChg chg="add del mod">
          <ac:chgData name="Fatima Pillosu" userId="a6295d4dc9e22643" providerId="LiveId" clId="{87453732-75AC-4426-B5D3-B7C69C2D4F54}" dt="2026-01-23T06:10:46.313" v="562" actId="478"/>
          <ac:cxnSpMkLst>
            <pc:docMk/>
            <pc:sldMk cId="1573992039" sldId="256"/>
            <ac:cxnSpMk id="10" creationId="{627D64DB-58C1-3A2A-F44C-F857B06ED362}"/>
          </ac:cxnSpMkLst>
        </pc:cxnChg>
        <pc:cxnChg chg="add del mod ord">
          <ac:chgData name="Fatima Pillosu" userId="a6295d4dc9e22643" providerId="LiveId" clId="{87453732-75AC-4426-B5D3-B7C69C2D4F54}" dt="2026-01-23T06:11:14.947" v="571" actId="167"/>
          <ac:cxnSpMkLst>
            <pc:docMk/>
            <pc:sldMk cId="1573992039" sldId="256"/>
            <ac:cxnSpMk id="11" creationId="{AF833556-3E86-7DDA-9647-16F5D993D16D}"/>
          </ac:cxnSpMkLst>
        </pc:cxnChg>
        <pc:cxnChg chg="add mod">
          <ac:chgData name="Fatima Pillosu" userId="a6295d4dc9e22643" providerId="LiveId" clId="{87453732-75AC-4426-B5D3-B7C69C2D4F54}" dt="2026-01-23T06:11:41.596" v="573" actId="571"/>
          <ac:cxnSpMkLst>
            <pc:docMk/>
            <pc:sldMk cId="1573992039" sldId="256"/>
            <ac:cxnSpMk id="13" creationId="{EAD3AABB-E83B-4F40-54E7-E2BB62ACAD90}"/>
          </ac:cxnSpMkLst>
        </pc:cxnChg>
        <pc:cxnChg chg="add mod">
          <ac:chgData name="Fatima Pillosu" userId="a6295d4dc9e22643" providerId="LiveId" clId="{87453732-75AC-4426-B5D3-B7C69C2D4F54}" dt="2026-01-23T06:11:41.596" v="573" actId="571"/>
          <ac:cxnSpMkLst>
            <pc:docMk/>
            <pc:sldMk cId="1573992039" sldId="256"/>
            <ac:cxnSpMk id="14" creationId="{9422DAA2-14EA-1C7A-B614-67BFC67FFD79}"/>
          </ac:cxnSpMkLst>
        </pc:cxnChg>
        <pc:cxnChg chg="add del mod">
          <ac:chgData name="Fatima Pillosu" userId="a6295d4dc9e22643" providerId="LiveId" clId="{87453732-75AC-4426-B5D3-B7C69C2D4F54}" dt="2026-01-23T06:12:11.085" v="579" actId="478"/>
          <ac:cxnSpMkLst>
            <pc:docMk/>
            <pc:sldMk cId="1573992039" sldId="256"/>
            <ac:cxnSpMk id="16" creationId="{4C2B11B8-BA62-6969-0942-79529914627D}"/>
          </ac:cxnSpMkLst>
        </pc:cxnChg>
        <pc:cxnChg chg="add mod">
          <ac:chgData name="Fatima Pillosu" userId="a6295d4dc9e22643" providerId="LiveId" clId="{87453732-75AC-4426-B5D3-B7C69C2D4F54}" dt="2026-01-23T06:16:04.064" v="772" actId="1037"/>
          <ac:cxnSpMkLst>
            <pc:docMk/>
            <pc:sldMk cId="1573992039" sldId="256"/>
            <ac:cxnSpMk id="17" creationId="{5C8C62E2-2461-F3C2-D9E0-4DC7238B1F80}"/>
          </ac:cxnSpMkLst>
        </pc:cxnChg>
        <pc:cxnChg chg="add mod">
          <ac:chgData name="Fatima Pillosu" userId="a6295d4dc9e22643" providerId="LiveId" clId="{87453732-75AC-4426-B5D3-B7C69C2D4F54}" dt="2026-01-23T06:16:04.064" v="772" actId="1037"/>
          <ac:cxnSpMkLst>
            <pc:docMk/>
            <pc:sldMk cId="1573992039" sldId="256"/>
            <ac:cxnSpMk id="18" creationId="{D3BBCBB6-DF6B-BCC2-FC6C-434766CFCB16}"/>
          </ac:cxnSpMkLst>
        </pc:cxnChg>
        <pc:cxnChg chg="add del mod">
          <ac:chgData name="Fatima Pillosu" userId="a6295d4dc9e22643" providerId="LiveId" clId="{87453732-75AC-4426-B5D3-B7C69C2D4F54}" dt="2026-01-23T06:12:10.124" v="578" actId="478"/>
          <ac:cxnSpMkLst>
            <pc:docMk/>
            <pc:sldMk cId="1573992039" sldId="256"/>
            <ac:cxnSpMk id="20" creationId="{34DAA4D4-090B-9CC9-9AB6-4D823775E218}"/>
          </ac:cxnSpMkLst>
        </pc:cxnChg>
        <pc:cxnChg chg="add mod">
          <ac:chgData name="Fatima Pillosu" userId="a6295d4dc9e22643" providerId="LiveId" clId="{87453732-75AC-4426-B5D3-B7C69C2D4F54}" dt="2026-01-23T06:15:49.151" v="763" actId="1037"/>
          <ac:cxnSpMkLst>
            <pc:docMk/>
            <pc:sldMk cId="1573992039" sldId="256"/>
            <ac:cxnSpMk id="22" creationId="{93E9F0D0-D74F-58F5-B76B-89F6B8312968}"/>
          </ac:cxnSpMkLst>
        </pc:cxnChg>
        <pc:cxnChg chg="add mod">
          <ac:chgData name="Fatima Pillosu" userId="a6295d4dc9e22643" providerId="LiveId" clId="{87453732-75AC-4426-B5D3-B7C69C2D4F54}" dt="2026-01-23T06:16:17.192" v="783" actId="1038"/>
          <ac:cxnSpMkLst>
            <pc:docMk/>
            <pc:sldMk cId="1573992039" sldId="256"/>
            <ac:cxnSpMk id="32" creationId="{BDDEB3EA-5566-17A1-8380-E298772FD972}"/>
          </ac:cxnSpMkLst>
        </pc:cxnChg>
        <pc:cxnChg chg="mod">
          <ac:chgData name="Fatima Pillosu" userId="a6295d4dc9e22643" providerId="LiveId" clId="{87453732-75AC-4426-B5D3-B7C69C2D4F54}" dt="2026-01-23T06:28:55.409" v="1328" actId="1037"/>
          <ac:cxnSpMkLst>
            <pc:docMk/>
            <pc:sldMk cId="1573992039" sldId="256"/>
            <ac:cxnSpMk id="862" creationId="{5C8C62E2-2461-F3C2-D9E0-4DC7238B1F80}"/>
          </ac:cxnSpMkLst>
        </pc:cxnChg>
        <pc:cxnChg chg="mod">
          <ac:chgData name="Fatima Pillosu" userId="a6295d4dc9e22643" providerId="LiveId" clId="{87453732-75AC-4426-B5D3-B7C69C2D4F54}" dt="2026-01-23T06:22:47.923" v="1078" actId="1076"/>
          <ac:cxnSpMkLst>
            <pc:docMk/>
            <pc:sldMk cId="1573992039" sldId="256"/>
            <ac:cxnSpMk id="863" creationId="{D3BBCBB6-DF6B-BCC2-FC6C-434766CFCB16}"/>
          </ac:cxnSpMkLst>
        </pc:cxnChg>
        <pc:cxnChg chg="del">
          <ac:chgData name="Fatima Pillosu" userId="a6295d4dc9e22643" providerId="LiveId" clId="{87453732-75AC-4426-B5D3-B7C69C2D4F54}" dt="2026-01-23T06:12:33.008" v="583" actId="478"/>
          <ac:cxnSpMkLst>
            <pc:docMk/>
            <pc:sldMk cId="1573992039" sldId="256"/>
            <ac:cxnSpMk id="1136" creationId="{FF1A36D5-26A9-D5BD-AA4F-6A758B0FDD22}"/>
          </ac:cxnSpMkLst>
        </pc:cxnChg>
        <pc:cxnChg chg="del mod">
          <ac:chgData name="Fatima Pillosu" userId="a6295d4dc9e22643" providerId="LiveId" clId="{87453732-75AC-4426-B5D3-B7C69C2D4F54}" dt="2026-01-23T06:12:31.512" v="582" actId="478"/>
          <ac:cxnSpMkLst>
            <pc:docMk/>
            <pc:sldMk cId="1573992039" sldId="256"/>
            <ac:cxnSpMk id="1138" creationId="{68B22122-705A-6D54-15DC-30E70B313128}"/>
          </ac:cxnSpMkLst>
        </pc:cxnChg>
        <pc:cxnChg chg="del mod">
          <ac:chgData name="Fatima Pillosu" userId="a6295d4dc9e22643" providerId="LiveId" clId="{87453732-75AC-4426-B5D3-B7C69C2D4F54}" dt="2026-01-23T06:11:08.795" v="570" actId="478"/>
          <ac:cxnSpMkLst>
            <pc:docMk/>
            <pc:sldMk cId="1573992039" sldId="256"/>
            <ac:cxnSpMk id="1139" creationId="{8C280FBD-2607-00B7-E97E-5D110246DB78}"/>
          </ac:cxnSpMkLst>
        </pc:cxnChg>
        <pc:cxnChg chg="del mod">
          <ac:chgData name="Fatima Pillosu" userId="a6295d4dc9e22643" providerId="LiveId" clId="{87453732-75AC-4426-B5D3-B7C69C2D4F54}" dt="2026-01-23T06:10:48.250" v="563" actId="478"/>
          <ac:cxnSpMkLst>
            <pc:docMk/>
            <pc:sldMk cId="1573992039" sldId="256"/>
            <ac:cxnSpMk id="1151" creationId="{DF0DFA06-B349-BFFF-59D7-AF6FCC570731}"/>
          </ac:cxnSpMkLst>
        </pc:cxnChg>
        <pc:cxnChg chg="del">
          <ac:chgData name="Fatima Pillosu" userId="a6295d4dc9e22643" providerId="LiveId" clId="{87453732-75AC-4426-B5D3-B7C69C2D4F54}" dt="2026-01-23T06:30:13.121" v="1363" actId="478"/>
          <ac:cxnSpMkLst>
            <pc:docMk/>
            <pc:sldMk cId="1573992039" sldId="256"/>
            <ac:cxnSpMk id="1225" creationId="{6377B571-F84C-847C-0578-68AA121A2CD9}"/>
          </ac:cxnSpMkLst>
        </pc:cxnChg>
        <pc:cxnChg chg="del">
          <ac:chgData name="Fatima Pillosu" userId="a6295d4dc9e22643" providerId="LiveId" clId="{87453732-75AC-4426-B5D3-B7C69C2D4F54}" dt="2026-01-23T06:30:13.121" v="1363" actId="478"/>
          <ac:cxnSpMkLst>
            <pc:docMk/>
            <pc:sldMk cId="1573992039" sldId="256"/>
            <ac:cxnSpMk id="1226" creationId="{4BA5C9E2-DD87-7967-84D7-84757553A58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931" y="524289"/>
            <a:ext cx="4319588" cy="1115319"/>
          </a:xfrm>
        </p:spPr>
        <p:txBody>
          <a:bodyPr anchor="b"/>
          <a:lstStyle>
            <a:lvl1pPr algn="ctr">
              <a:defRPr sz="280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931" y="1682619"/>
            <a:ext cx="4319588" cy="773455"/>
          </a:xfrm>
        </p:spPr>
        <p:txBody>
          <a:bodyPr/>
          <a:lstStyle>
            <a:lvl1pPr marL="0" indent="0" algn="ctr">
              <a:buNone/>
              <a:defRPr sz="1121"/>
            </a:lvl1pPr>
            <a:lvl2pPr marL="213558" indent="0" algn="ctr">
              <a:buNone/>
              <a:defRPr sz="934"/>
            </a:lvl2pPr>
            <a:lvl3pPr marL="427116" indent="0" algn="ctr">
              <a:buNone/>
              <a:defRPr sz="841"/>
            </a:lvl3pPr>
            <a:lvl4pPr marL="640674" indent="0" algn="ctr">
              <a:buNone/>
              <a:defRPr sz="747"/>
            </a:lvl4pPr>
            <a:lvl5pPr marL="854232" indent="0" algn="ctr">
              <a:buNone/>
              <a:defRPr sz="747"/>
            </a:lvl5pPr>
            <a:lvl6pPr marL="1067791" indent="0" algn="ctr">
              <a:buNone/>
              <a:defRPr sz="747"/>
            </a:lvl6pPr>
            <a:lvl7pPr marL="1281349" indent="0" algn="ctr">
              <a:buNone/>
              <a:defRPr sz="747"/>
            </a:lvl7pPr>
            <a:lvl8pPr marL="1494907" indent="0" algn="ctr">
              <a:buNone/>
              <a:defRPr sz="747"/>
            </a:lvl8pPr>
            <a:lvl9pPr marL="1708465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94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19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962" y="798670"/>
            <a:ext cx="4967526" cy="1332598"/>
          </a:xfrm>
        </p:spPr>
        <p:txBody>
          <a:bodyPr anchor="b"/>
          <a:lstStyle>
            <a:lvl1pPr>
              <a:defRPr sz="280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962" y="2143874"/>
            <a:ext cx="4967526" cy="700782"/>
          </a:xfrm>
        </p:spPr>
        <p:txBody>
          <a:bodyPr/>
          <a:lstStyle>
            <a:lvl1pPr marL="0" indent="0">
              <a:buNone/>
              <a:defRPr sz="1121">
                <a:solidFill>
                  <a:schemeClr val="tx1">
                    <a:tint val="82000"/>
                  </a:schemeClr>
                </a:solidFill>
              </a:defRPr>
            </a:lvl1pPr>
            <a:lvl2pPr marL="213558" indent="0">
              <a:buNone/>
              <a:defRPr sz="934">
                <a:solidFill>
                  <a:schemeClr val="tx1">
                    <a:tint val="82000"/>
                  </a:schemeClr>
                </a:solidFill>
              </a:defRPr>
            </a:lvl2pPr>
            <a:lvl3pPr marL="427116" indent="0">
              <a:buNone/>
              <a:defRPr sz="841">
                <a:solidFill>
                  <a:schemeClr val="tx1">
                    <a:tint val="82000"/>
                  </a:schemeClr>
                </a:solidFill>
              </a:defRPr>
            </a:lvl3pPr>
            <a:lvl4pPr marL="640674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423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779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1349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490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8465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686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5962" y="852803"/>
            <a:ext cx="2447766" cy="20326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15722" y="852803"/>
            <a:ext cx="2447766" cy="20326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7792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170561"/>
            <a:ext cx="4967526" cy="6192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713" y="785321"/>
            <a:ext cx="2436517" cy="384874"/>
          </a:xfrm>
        </p:spPr>
        <p:txBody>
          <a:bodyPr anchor="b"/>
          <a:lstStyle>
            <a:lvl1pPr marL="0" indent="0">
              <a:buNone/>
              <a:defRPr sz="1121" b="1"/>
            </a:lvl1pPr>
            <a:lvl2pPr marL="213558" indent="0">
              <a:buNone/>
              <a:defRPr sz="934" b="1"/>
            </a:lvl2pPr>
            <a:lvl3pPr marL="427116" indent="0">
              <a:buNone/>
              <a:defRPr sz="841" b="1"/>
            </a:lvl3pPr>
            <a:lvl4pPr marL="640674" indent="0">
              <a:buNone/>
              <a:defRPr sz="747" b="1"/>
            </a:lvl4pPr>
            <a:lvl5pPr marL="854232" indent="0">
              <a:buNone/>
              <a:defRPr sz="747" b="1"/>
            </a:lvl5pPr>
            <a:lvl6pPr marL="1067791" indent="0">
              <a:buNone/>
              <a:defRPr sz="747" b="1"/>
            </a:lvl6pPr>
            <a:lvl7pPr marL="1281349" indent="0">
              <a:buNone/>
              <a:defRPr sz="747" b="1"/>
            </a:lvl7pPr>
            <a:lvl8pPr marL="1494907" indent="0">
              <a:buNone/>
              <a:defRPr sz="747" b="1"/>
            </a:lvl8pPr>
            <a:lvl9pPr marL="1708465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6713" y="1170195"/>
            <a:ext cx="2436517" cy="1721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5722" y="785321"/>
            <a:ext cx="2448516" cy="384874"/>
          </a:xfrm>
        </p:spPr>
        <p:txBody>
          <a:bodyPr anchor="b"/>
          <a:lstStyle>
            <a:lvl1pPr marL="0" indent="0">
              <a:buNone/>
              <a:defRPr sz="1121" b="1"/>
            </a:lvl1pPr>
            <a:lvl2pPr marL="213558" indent="0">
              <a:buNone/>
              <a:defRPr sz="934" b="1"/>
            </a:lvl2pPr>
            <a:lvl3pPr marL="427116" indent="0">
              <a:buNone/>
              <a:defRPr sz="841" b="1"/>
            </a:lvl3pPr>
            <a:lvl4pPr marL="640674" indent="0">
              <a:buNone/>
              <a:defRPr sz="747" b="1"/>
            </a:lvl4pPr>
            <a:lvl5pPr marL="854232" indent="0">
              <a:buNone/>
              <a:defRPr sz="747" b="1"/>
            </a:lvl5pPr>
            <a:lvl6pPr marL="1067791" indent="0">
              <a:buNone/>
              <a:defRPr sz="747" b="1"/>
            </a:lvl6pPr>
            <a:lvl7pPr marL="1281349" indent="0">
              <a:buNone/>
              <a:defRPr sz="747" b="1"/>
            </a:lvl7pPr>
            <a:lvl8pPr marL="1494907" indent="0">
              <a:buNone/>
              <a:defRPr sz="747" b="1"/>
            </a:lvl8pPr>
            <a:lvl9pPr marL="1708465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15722" y="1170195"/>
            <a:ext cx="2448516" cy="1721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4509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6313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511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3" y="213572"/>
            <a:ext cx="1857572" cy="747501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8516" y="461256"/>
            <a:ext cx="2915722" cy="2276615"/>
          </a:xfrm>
        </p:spPr>
        <p:txBody>
          <a:bodyPr/>
          <a:lstStyle>
            <a:lvl1pPr>
              <a:defRPr sz="1495"/>
            </a:lvl1pPr>
            <a:lvl2pPr>
              <a:defRPr sz="1308"/>
            </a:lvl2pPr>
            <a:lvl3pPr>
              <a:defRPr sz="1121"/>
            </a:lvl3pPr>
            <a:lvl4pPr>
              <a:defRPr sz="934"/>
            </a:lvl4pPr>
            <a:lvl5pPr>
              <a:defRPr sz="934"/>
            </a:lvl5pPr>
            <a:lvl6pPr>
              <a:defRPr sz="934"/>
            </a:lvl6pPr>
            <a:lvl7pPr>
              <a:defRPr sz="934"/>
            </a:lvl7pPr>
            <a:lvl8pPr>
              <a:defRPr sz="934"/>
            </a:lvl8pPr>
            <a:lvl9pPr>
              <a:defRPr sz="9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3" y="961072"/>
            <a:ext cx="1857572" cy="1780506"/>
          </a:xfrm>
        </p:spPr>
        <p:txBody>
          <a:bodyPr/>
          <a:lstStyle>
            <a:lvl1pPr marL="0" indent="0">
              <a:buNone/>
              <a:defRPr sz="747"/>
            </a:lvl1pPr>
            <a:lvl2pPr marL="213558" indent="0">
              <a:buNone/>
              <a:defRPr sz="654"/>
            </a:lvl2pPr>
            <a:lvl3pPr marL="427116" indent="0">
              <a:buNone/>
              <a:defRPr sz="561"/>
            </a:lvl3pPr>
            <a:lvl4pPr marL="640674" indent="0">
              <a:buNone/>
              <a:defRPr sz="467"/>
            </a:lvl4pPr>
            <a:lvl5pPr marL="854232" indent="0">
              <a:buNone/>
              <a:defRPr sz="467"/>
            </a:lvl5pPr>
            <a:lvl6pPr marL="1067791" indent="0">
              <a:buNone/>
              <a:defRPr sz="467"/>
            </a:lvl6pPr>
            <a:lvl7pPr marL="1281349" indent="0">
              <a:buNone/>
              <a:defRPr sz="467"/>
            </a:lvl7pPr>
            <a:lvl8pPr marL="1494907" indent="0">
              <a:buNone/>
              <a:defRPr sz="467"/>
            </a:lvl8pPr>
            <a:lvl9pPr marL="1708465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988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3" y="213572"/>
            <a:ext cx="1857572" cy="747501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48516" y="461256"/>
            <a:ext cx="2915722" cy="2276615"/>
          </a:xfrm>
        </p:spPr>
        <p:txBody>
          <a:bodyPr anchor="t"/>
          <a:lstStyle>
            <a:lvl1pPr marL="0" indent="0">
              <a:buNone/>
              <a:defRPr sz="1495"/>
            </a:lvl1pPr>
            <a:lvl2pPr marL="213558" indent="0">
              <a:buNone/>
              <a:defRPr sz="1308"/>
            </a:lvl2pPr>
            <a:lvl3pPr marL="427116" indent="0">
              <a:buNone/>
              <a:defRPr sz="1121"/>
            </a:lvl3pPr>
            <a:lvl4pPr marL="640674" indent="0">
              <a:buNone/>
              <a:defRPr sz="934"/>
            </a:lvl4pPr>
            <a:lvl5pPr marL="854232" indent="0">
              <a:buNone/>
              <a:defRPr sz="934"/>
            </a:lvl5pPr>
            <a:lvl6pPr marL="1067791" indent="0">
              <a:buNone/>
              <a:defRPr sz="934"/>
            </a:lvl6pPr>
            <a:lvl7pPr marL="1281349" indent="0">
              <a:buNone/>
              <a:defRPr sz="934"/>
            </a:lvl7pPr>
            <a:lvl8pPr marL="1494907" indent="0">
              <a:buNone/>
              <a:defRPr sz="934"/>
            </a:lvl8pPr>
            <a:lvl9pPr marL="1708465" indent="0">
              <a:buNone/>
              <a:defRPr sz="9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3" y="961072"/>
            <a:ext cx="1857572" cy="1780506"/>
          </a:xfrm>
        </p:spPr>
        <p:txBody>
          <a:bodyPr/>
          <a:lstStyle>
            <a:lvl1pPr marL="0" indent="0">
              <a:buNone/>
              <a:defRPr sz="747"/>
            </a:lvl1pPr>
            <a:lvl2pPr marL="213558" indent="0">
              <a:buNone/>
              <a:defRPr sz="654"/>
            </a:lvl2pPr>
            <a:lvl3pPr marL="427116" indent="0">
              <a:buNone/>
              <a:defRPr sz="561"/>
            </a:lvl3pPr>
            <a:lvl4pPr marL="640674" indent="0">
              <a:buNone/>
              <a:defRPr sz="467"/>
            </a:lvl4pPr>
            <a:lvl5pPr marL="854232" indent="0">
              <a:buNone/>
              <a:defRPr sz="467"/>
            </a:lvl5pPr>
            <a:lvl6pPr marL="1067791" indent="0">
              <a:buNone/>
              <a:defRPr sz="467"/>
            </a:lvl6pPr>
            <a:lvl7pPr marL="1281349" indent="0">
              <a:buNone/>
              <a:defRPr sz="467"/>
            </a:lvl7pPr>
            <a:lvl8pPr marL="1494907" indent="0">
              <a:buNone/>
              <a:defRPr sz="467"/>
            </a:lvl8pPr>
            <a:lvl9pPr marL="1708465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378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118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21607" y="170561"/>
            <a:ext cx="1241881" cy="27148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5962" y="170561"/>
            <a:ext cx="3653651" cy="27148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7301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5962" y="170561"/>
            <a:ext cx="4967526" cy="6192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5962" y="852803"/>
            <a:ext cx="4967526" cy="2032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95962" y="2969240"/>
            <a:ext cx="1295876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07818" y="2969240"/>
            <a:ext cx="1943814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67612" y="2969240"/>
            <a:ext cx="1295876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9858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427116" rtl="0" eaLnBrk="1" latinLnBrk="0" hangingPunct="1">
        <a:lnSpc>
          <a:spcPct val="90000"/>
        </a:lnSpc>
        <a:spcBef>
          <a:spcPct val="0"/>
        </a:spcBef>
        <a:buNone/>
        <a:defRPr sz="20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779" indent="-106779" algn="l" defTabSz="427116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8" kern="1200">
          <a:solidFill>
            <a:schemeClr val="tx1"/>
          </a:solidFill>
          <a:latin typeface="+mn-lt"/>
          <a:ea typeface="+mn-ea"/>
          <a:cs typeface="+mn-cs"/>
        </a:defRPr>
      </a:lvl1pPr>
      <a:lvl2pPr marL="320337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1121" kern="1200">
          <a:solidFill>
            <a:schemeClr val="tx1"/>
          </a:solidFill>
          <a:latin typeface="+mn-lt"/>
          <a:ea typeface="+mn-ea"/>
          <a:cs typeface="+mn-cs"/>
        </a:defRPr>
      </a:lvl2pPr>
      <a:lvl3pPr marL="533895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934" kern="1200">
          <a:solidFill>
            <a:schemeClr val="tx1"/>
          </a:solidFill>
          <a:latin typeface="+mn-lt"/>
          <a:ea typeface="+mn-ea"/>
          <a:cs typeface="+mn-cs"/>
        </a:defRPr>
      </a:lvl3pPr>
      <a:lvl4pPr marL="747453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4pPr>
      <a:lvl5pPr marL="961012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5pPr>
      <a:lvl6pPr marL="1174570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6pPr>
      <a:lvl7pPr marL="1388128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7pPr>
      <a:lvl8pPr marL="1601686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8pPr>
      <a:lvl9pPr marL="1815244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1pPr>
      <a:lvl2pPr marL="213558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2pPr>
      <a:lvl3pPr marL="427116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3pPr>
      <a:lvl4pPr marL="640674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4pPr>
      <a:lvl5pPr marL="854232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5pPr>
      <a:lvl6pPr marL="1067791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6pPr>
      <a:lvl7pPr marL="1281349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7pPr>
      <a:lvl8pPr marL="1494907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8pPr>
      <a:lvl9pPr marL="1708465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5" name="Straight Connector 1244">
            <a:extLst>
              <a:ext uri="{FF2B5EF4-FFF2-40B4-BE49-F238E27FC236}">
                <a16:creationId xmlns:a16="http://schemas.microsoft.com/office/drawing/2014/main" id="{AF833556-3E86-7DDA-9647-16F5D993D16D}"/>
              </a:ext>
            </a:extLst>
          </p:cNvPr>
          <p:cNvCxnSpPr>
            <a:cxnSpLocks/>
          </p:cNvCxnSpPr>
          <p:nvPr/>
        </p:nvCxnSpPr>
        <p:spPr>
          <a:xfrm flipV="1">
            <a:off x="435294" y="914669"/>
            <a:ext cx="535340" cy="5344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Straight Connector 1245">
            <a:extLst>
              <a:ext uri="{FF2B5EF4-FFF2-40B4-BE49-F238E27FC236}">
                <a16:creationId xmlns:a16="http://schemas.microsoft.com/office/drawing/2014/main" id="{968EEE52-4EB8-C466-7DEB-ABB9361631DF}"/>
              </a:ext>
            </a:extLst>
          </p:cNvPr>
          <p:cNvCxnSpPr>
            <a:cxnSpLocks/>
          </p:cNvCxnSpPr>
          <p:nvPr/>
        </p:nvCxnSpPr>
        <p:spPr>
          <a:xfrm>
            <a:off x="320270" y="2365457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7" name="Freeform: Shape 1246">
            <a:extLst>
              <a:ext uri="{FF2B5EF4-FFF2-40B4-BE49-F238E27FC236}">
                <a16:creationId xmlns:a16="http://schemas.microsoft.com/office/drawing/2014/main" id="{1CC68D49-F510-1250-0884-6934B89FDF60}"/>
              </a:ext>
            </a:extLst>
          </p:cNvPr>
          <p:cNvSpPr/>
          <p:nvPr/>
        </p:nvSpPr>
        <p:spPr>
          <a:xfrm>
            <a:off x="2850754" y="2380161"/>
            <a:ext cx="528597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48" name="Straight Connector 1247">
            <a:extLst>
              <a:ext uri="{FF2B5EF4-FFF2-40B4-BE49-F238E27FC236}">
                <a16:creationId xmlns:a16="http://schemas.microsoft.com/office/drawing/2014/main" id="{AD3B3658-4BC9-9FAA-2D37-FE2130FD529F}"/>
              </a:ext>
            </a:extLst>
          </p:cNvPr>
          <p:cNvCxnSpPr>
            <a:cxnSpLocks/>
          </p:cNvCxnSpPr>
          <p:nvPr/>
        </p:nvCxnSpPr>
        <p:spPr>
          <a:xfrm flipH="1">
            <a:off x="336832" y="2375159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Straight Connector 1248">
            <a:extLst>
              <a:ext uri="{FF2B5EF4-FFF2-40B4-BE49-F238E27FC236}">
                <a16:creationId xmlns:a16="http://schemas.microsoft.com/office/drawing/2014/main" id="{9071342F-327C-FC04-2FAA-4274C25CBC1B}"/>
              </a:ext>
            </a:extLst>
          </p:cNvPr>
          <p:cNvCxnSpPr>
            <a:cxnSpLocks/>
          </p:cNvCxnSpPr>
          <p:nvPr/>
        </p:nvCxnSpPr>
        <p:spPr>
          <a:xfrm flipV="1">
            <a:off x="1644658" y="2386040"/>
            <a:ext cx="535340" cy="5344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0" name="TextBox 1249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77268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Breakdown scores</a:t>
            </a:r>
          </a:p>
          <a:p>
            <a:r>
              <a:rPr 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Reliability diagrams and ROC curves</a:t>
            </a:r>
          </a:p>
        </p:txBody>
      </p:sp>
      <p:sp>
        <p:nvSpPr>
          <p:cNvPr id="1251" name="TextBox 1250">
            <a:extLst>
              <a:ext uri="{FF2B5EF4-FFF2-40B4-BE49-F238E27FC236}">
                <a16:creationId xmlns:a16="http://schemas.microsoft.com/office/drawing/2014/main" id="{6398BBB5-C5B7-3FA0-2762-675850631296}"/>
              </a:ext>
            </a:extLst>
          </p:cNvPr>
          <p:cNvSpPr txBox="1"/>
          <p:nvPr/>
        </p:nvSpPr>
        <p:spPr>
          <a:xfrm>
            <a:off x="142249" y="2992543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52" name="TextBox 1251">
            <a:extLst>
              <a:ext uri="{FF2B5EF4-FFF2-40B4-BE49-F238E27FC236}">
                <a16:creationId xmlns:a16="http://schemas.microsoft.com/office/drawing/2014/main" id="{D58BBFDB-39D2-B492-5A75-D30A9FDDAEE4}"/>
              </a:ext>
            </a:extLst>
          </p:cNvPr>
          <p:cNvSpPr txBox="1"/>
          <p:nvPr/>
        </p:nvSpPr>
        <p:spPr>
          <a:xfrm rot="16200000">
            <a:off x="-267653" y="2531558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53" name="Rectangle 1252">
            <a:extLst>
              <a:ext uri="{FF2B5EF4-FFF2-40B4-BE49-F238E27FC236}">
                <a16:creationId xmlns:a16="http://schemas.microsoft.com/office/drawing/2014/main" id="{059E6EB5-4540-D3FE-63A3-DC776774CD1C}"/>
              </a:ext>
            </a:extLst>
          </p:cNvPr>
          <p:cNvSpPr/>
          <p:nvPr/>
        </p:nvSpPr>
        <p:spPr>
          <a:xfrm>
            <a:off x="316313" y="2369280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54" name="TextBox 1253">
            <a:extLst>
              <a:ext uri="{FF2B5EF4-FFF2-40B4-BE49-F238E27FC236}">
                <a16:creationId xmlns:a16="http://schemas.microsoft.com/office/drawing/2014/main" id="{A11800D9-3F69-3F1B-27AC-21058F8BAEF3}"/>
              </a:ext>
            </a:extLst>
          </p:cNvPr>
          <p:cNvSpPr txBox="1"/>
          <p:nvPr/>
        </p:nvSpPr>
        <p:spPr>
          <a:xfrm>
            <a:off x="440579" y="286222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55" name="TextBox 1254">
            <a:extLst>
              <a:ext uri="{FF2B5EF4-FFF2-40B4-BE49-F238E27FC236}">
                <a16:creationId xmlns:a16="http://schemas.microsoft.com/office/drawing/2014/main" id="{0EB5DAC0-7D5E-19E0-EF75-D601AE5E3294}"/>
              </a:ext>
            </a:extLst>
          </p:cNvPr>
          <p:cNvSpPr txBox="1"/>
          <p:nvPr/>
        </p:nvSpPr>
        <p:spPr>
          <a:xfrm>
            <a:off x="209385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56" name="TextBox 1255">
            <a:extLst>
              <a:ext uri="{FF2B5EF4-FFF2-40B4-BE49-F238E27FC236}">
                <a16:creationId xmlns:a16="http://schemas.microsoft.com/office/drawing/2014/main" id="{964EC952-07EF-AA5F-815E-D6BF5819DB79}"/>
              </a:ext>
            </a:extLst>
          </p:cNvPr>
          <p:cNvSpPr txBox="1"/>
          <p:nvPr/>
        </p:nvSpPr>
        <p:spPr>
          <a:xfrm>
            <a:off x="740701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57" name="Straight Connector 1256">
            <a:extLst>
              <a:ext uri="{FF2B5EF4-FFF2-40B4-BE49-F238E27FC236}">
                <a16:creationId xmlns:a16="http://schemas.microsoft.com/office/drawing/2014/main" id="{85A8627E-3C7F-50C1-44FD-2648ACF7F65D}"/>
              </a:ext>
            </a:extLst>
          </p:cNvPr>
          <p:cNvCxnSpPr>
            <a:cxnSpLocks/>
          </p:cNvCxnSpPr>
          <p:nvPr/>
        </p:nvCxnSpPr>
        <p:spPr>
          <a:xfrm flipV="1">
            <a:off x="316909" y="2381317"/>
            <a:ext cx="538064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TextBox 1257">
            <a:extLst>
              <a:ext uri="{FF2B5EF4-FFF2-40B4-BE49-F238E27FC236}">
                <a16:creationId xmlns:a16="http://schemas.microsoft.com/office/drawing/2014/main" id="{C10D4363-0ACF-905C-8B81-8DD86D3AEA90}"/>
              </a:ext>
            </a:extLst>
          </p:cNvPr>
          <p:cNvSpPr txBox="1"/>
          <p:nvPr/>
        </p:nvSpPr>
        <p:spPr>
          <a:xfrm>
            <a:off x="141545" y="279190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59" name="TextBox 1258">
            <a:extLst>
              <a:ext uri="{FF2B5EF4-FFF2-40B4-BE49-F238E27FC236}">
                <a16:creationId xmlns:a16="http://schemas.microsoft.com/office/drawing/2014/main" id="{93B456C6-CC24-93CB-C4C5-CED60A17A518}"/>
              </a:ext>
            </a:extLst>
          </p:cNvPr>
          <p:cNvSpPr txBox="1"/>
          <p:nvPr/>
        </p:nvSpPr>
        <p:spPr>
          <a:xfrm>
            <a:off x="141545" y="226435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60" name="TextBox 1259">
            <a:extLst>
              <a:ext uri="{FF2B5EF4-FFF2-40B4-BE49-F238E27FC236}">
                <a16:creationId xmlns:a16="http://schemas.microsoft.com/office/drawing/2014/main" id="{6C660C77-D465-82E3-BFA2-7CB49265F32B}"/>
              </a:ext>
            </a:extLst>
          </p:cNvPr>
          <p:cNvSpPr txBox="1"/>
          <p:nvPr/>
        </p:nvSpPr>
        <p:spPr>
          <a:xfrm>
            <a:off x="72617" y="2528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61" name="TextBox 1260">
            <a:extLst>
              <a:ext uri="{FF2B5EF4-FFF2-40B4-BE49-F238E27FC236}">
                <a16:creationId xmlns:a16="http://schemas.microsoft.com/office/drawing/2014/main" id="{623AE8A3-7B4D-1507-5807-46EC67FA9068}"/>
              </a:ext>
            </a:extLst>
          </p:cNvPr>
          <p:cNvSpPr txBox="1"/>
          <p:nvPr/>
        </p:nvSpPr>
        <p:spPr>
          <a:xfrm>
            <a:off x="312729" y="2145976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cxnSp>
        <p:nvCxnSpPr>
          <p:cNvPr id="1262" name="Straight Connector 1261">
            <a:extLst>
              <a:ext uri="{FF2B5EF4-FFF2-40B4-BE49-F238E27FC236}">
                <a16:creationId xmlns:a16="http://schemas.microsoft.com/office/drawing/2014/main" id="{234D5710-BE72-4C88-AB1A-092CA23C29CF}"/>
              </a:ext>
            </a:extLst>
          </p:cNvPr>
          <p:cNvCxnSpPr>
            <a:cxnSpLocks/>
          </p:cNvCxnSpPr>
          <p:nvPr/>
        </p:nvCxnSpPr>
        <p:spPr>
          <a:xfrm flipV="1">
            <a:off x="1638017" y="2386040"/>
            <a:ext cx="537613" cy="539823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3" name="TextBox 1262">
            <a:extLst>
              <a:ext uri="{FF2B5EF4-FFF2-40B4-BE49-F238E27FC236}">
                <a16:creationId xmlns:a16="http://schemas.microsoft.com/office/drawing/2014/main" id="{3D37103F-47C7-BE7F-806C-5E4BECD03EA9}"/>
              </a:ext>
            </a:extLst>
          </p:cNvPr>
          <p:cNvSpPr txBox="1"/>
          <p:nvPr/>
        </p:nvSpPr>
        <p:spPr>
          <a:xfrm>
            <a:off x="1459230" y="3003424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64" name="Rectangle 1263">
            <a:extLst>
              <a:ext uri="{FF2B5EF4-FFF2-40B4-BE49-F238E27FC236}">
                <a16:creationId xmlns:a16="http://schemas.microsoft.com/office/drawing/2014/main" id="{691E9E90-7DD7-6CD0-11D1-3ED706626DD0}"/>
              </a:ext>
            </a:extLst>
          </p:cNvPr>
          <p:cNvSpPr/>
          <p:nvPr/>
        </p:nvSpPr>
        <p:spPr>
          <a:xfrm>
            <a:off x="1641532" y="2380161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65" name="TextBox 1264">
            <a:extLst>
              <a:ext uri="{FF2B5EF4-FFF2-40B4-BE49-F238E27FC236}">
                <a16:creationId xmlns:a16="http://schemas.microsoft.com/office/drawing/2014/main" id="{DCB1B907-5B6C-8E3C-DD69-3607F5EC5EE4}"/>
              </a:ext>
            </a:extLst>
          </p:cNvPr>
          <p:cNvSpPr txBox="1"/>
          <p:nvPr/>
        </p:nvSpPr>
        <p:spPr>
          <a:xfrm>
            <a:off x="1765798" y="287310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09211612-F072-5BD6-1D9B-15C6F9A838C8}"/>
              </a:ext>
            </a:extLst>
          </p:cNvPr>
          <p:cNvSpPr txBox="1"/>
          <p:nvPr/>
        </p:nvSpPr>
        <p:spPr>
          <a:xfrm>
            <a:off x="1534604" y="28731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67" name="TextBox 1266">
            <a:extLst>
              <a:ext uri="{FF2B5EF4-FFF2-40B4-BE49-F238E27FC236}">
                <a16:creationId xmlns:a16="http://schemas.microsoft.com/office/drawing/2014/main" id="{609B895C-8C96-00FC-B186-7A3C7A3E9132}"/>
              </a:ext>
            </a:extLst>
          </p:cNvPr>
          <p:cNvSpPr txBox="1"/>
          <p:nvPr/>
        </p:nvSpPr>
        <p:spPr>
          <a:xfrm>
            <a:off x="2065920" y="28731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68" name="TextBox 1267">
            <a:extLst>
              <a:ext uri="{FF2B5EF4-FFF2-40B4-BE49-F238E27FC236}">
                <a16:creationId xmlns:a16="http://schemas.microsoft.com/office/drawing/2014/main" id="{3BD7B3DC-F3A9-B413-076C-142F462DB31E}"/>
              </a:ext>
            </a:extLst>
          </p:cNvPr>
          <p:cNvSpPr txBox="1"/>
          <p:nvPr/>
        </p:nvSpPr>
        <p:spPr>
          <a:xfrm>
            <a:off x="1466764" y="280278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69" name="TextBox 1268">
            <a:extLst>
              <a:ext uri="{FF2B5EF4-FFF2-40B4-BE49-F238E27FC236}">
                <a16:creationId xmlns:a16="http://schemas.microsoft.com/office/drawing/2014/main" id="{8E6B5854-5F10-ED6E-F1FA-25BC5AF5C263}"/>
              </a:ext>
            </a:extLst>
          </p:cNvPr>
          <p:cNvSpPr txBox="1"/>
          <p:nvPr/>
        </p:nvSpPr>
        <p:spPr>
          <a:xfrm>
            <a:off x="1466764" y="227523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70" name="TextBox 1269">
            <a:extLst>
              <a:ext uri="{FF2B5EF4-FFF2-40B4-BE49-F238E27FC236}">
                <a16:creationId xmlns:a16="http://schemas.microsoft.com/office/drawing/2014/main" id="{C8CCCD2D-0089-69E8-21C0-CB0AD3AEB27C}"/>
              </a:ext>
            </a:extLst>
          </p:cNvPr>
          <p:cNvSpPr txBox="1"/>
          <p:nvPr/>
        </p:nvSpPr>
        <p:spPr>
          <a:xfrm>
            <a:off x="1397836" y="253901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71" name="TextBox 1270">
            <a:extLst>
              <a:ext uri="{FF2B5EF4-FFF2-40B4-BE49-F238E27FC236}">
                <a16:creationId xmlns:a16="http://schemas.microsoft.com/office/drawing/2014/main" id="{8AA02093-FA6D-5D59-6CA4-1FF853835A7E}"/>
              </a:ext>
            </a:extLst>
          </p:cNvPr>
          <p:cNvSpPr txBox="1"/>
          <p:nvPr/>
        </p:nvSpPr>
        <p:spPr>
          <a:xfrm>
            <a:off x="1637948" y="2156857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272" name="TextBox 1271">
            <a:extLst>
              <a:ext uri="{FF2B5EF4-FFF2-40B4-BE49-F238E27FC236}">
                <a16:creationId xmlns:a16="http://schemas.microsoft.com/office/drawing/2014/main" id="{78EFBCC5-7C3E-9B4A-372C-36A98A9D7290}"/>
              </a:ext>
            </a:extLst>
          </p:cNvPr>
          <p:cNvSpPr txBox="1"/>
          <p:nvPr/>
        </p:nvSpPr>
        <p:spPr>
          <a:xfrm>
            <a:off x="2667551" y="2983971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73" name="Rectangle 1272">
            <a:extLst>
              <a:ext uri="{FF2B5EF4-FFF2-40B4-BE49-F238E27FC236}">
                <a16:creationId xmlns:a16="http://schemas.microsoft.com/office/drawing/2014/main" id="{0A4F13FF-2DF7-6F0C-A0EF-9C67F39AF8D9}"/>
              </a:ext>
            </a:extLst>
          </p:cNvPr>
          <p:cNvSpPr/>
          <p:nvPr/>
        </p:nvSpPr>
        <p:spPr>
          <a:xfrm>
            <a:off x="2841615" y="236070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74" name="TextBox 1273">
            <a:extLst>
              <a:ext uri="{FF2B5EF4-FFF2-40B4-BE49-F238E27FC236}">
                <a16:creationId xmlns:a16="http://schemas.microsoft.com/office/drawing/2014/main" id="{8614CC6A-136B-38FE-2788-E0D660940D63}"/>
              </a:ext>
            </a:extLst>
          </p:cNvPr>
          <p:cNvSpPr txBox="1"/>
          <p:nvPr/>
        </p:nvSpPr>
        <p:spPr>
          <a:xfrm>
            <a:off x="2965881" y="285365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75" name="TextBox 1274">
            <a:extLst>
              <a:ext uri="{FF2B5EF4-FFF2-40B4-BE49-F238E27FC236}">
                <a16:creationId xmlns:a16="http://schemas.microsoft.com/office/drawing/2014/main" id="{11D73049-044A-996F-62DF-A3CA868D106B}"/>
              </a:ext>
            </a:extLst>
          </p:cNvPr>
          <p:cNvSpPr txBox="1"/>
          <p:nvPr/>
        </p:nvSpPr>
        <p:spPr>
          <a:xfrm>
            <a:off x="2734687" y="28536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76" name="TextBox 1275">
            <a:extLst>
              <a:ext uri="{FF2B5EF4-FFF2-40B4-BE49-F238E27FC236}">
                <a16:creationId xmlns:a16="http://schemas.microsoft.com/office/drawing/2014/main" id="{6C363CBB-B56A-F312-7FA8-51FFC4BAD1BC}"/>
              </a:ext>
            </a:extLst>
          </p:cNvPr>
          <p:cNvSpPr txBox="1"/>
          <p:nvPr/>
        </p:nvSpPr>
        <p:spPr>
          <a:xfrm>
            <a:off x="3266003" y="28536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77" name="Straight Connector 1276">
            <a:extLst>
              <a:ext uri="{FF2B5EF4-FFF2-40B4-BE49-F238E27FC236}">
                <a16:creationId xmlns:a16="http://schemas.microsoft.com/office/drawing/2014/main" id="{A324DFE3-3090-DC4D-E514-0D35E1A94172}"/>
              </a:ext>
            </a:extLst>
          </p:cNvPr>
          <p:cNvCxnSpPr>
            <a:cxnSpLocks/>
          </p:cNvCxnSpPr>
          <p:nvPr/>
        </p:nvCxnSpPr>
        <p:spPr>
          <a:xfrm flipV="1">
            <a:off x="2842211" y="236658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8" name="TextBox 1277">
            <a:extLst>
              <a:ext uri="{FF2B5EF4-FFF2-40B4-BE49-F238E27FC236}">
                <a16:creationId xmlns:a16="http://schemas.microsoft.com/office/drawing/2014/main" id="{2BAE837D-32FC-97CF-019E-838E27B3CC29}"/>
              </a:ext>
            </a:extLst>
          </p:cNvPr>
          <p:cNvSpPr txBox="1"/>
          <p:nvPr/>
        </p:nvSpPr>
        <p:spPr>
          <a:xfrm>
            <a:off x="2666847" y="278333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79" name="TextBox 1278">
            <a:extLst>
              <a:ext uri="{FF2B5EF4-FFF2-40B4-BE49-F238E27FC236}">
                <a16:creationId xmlns:a16="http://schemas.microsoft.com/office/drawing/2014/main" id="{9958E352-CA91-7654-2E99-B1A4B437CC31}"/>
              </a:ext>
            </a:extLst>
          </p:cNvPr>
          <p:cNvSpPr txBox="1"/>
          <p:nvPr/>
        </p:nvSpPr>
        <p:spPr>
          <a:xfrm>
            <a:off x="2666847" y="225578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80" name="TextBox 1279">
            <a:extLst>
              <a:ext uri="{FF2B5EF4-FFF2-40B4-BE49-F238E27FC236}">
                <a16:creationId xmlns:a16="http://schemas.microsoft.com/office/drawing/2014/main" id="{E318B0CD-B389-D58D-3EAB-C464FDE2BBDF}"/>
              </a:ext>
            </a:extLst>
          </p:cNvPr>
          <p:cNvSpPr txBox="1"/>
          <p:nvPr/>
        </p:nvSpPr>
        <p:spPr>
          <a:xfrm>
            <a:off x="2597919" y="251956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81" name="TextBox 1280">
            <a:extLst>
              <a:ext uri="{FF2B5EF4-FFF2-40B4-BE49-F238E27FC236}">
                <a16:creationId xmlns:a16="http://schemas.microsoft.com/office/drawing/2014/main" id="{AAE01415-D4C9-E837-A004-72122191A783}"/>
              </a:ext>
            </a:extLst>
          </p:cNvPr>
          <p:cNvSpPr txBox="1"/>
          <p:nvPr/>
        </p:nvSpPr>
        <p:spPr>
          <a:xfrm>
            <a:off x="2838031" y="2137404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1282" name="TextBox 1281">
            <a:extLst>
              <a:ext uri="{FF2B5EF4-FFF2-40B4-BE49-F238E27FC236}">
                <a16:creationId xmlns:a16="http://schemas.microsoft.com/office/drawing/2014/main" id="{C8C3D13A-BFDD-54C1-8A04-DD3BB24773C4}"/>
              </a:ext>
            </a:extLst>
          </p:cNvPr>
          <p:cNvSpPr txBox="1"/>
          <p:nvPr/>
        </p:nvSpPr>
        <p:spPr>
          <a:xfrm>
            <a:off x="-76874" y="1938442"/>
            <a:ext cx="4217074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Discrimination ability: ROC curves </a:t>
            </a:r>
          </a:p>
        </p:txBody>
      </p:sp>
      <p:sp>
        <p:nvSpPr>
          <p:cNvPr id="1283" name="TextBox 1282">
            <a:extLst>
              <a:ext uri="{FF2B5EF4-FFF2-40B4-BE49-F238E27FC236}">
                <a16:creationId xmlns:a16="http://schemas.microsoft.com/office/drawing/2014/main" id="{C62D19F3-9A9F-B2C2-2BB9-CB18EFFAADFA}"/>
              </a:ext>
            </a:extLst>
          </p:cNvPr>
          <p:cNvSpPr txBox="1"/>
          <p:nvPr/>
        </p:nvSpPr>
        <p:spPr>
          <a:xfrm rot="16200000">
            <a:off x="1082077" y="2552086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84" name="TextBox 1283">
            <a:extLst>
              <a:ext uri="{FF2B5EF4-FFF2-40B4-BE49-F238E27FC236}">
                <a16:creationId xmlns:a16="http://schemas.microsoft.com/office/drawing/2014/main" id="{E400DCAC-CC0F-0CD9-3009-10B18A31A7E3}"/>
              </a:ext>
            </a:extLst>
          </p:cNvPr>
          <p:cNvSpPr txBox="1"/>
          <p:nvPr/>
        </p:nvSpPr>
        <p:spPr>
          <a:xfrm rot="16200000">
            <a:off x="2266401" y="2526074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85" name="Freeform: Shape 1284">
            <a:extLst>
              <a:ext uri="{FF2B5EF4-FFF2-40B4-BE49-F238E27FC236}">
                <a16:creationId xmlns:a16="http://schemas.microsoft.com/office/drawing/2014/main" id="{282A075C-FC14-ED03-372D-F218BF14C255}"/>
              </a:ext>
            </a:extLst>
          </p:cNvPr>
          <p:cNvSpPr/>
          <p:nvPr/>
        </p:nvSpPr>
        <p:spPr>
          <a:xfrm>
            <a:off x="4104710" y="955553"/>
            <a:ext cx="492228" cy="495675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97943" h="3072596">
                <a:moveTo>
                  <a:pt x="0" y="3072596"/>
                </a:moveTo>
                <a:cubicBezTo>
                  <a:pt x="17462" y="2641854"/>
                  <a:pt x="337641" y="2591985"/>
                  <a:pt x="512861" y="2394998"/>
                </a:cubicBezTo>
                <a:cubicBezTo>
                  <a:pt x="688081" y="2198011"/>
                  <a:pt x="933841" y="2155227"/>
                  <a:pt x="1051321" y="1890675"/>
                </a:cubicBezTo>
                <a:cubicBezTo>
                  <a:pt x="1168801" y="1626123"/>
                  <a:pt x="966391" y="1078027"/>
                  <a:pt x="1217740" y="807686"/>
                </a:cubicBezTo>
                <a:cubicBezTo>
                  <a:pt x="1469089" y="537345"/>
                  <a:pt x="1578479" y="2533765"/>
                  <a:pt x="1768338" y="2716263"/>
                </a:cubicBezTo>
                <a:cubicBezTo>
                  <a:pt x="1958197" y="2898761"/>
                  <a:pt x="1789427" y="631957"/>
                  <a:pt x="1913890" y="163568"/>
                </a:cubicBezTo>
                <a:cubicBezTo>
                  <a:pt x="2038353" y="-304821"/>
                  <a:pt x="2298885" y="1993926"/>
                  <a:pt x="2451827" y="2160323"/>
                </a:cubicBezTo>
                <a:cubicBezTo>
                  <a:pt x="2604769" y="2326720"/>
                  <a:pt x="2545391" y="452547"/>
                  <a:pt x="2673328" y="66959"/>
                </a:cubicBezTo>
                <a:cubicBezTo>
                  <a:pt x="2801265" y="-318629"/>
                  <a:pt x="2933292" y="1096565"/>
                  <a:pt x="2997943" y="877373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86" name="TextBox 1285">
            <a:extLst>
              <a:ext uri="{FF2B5EF4-FFF2-40B4-BE49-F238E27FC236}">
                <a16:creationId xmlns:a16="http://schemas.microsoft.com/office/drawing/2014/main" id="{BCD7A06A-8268-9635-CFA0-98FB415F69A5}"/>
              </a:ext>
            </a:extLst>
          </p:cNvPr>
          <p:cNvSpPr txBox="1"/>
          <p:nvPr/>
        </p:nvSpPr>
        <p:spPr>
          <a:xfrm>
            <a:off x="343693" y="1540674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457A7CA8-58DB-333D-A936-865FFAC656B9}"/>
              </a:ext>
            </a:extLst>
          </p:cNvPr>
          <p:cNvSpPr txBox="1"/>
          <p:nvPr/>
        </p:nvSpPr>
        <p:spPr>
          <a:xfrm rot="16200000">
            <a:off x="-170984" y="987779"/>
            <a:ext cx="609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Observed frequency</a:t>
            </a:r>
          </a:p>
        </p:txBody>
      </p:sp>
      <p:sp>
        <p:nvSpPr>
          <p:cNvPr id="1288" name="Rectangle 1287">
            <a:extLst>
              <a:ext uri="{FF2B5EF4-FFF2-40B4-BE49-F238E27FC236}">
                <a16:creationId xmlns:a16="http://schemas.microsoft.com/office/drawing/2014/main" id="{5CA4D6A9-0792-5E29-DA62-A5DBF037B22B}"/>
              </a:ext>
            </a:extLst>
          </p:cNvPr>
          <p:cNvSpPr/>
          <p:nvPr/>
        </p:nvSpPr>
        <p:spPr>
          <a:xfrm>
            <a:off x="430213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89" name="TextBox 1288">
            <a:extLst>
              <a:ext uri="{FF2B5EF4-FFF2-40B4-BE49-F238E27FC236}">
                <a16:creationId xmlns:a16="http://schemas.microsoft.com/office/drawing/2014/main" id="{FBFCFFE0-3901-7793-A62D-7147545489BE}"/>
              </a:ext>
            </a:extLst>
          </p:cNvPr>
          <p:cNvSpPr txBox="1"/>
          <p:nvPr/>
        </p:nvSpPr>
        <p:spPr>
          <a:xfrm>
            <a:off x="554479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0" name="TextBox 1289">
            <a:extLst>
              <a:ext uri="{FF2B5EF4-FFF2-40B4-BE49-F238E27FC236}">
                <a16:creationId xmlns:a16="http://schemas.microsoft.com/office/drawing/2014/main" id="{94B0C2B1-31E6-1978-E467-2D3B669EA695}"/>
              </a:ext>
            </a:extLst>
          </p:cNvPr>
          <p:cNvSpPr txBox="1"/>
          <p:nvPr/>
        </p:nvSpPr>
        <p:spPr>
          <a:xfrm>
            <a:off x="323285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91" name="TextBox 1290">
            <a:extLst>
              <a:ext uri="{FF2B5EF4-FFF2-40B4-BE49-F238E27FC236}">
                <a16:creationId xmlns:a16="http://schemas.microsoft.com/office/drawing/2014/main" id="{0D756F47-6773-61EE-FBB2-2FD6EA2404A7}"/>
              </a:ext>
            </a:extLst>
          </p:cNvPr>
          <p:cNvSpPr txBox="1"/>
          <p:nvPr/>
        </p:nvSpPr>
        <p:spPr>
          <a:xfrm>
            <a:off x="906848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92" name="Straight Connector 1291">
            <a:extLst>
              <a:ext uri="{FF2B5EF4-FFF2-40B4-BE49-F238E27FC236}">
                <a16:creationId xmlns:a16="http://schemas.microsoft.com/office/drawing/2014/main" id="{5DCF44A1-6A7D-3E7F-1195-0EFE8CB59A2A}"/>
              </a:ext>
            </a:extLst>
          </p:cNvPr>
          <p:cNvCxnSpPr>
            <a:cxnSpLocks/>
          </p:cNvCxnSpPr>
          <p:nvPr/>
        </p:nvCxnSpPr>
        <p:spPr>
          <a:xfrm flipV="1">
            <a:off x="430809" y="923422"/>
            <a:ext cx="538064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3" name="TextBox 1292">
            <a:extLst>
              <a:ext uri="{FF2B5EF4-FFF2-40B4-BE49-F238E27FC236}">
                <a16:creationId xmlns:a16="http://schemas.microsoft.com/office/drawing/2014/main" id="{8802879B-B9A8-7464-3859-16BA11BE8AAC}"/>
              </a:ext>
            </a:extLst>
          </p:cNvPr>
          <p:cNvSpPr txBox="1"/>
          <p:nvPr/>
        </p:nvSpPr>
        <p:spPr>
          <a:xfrm>
            <a:off x="255445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94" name="TextBox 1293">
            <a:extLst>
              <a:ext uri="{FF2B5EF4-FFF2-40B4-BE49-F238E27FC236}">
                <a16:creationId xmlns:a16="http://schemas.microsoft.com/office/drawing/2014/main" id="{D255BC9A-40E1-A5E2-0559-0A7205B39793}"/>
              </a:ext>
            </a:extLst>
          </p:cNvPr>
          <p:cNvSpPr txBox="1"/>
          <p:nvPr/>
        </p:nvSpPr>
        <p:spPr>
          <a:xfrm>
            <a:off x="255445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95" name="TextBox 1294">
            <a:extLst>
              <a:ext uri="{FF2B5EF4-FFF2-40B4-BE49-F238E27FC236}">
                <a16:creationId xmlns:a16="http://schemas.microsoft.com/office/drawing/2014/main" id="{7CCCA3AC-3B8B-DA56-0C7D-D11E0731180C}"/>
              </a:ext>
            </a:extLst>
          </p:cNvPr>
          <p:cNvSpPr txBox="1"/>
          <p:nvPr/>
        </p:nvSpPr>
        <p:spPr>
          <a:xfrm>
            <a:off x="186517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6" name="TextBox 1295">
            <a:extLst>
              <a:ext uri="{FF2B5EF4-FFF2-40B4-BE49-F238E27FC236}">
                <a16:creationId xmlns:a16="http://schemas.microsoft.com/office/drawing/2014/main" id="{E5DB3464-82F8-B511-F8CC-E4499CE0AFE2}"/>
              </a:ext>
            </a:extLst>
          </p:cNvPr>
          <p:cNvSpPr txBox="1"/>
          <p:nvPr/>
        </p:nvSpPr>
        <p:spPr>
          <a:xfrm>
            <a:off x="428873" y="626305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sp>
        <p:nvSpPr>
          <p:cNvPr id="1297" name="Rectangle 1296">
            <a:extLst>
              <a:ext uri="{FF2B5EF4-FFF2-40B4-BE49-F238E27FC236}">
                <a16:creationId xmlns:a16="http://schemas.microsoft.com/office/drawing/2014/main" id="{854C57C6-B1CB-81E6-BE42-54BBCAEE6F6E}"/>
              </a:ext>
            </a:extLst>
          </p:cNvPr>
          <p:cNvSpPr/>
          <p:nvPr/>
        </p:nvSpPr>
        <p:spPr>
          <a:xfrm>
            <a:off x="2004607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98" name="TextBox 1297">
            <a:extLst>
              <a:ext uri="{FF2B5EF4-FFF2-40B4-BE49-F238E27FC236}">
                <a16:creationId xmlns:a16="http://schemas.microsoft.com/office/drawing/2014/main" id="{80787000-C599-E543-34BD-DD0D2598B666}"/>
              </a:ext>
            </a:extLst>
          </p:cNvPr>
          <p:cNvSpPr txBox="1"/>
          <p:nvPr/>
        </p:nvSpPr>
        <p:spPr>
          <a:xfrm>
            <a:off x="2128873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9" name="TextBox 1298">
            <a:extLst>
              <a:ext uri="{FF2B5EF4-FFF2-40B4-BE49-F238E27FC236}">
                <a16:creationId xmlns:a16="http://schemas.microsoft.com/office/drawing/2014/main" id="{76947797-C448-1C55-2DBC-142C727E469F}"/>
              </a:ext>
            </a:extLst>
          </p:cNvPr>
          <p:cNvSpPr txBox="1"/>
          <p:nvPr/>
        </p:nvSpPr>
        <p:spPr>
          <a:xfrm>
            <a:off x="1897679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0" name="TextBox 1299">
            <a:extLst>
              <a:ext uri="{FF2B5EF4-FFF2-40B4-BE49-F238E27FC236}">
                <a16:creationId xmlns:a16="http://schemas.microsoft.com/office/drawing/2014/main" id="{07256CEB-6233-6ADF-9393-C851AE06C283}"/>
              </a:ext>
            </a:extLst>
          </p:cNvPr>
          <p:cNvSpPr txBox="1"/>
          <p:nvPr/>
        </p:nvSpPr>
        <p:spPr>
          <a:xfrm>
            <a:off x="2413749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01" name="TextBox 1300">
            <a:extLst>
              <a:ext uri="{FF2B5EF4-FFF2-40B4-BE49-F238E27FC236}">
                <a16:creationId xmlns:a16="http://schemas.microsoft.com/office/drawing/2014/main" id="{108B4DC9-CA15-ABD1-9E75-1F89C427C22C}"/>
              </a:ext>
            </a:extLst>
          </p:cNvPr>
          <p:cNvSpPr txBox="1"/>
          <p:nvPr/>
        </p:nvSpPr>
        <p:spPr>
          <a:xfrm>
            <a:off x="1829839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2" name="TextBox 1301">
            <a:extLst>
              <a:ext uri="{FF2B5EF4-FFF2-40B4-BE49-F238E27FC236}">
                <a16:creationId xmlns:a16="http://schemas.microsoft.com/office/drawing/2014/main" id="{E51641AA-6F79-6900-66D4-9E8509B65255}"/>
              </a:ext>
            </a:extLst>
          </p:cNvPr>
          <p:cNvSpPr txBox="1"/>
          <p:nvPr/>
        </p:nvSpPr>
        <p:spPr>
          <a:xfrm>
            <a:off x="1829839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03" name="TextBox 1302">
            <a:extLst>
              <a:ext uri="{FF2B5EF4-FFF2-40B4-BE49-F238E27FC236}">
                <a16:creationId xmlns:a16="http://schemas.microsoft.com/office/drawing/2014/main" id="{28602834-4445-244F-EBAA-6A145FEF4FE1}"/>
              </a:ext>
            </a:extLst>
          </p:cNvPr>
          <p:cNvSpPr txBox="1"/>
          <p:nvPr/>
        </p:nvSpPr>
        <p:spPr>
          <a:xfrm>
            <a:off x="1760911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04" name="Rectangle 1303">
            <a:extLst>
              <a:ext uri="{FF2B5EF4-FFF2-40B4-BE49-F238E27FC236}">
                <a16:creationId xmlns:a16="http://schemas.microsoft.com/office/drawing/2014/main" id="{C401F5C3-E8F7-BAB8-A8F7-724890C219C7}"/>
              </a:ext>
            </a:extLst>
          </p:cNvPr>
          <p:cNvSpPr/>
          <p:nvPr/>
        </p:nvSpPr>
        <p:spPr>
          <a:xfrm>
            <a:off x="4095571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05" name="TextBox 1304">
            <a:extLst>
              <a:ext uri="{FF2B5EF4-FFF2-40B4-BE49-F238E27FC236}">
                <a16:creationId xmlns:a16="http://schemas.microsoft.com/office/drawing/2014/main" id="{99F67917-9AC9-8FE9-8BA3-F13C15B3B3CD}"/>
              </a:ext>
            </a:extLst>
          </p:cNvPr>
          <p:cNvSpPr txBox="1"/>
          <p:nvPr/>
        </p:nvSpPr>
        <p:spPr>
          <a:xfrm>
            <a:off x="4219837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06" name="TextBox 1305">
            <a:extLst>
              <a:ext uri="{FF2B5EF4-FFF2-40B4-BE49-F238E27FC236}">
                <a16:creationId xmlns:a16="http://schemas.microsoft.com/office/drawing/2014/main" id="{C8C4BEE6-6376-0E74-4150-BF74DE0D27C7}"/>
              </a:ext>
            </a:extLst>
          </p:cNvPr>
          <p:cNvSpPr txBox="1"/>
          <p:nvPr/>
        </p:nvSpPr>
        <p:spPr>
          <a:xfrm>
            <a:off x="3988643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7" name="TextBox 1306">
            <a:extLst>
              <a:ext uri="{FF2B5EF4-FFF2-40B4-BE49-F238E27FC236}">
                <a16:creationId xmlns:a16="http://schemas.microsoft.com/office/drawing/2014/main" id="{31C77472-B4C1-1507-81B9-962B732F7D61}"/>
              </a:ext>
            </a:extLst>
          </p:cNvPr>
          <p:cNvSpPr txBox="1"/>
          <p:nvPr/>
        </p:nvSpPr>
        <p:spPr>
          <a:xfrm>
            <a:off x="4521660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08" name="Straight Connector 1307">
            <a:extLst>
              <a:ext uri="{FF2B5EF4-FFF2-40B4-BE49-F238E27FC236}">
                <a16:creationId xmlns:a16="http://schemas.microsoft.com/office/drawing/2014/main" id="{2DACF507-9CC2-FE85-77FC-318E64DC8829}"/>
              </a:ext>
            </a:extLst>
          </p:cNvPr>
          <p:cNvCxnSpPr>
            <a:cxnSpLocks/>
          </p:cNvCxnSpPr>
          <p:nvPr/>
        </p:nvCxnSpPr>
        <p:spPr>
          <a:xfrm flipV="1">
            <a:off x="4096167" y="917264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9" name="TextBox 1308">
            <a:extLst>
              <a:ext uri="{FF2B5EF4-FFF2-40B4-BE49-F238E27FC236}">
                <a16:creationId xmlns:a16="http://schemas.microsoft.com/office/drawing/2014/main" id="{38B04327-CBC3-696A-FEE2-E4AA2D314282}"/>
              </a:ext>
            </a:extLst>
          </p:cNvPr>
          <p:cNvSpPr txBox="1"/>
          <p:nvPr/>
        </p:nvSpPr>
        <p:spPr>
          <a:xfrm>
            <a:off x="3920803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10" name="TextBox 1309">
            <a:extLst>
              <a:ext uri="{FF2B5EF4-FFF2-40B4-BE49-F238E27FC236}">
                <a16:creationId xmlns:a16="http://schemas.microsoft.com/office/drawing/2014/main" id="{54066B8D-FAB6-E393-A31E-DBD9964AA0F3}"/>
              </a:ext>
            </a:extLst>
          </p:cNvPr>
          <p:cNvSpPr txBox="1"/>
          <p:nvPr/>
        </p:nvSpPr>
        <p:spPr>
          <a:xfrm>
            <a:off x="3920803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11" name="TextBox 1310">
            <a:extLst>
              <a:ext uri="{FF2B5EF4-FFF2-40B4-BE49-F238E27FC236}">
                <a16:creationId xmlns:a16="http://schemas.microsoft.com/office/drawing/2014/main" id="{696A8281-B551-088A-C0CF-AD4F0B2FA950}"/>
              </a:ext>
            </a:extLst>
          </p:cNvPr>
          <p:cNvSpPr txBox="1"/>
          <p:nvPr/>
        </p:nvSpPr>
        <p:spPr>
          <a:xfrm>
            <a:off x="3851875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12" name="TextBox 1311">
            <a:extLst>
              <a:ext uri="{FF2B5EF4-FFF2-40B4-BE49-F238E27FC236}">
                <a16:creationId xmlns:a16="http://schemas.microsoft.com/office/drawing/2014/main" id="{89AAB22A-494B-5CBA-B74A-3344AA54BD7D}"/>
              </a:ext>
            </a:extLst>
          </p:cNvPr>
          <p:cNvSpPr txBox="1"/>
          <p:nvPr/>
        </p:nvSpPr>
        <p:spPr>
          <a:xfrm>
            <a:off x="4075693" y="442407"/>
            <a:ext cx="1629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For rare events</a:t>
            </a:r>
          </a:p>
        </p:txBody>
      </p:sp>
      <p:sp>
        <p:nvSpPr>
          <p:cNvPr id="1313" name="TextBox 1312">
            <a:extLst>
              <a:ext uri="{FF2B5EF4-FFF2-40B4-BE49-F238E27FC236}">
                <a16:creationId xmlns:a16="http://schemas.microsoft.com/office/drawing/2014/main" id="{181CF5A4-A6E8-DE3E-D312-EF059C34A5F1}"/>
              </a:ext>
            </a:extLst>
          </p:cNvPr>
          <p:cNvSpPr txBox="1"/>
          <p:nvPr/>
        </p:nvSpPr>
        <p:spPr>
          <a:xfrm>
            <a:off x="-82463" y="342304"/>
            <a:ext cx="1522541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Reliability: reliability diagrams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14E6CDA0-E2DD-16E6-5071-4F39FB099BBE}"/>
              </a:ext>
            </a:extLst>
          </p:cNvPr>
          <p:cNvSpPr txBox="1"/>
          <p:nvPr/>
        </p:nvSpPr>
        <p:spPr>
          <a:xfrm>
            <a:off x="1931359" y="1533425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315" name="TextBox 1314">
            <a:extLst>
              <a:ext uri="{FF2B5EF4-FFF2-40B4-BE49-F238E27FC236}">
                <a16:creationId xmlns:a16="http://schemas.microsoft.com/office/drawing/2014/main" id="{3A126B8F-AFBD-720A-8ECD-093553E1F30D}"/>
              </a:ext>
            </a:extLst>
          </p:cNvPr>
          <p:cNvSpPr txBox="1"/>
          <p:nvPr/>
        </p:nvSpPr>
        <p:spPr>
          <a:xfrm>
            <a:off x="4036824" y="1533372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16" name="Straight Connector 1315">
            <a:extLst>
              <a:ext uri="{FF2B5EF4-FFF2-40B4-BE49-F238E27FC236}">
                <a16:creationId xmlns:a16="http://schemas.microsoft.com/office/drawing/2014/main" id="{5C8C62E2-2461-F3C2-D9E0-4DC7238B1F80}"/>
              </a:ext>
            </a:extLst>
          </p:cNvPr>
          <p:cNvCxnSpPr>
            <a:cxnSpLocks/>
          </p:cNvCxnSpPr>
          <p:nvPr/>
        </p:nvCxnSpPr>
        <p:spPr>
          <a:xfrm>
            <a:off x="2010224" y="1472765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Straight Connector 1316">
            <a:extLst>
              <a:ext uri="{FF2B5EF4-FFF2-40B4-BE49-F238E27FC236}">
                <a16:creationId xmlns:a16="http://schemas.microsoft.com/office/drawing/2014/main" id="{D3BBCBB6-DF6B-BCC2-FC6C-434766CFCB16}"/>
              </a:ext>
            </a:extLst>
          </p:cNvPr>
          <p:cNvCxnSpPr>
            <a:cxnSpLocks/>
          </p:cNvCxnSpPr>
          <p:nvPr/>
        </p:nvCxnSpPr>
        <p:spPr>
          <a:xfrm flipH="1">
            <a:off x="2544607" y="924577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Straight Connector 1317">
            <a:extLst>
              <a:ext uri="{FF2B5EF4-FFF2-40B4-BE49-F238E27FC236}">
                <a16:creationId xmlns:a16="http://schemas.microsoft.com/office/drawing/2014/main" id="{93E9F0D0-D74F-58F5-B76B-89F6B8312968}"/>
              </a:ext>
            </a:extLst>
          </p:cNvPr>
          <p:cNvCxnSpPr>
            <a:cxnSpLocks/>
          </p:cNvCxnSpPr>
          <p:nvPr/>
        </p:nvCxnSpPr>
        <p:spPr>
          <a:xfrm flipV="1">
            <a:off x="2025719" y="91887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9" name="Rectangle 1318">
            <a:extLst>
              <a:ext uri="{FF2B5EF4-FFF2-40B4-BE49-F238E27FC236}">
                <a16:creationId xmlns:a16="http://schemas.microsoft.com/office/drawing/2014/main" id="{96C5C56D-D539-75ED-A571-173D428069D8}"/>
              </a:ext>
            </a:extLst>
          </p:cNvPr>
          <p:cNvSpPr/>
          <p:nvPr/>
        </p:nvSpPr>
        <p:spPr>
          <a:xfrm>
            <a:off x="1243166" y="90819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20" name="TextBox 1319">
            <a:extLst>
              <a:ext uri="{FF2B5EF4-FFF2-40B4-BE49-F238E27FC236}">
                <a16:creationId xmlns:a16="http://schemas.microsoft.com/office/drawing/2014/main" id="{EA0F043E-0C2E-6D6D-32F4-618D960D3F46}"/>
              </a:ext>
            </a:extLst>
          </p:cNvPr>
          <p:cNvSpPr txBox="1"/>
          <p:nvPr/>
        </p:nvSpPr>
        <p:spPr>
          <a:xfrm>
            <a:off x="1367432" y="142192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21" name="TextBox 1320">
            <a:extLst>
              <a:ext uri="{FF2B5EF4-FFF2-40B4-BE49-F238E27FC236}">
                <a16:creationId xmlns:a16="http://schemas.microsoft.com/office/drawing/2014/main" id="{A59568F9-9015-75D9-1320-AABA6E77C2CC}"/>
              </a:ext>
            </a:extLst>
          </p:cNvPr>
          <p:cNvSpPr txBox="1"/>
          <p:nvPr/>
        </p:nvSpPr>
        <p:spPr>
          <a:xfrm>
            <a:off x="1136238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22" name="TextBox 1321">
            <a:extLst>
              <a:ext uri="{FF2B5EF4-FFF2-40B4-BE49-F238E27FC236}">
                <a16:creationId xmlns:a16="http://schemas.microsoft.com/office/drawing/2014/main" id="{0338DE7E-1351-4E77-57B2-D8826AD14EB6}"/>
              </a:ext>
            </a:extLst>
          </p:cNvPr>
          <p:cNvSpPr txBox="1"/>
          <p:nvPr/>
        </p:nvSpPr>
        <p:spPr>
          <a:xfrm>
            <a:off x="1667554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23" name="TextBox 1322">
            <a:extLst>
              <a:ext uri="{FF2B5EF4-FFF2-40B4-BE49-F238E27FC236}">
                <a16:creationId xmlns:a16="http://schemas.microsoft.com/office/drawing/2014/main" id="{81C47BA2-1A51-B253-C468-C7E0958B0F23}"/>
              </a:ext>
            </a:extLst>
          </p:cNvPr>
          <p:cNvSpPr txBox="1"/>
          <p:nvPr/>
        </p:nvSpPr>
        <p:spPr>
          <a:xfrm>
            <a:off x="1068398" y="133082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24" name="TextBox 1323">
            <a:extLst>
              <a:ext uri="{FF2B5EF4-FFF2-40B4-BE49-F238E27FC236}">
                <a16:creationId xmlns:a16="http://schemas.microsoft.com/office/drawing/2014/main" id="{8C47F34F-C2B9-4D22-CB2F-416AC0DC9A6A}"/>
              </a:ext>
            </a:extLst>
          </p:cNvPr>
          <p:cNvSpPr txBox="1"/>
          <p:nvPr/>
        </p:nvSpPr>
        <p:spPr>
          <a:xfrm>
            <a:off x="1068398" y="80327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25" name="TextBox 1324">
            <a:extLst>
              <a:ext uri="{FF2B5EF4-FFF2-40B4-BE49-F238E27FC236}">
                <a16:creationId xmlns:a16="http://schemas.microsoft.com/office/drawing/2014/main" id="{127CFB41-2894-69E3-E62C-3DA0B561D707}"/>
              </a:ext>
            </a:extLst>
          </p:cNvPr>
          <p:cNvSpPr txBox="1"/>
          <p:nvPr/>
        </p:nvSpPr>
        <p:spPr>
          <a:xfrm>
            <a:off x="999470" y="106705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26" name="TextBox 1325">
            <a:extLst>
              <a:ext uri="{FF2B5EF4-FFF2-40B4-BE49-F238E27FC236}">
                <a16:creationId xmlns:a16="http://schemas.microsoft.com/office/drawing/2014/main" id="{DE46ACD6-2F6A-14B5-B955-0C7AEA9CEDF2}"/>
              </a:ext>
            </a:extLst>
          </p:cNvPr>
          <p:cNvSpPr txBox="1"/>
          <p:nvPr/>
        </p:nvSpPr>
        <p:spPr>
          <a:xfrm>
            <a:off x="1169918" y="1530238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27" name="Straight Connector 1326">
            <a:extLst>
              <a:ext uri="{FF2B5EF4-FFF2-40B4-BE49-F238E27FC236}">
                <a16:creationId xmlns:a16="http://schemas.microsoft.com/office/drawing/2014/main" id="{BDDEB3EA-5566-17A1-8380-E298772FD972}"/>
              </a:ext>
            </a:extLst>
          </p:cNvPr>
          <p:cNvCxnSpPr>
            <a:cxnSpLocks/>
          </p:cNvCxnSpPr>
          <p:nvPr/>
        </p:nvCxnSpPr>
        <p:spPr>
          <a:xfrm>
            <a:off x="1248072" y="922354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8" name="Straight Connector 1327">
            <a:extLst>
              <a:ext uri="{FF2B5EF4-FFF2-40B4-BE49-F238E27FC236}">
                <a16:creationId xmlns:a16="http://schemas.microsoft.com/office/drawing/2014/main" id="{DA3DABA7-74E0-EDE3-5AB1-D084FE5BF3CC}"/>
              </a:ext>
            </a:extLst>
          </p:cNvPr>
          <p:cNvCxnSpPr>
            <a:cxnSpLocks/>
          </p:cNvCxnSpPr>
          <p:nvPr/>
        </p:nvCxnSpPr>
        <p:spPr>
          <a:xfrm flipH="1">
            <a:off x="1264634" y="911276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Straight Connector 1328">
            <a:extLst>
              <a:ext uri="{FF2B5EF4-FFF2-40B4-BE49-F238E27FC236}">
                <a16:creationId xmlns:a16="http://schemas.microsoft.com/office/drawing/2014/main" id="{472DEFAC-73BA-660C-41AA-F1E6C10DF6D3}"/>
              </a:ext>
            </a:extLst>
          </p:cNvPr>
          <p:cNvCxnSpPr>
            <a:cxnSpLocks/>
          </p:cNvCxnSpPr>
          <p:nvPr/>
        </p:nvCxnSpPr>
        <p:spPr>
          <a:xfrm flipV="1">
            <a:off x="1264278" y="915690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0" name="TextBox 1329">
            <a:extLst>
              <a:ext uri="{FF2B5EF4-FFF2-40B4-BE49-F238E27FC236}">
                <a16:creationId xmlns:a16="http://schemas.microsoft.com/office/drawing/2014/main" id="{5F81FB1E-F02B-3930-7760-882160F38BA4}"/>
              </a:ext>
            </a:extLst>
          </p:cNvPr>
          <p:cNvSpPr txBox="1"/>
          <p:nvPr/>
        </p:nvSpPr>
        <p:spPr>
          <a:xfrm>
            <a:off x="1258418" y="511441"/>
            <a:ext cx="12935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331" name="TextBox 1330">
            <a:extLst>
              <a:ext uri="{FF2B5EF4-FFF2-40B4-BE49-F238E27FC236}">
                <a16:creationId xmlns:a16="http://schemas.microsoft.com/office/drawing/2014/main" id="{5B4F7B26-B4B5-0D40-3F80-6AA916B5DA57}"/>
              </a:ext>
            </a:extLst>
          </p:cNvPr>
          <p:cNvSpPr txBox="1"/>
          <p:nvPr/>
        </p:nvSpPr>
        <p:spPr>
          <a:xfrm>
            <a:off x="1218783" y="600764"/>
            <a:ext cx="6509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Over-prediction</a:t>
            </a:r>
          </a:p>
        </p:txBody>
      </p:sp>
      <p:sp>
        <p:nvSpPr>
          <p:cNvPr id="1332" name="TextBox 1331">
            <a:extLst>
              <a:ext uri="{FF2B5EF4-FFF2-40B4-BE49-F238E27FC236}">
                <a16:creationId xmlns:a16="http://schemas.microsoft.com/office/drawing/2014/main" id="{AE0EE9CA-2952-95D7-1AE5-92C787C56054}"/>
              </a:ext>
            </a:extLst>
          </p:cNvPr>
          <p:cNvSpPr txBox="1"/>
          <p:nvPr/>
        </p:nvSpPr>
        <p:spPr>
          <a:xfrm>
            <a:off x="1955664" y="603702"/>
            <a:ext cx="6509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Under-prediction</a:t>
            </a:r>
          </a:p>
        </p:txBody>
      </p:sp>
      <p:sp>
        <p:nvSpPr>
          <p:cNvPr id="1333" name="Rectangle 1332">
            <a:extLst>
              <a:ext uri="{FF2B5EF4-FFF2-40B4-BE49-F238E27FC236}">
                <a16:creationId xmlns:a16="http://schemas.microsoft.com/office/drawing/2014/main" id="{3297B2BF-4D0D-556B-F45A-94CC1A723CB9}"/>
              </a:ext>
            </a:extLst>
          </p:cNvPr>
          <p:cNvSpPr/>
          <p:nvPr/>
        </p:nvSpPr>
        <p:spPr>
          <a:xfrm>
            <a:off x="4102445" y="1285682"/>
            <a:ext cx="198015" cy="1607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34" name="Freeform: Shape 1333">
            <a:extLst>
              <a:ext uri="{FF2B5EF4-FFF2-40B4-BE49-F238E27FC236}">
                <a16:creationId xmlns:a16="http://schemas.microsoft.com/office/drawing/2014/main" id="{77199053-8104-C340-2C4F-13E9BDD27CE3}"/>
              </a:ext>
            </a:extLst>
          </p:cNvPr>
          <p:cNvSpPr/>
          <p:nvPr/>
        </p:nvSpPr>
        <p:spPr>
          <a:xfrm>
            <a:off x="5156918" y="1007845"/>
            <a:ext cx="474150" cy="436957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53031"/>
              <a:gd name="connsiteY0" fmla="*/ 467056 h 2726690"/>
              <a:gd name="connsiteX1" fmla="*/ 467949 w 2953031"/>
              <a:gd name="connsiteY1" fmla="*/ 2394998 h 2726690"/>
              <a:gd name="connsiteX2" fmla="*/ 1006409 w 2953031"/>
              <a:gd name="connsiteY2" fmla="*/ 1890675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726690"/>
              <a:gd name="connsiteX1" fmla="*/ 423038 w 2953031"/>
              <a:gd name="connsiteY1" fmla="*/ 1252216 h 2726690"/>
              <a:gd name="connsiteX2" fmla="*/ 1006409 w 2953031"/>
              <a:gd name="connsiteY2" fmla="*/ 1890675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726690"/>
              <a:gd name="connsiteX1" fmla="*/ 423038 w 2953031"/>
              <a:gd name="connsiteY1" fmla="*/ 1252216 h 2726690"/>
              <a:gd name="connsiteX2" fmla="*/ 1186063 w 2953031"/>
              <a:gd name="connsiteY2" fmla="*/ 2484918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883198"/>
              <a:gd name="connsiteX1" fmla="*/ 423038 w 2953031"/>
              <a:gd name="connsiteY1" fmla="*/ 1252216 h 2883198"/>
              <a:gd name="connsiteX2" fmla="*/ 1186063 w 2953031"/>
              <a:gd name="connsiteY2" fmla="*/ 2484918 h 2883198"/>
              <a:gd name="connsiteX3" fmla="*/ 1723426 w 2953031"/>
              <a:gd name="connsiteY3" fmla="*/ 2716263 h 2883198"/>
              <a:gd name="connsiteX4" fmla="*/ 1868978 w 2953031"/>
              <a:gd name="connsiteY4" fmla="*/ 163568 h 2883198"/>
              <a:gd name="connsiteX5" fmla="*/ 2406915 w 2953031"/>
              <a:gd name="connsiteY5" fmla="*/ 2160323 h 2883198"/>
              <a:gd name="connsiteX6" fmla="*/ 2628416 w 2953031"/>
              <a:gd name="connsiteY6" fmla="*/ 66959 h 2883198"/>
              <a:gd name="connsiteX7" fmla="*/ 2953031 w 2953031"/>
              <a:gd name="connsiteY7" fmla="*/ 877373 h 2883198"/>
              <a:gd name="connsiteX0" fmla="*/ 0 w 2953031"/>
              <a:gd name="connsiteY0" fmla="*/ 467056 h 2737253"/>
              <a:gd name="connsiteX1" fmla="*/ 423038 w 2953031"/>
              <a:gd name="connsiteY1" fmla="*/ 1252216 h 2737253"/>
              <a:gd name="connsiteX2" fmla="*/ 1186063 w 2953031"/>
              <a:gd name="connsiteY2" fmla="*/ 2484918 h 2737253"/>
              <a:gd name="connsiteX3" fmla="*/ 1723426 w 2953031"/>
              <a:gd name="connsiteY3" fmla="*/ 2716263 h 2737253"/>
              <a:gd name="connsiteX4" fmla="*/ 2406915 w 2953031"/>
              <a:gd name="connsiteY4" fmla="*/ 2160323 h 2737253"/>
              <a:gd name="connsiteX5" fmla="*/ 2628416 w 2953031"/>
              <a:gd name="connsiteY5" fmla="*/ 66959 h 2737253"/>
              <a:gd name="connsiteX6" fmla="*/ 2953031 w 2953031"/>
              <a:gd name="connsiteY6" fmla="*/ 877373 h 2737253"/>
              <a:gd name="connsiteX0" fmla="*/ 0 w 2953031"/>
              <a:gd name="connsiteY0" fmla="*/ 467056 h 2732746"/>
              <a:gd name="connsiteX1" fmla="*/ 243385 w 2953031"/>
              <a:gd name="connsiteY1" fmla="*/ 1480772 h 2732746"/>
              <a:gd name="connsiteX2" fmla="*/ 1186063 w 2953031"/>
              <a:gd name="connsiteY2" fmla="*/ 2484918 h 2732746"/>
              <a:gd name="connsiteX3" fmla="*/ 1723426 w 2953031"/>
              <a:gd name="connsiteY3" fmla="*/ 2716263 h 2732746"/>
              <a:gd name="connsiteX4" fmla="*/ 2406915 w 2953031"/>
              <a:gd name="connsiteY4" fmla="*/ 2160323 h 2732746"/>
              <a:gd name="connsiteX5" fmla="*/ 2628416 w 2953031"/>
              <a:gd name="connsiteY5" fmla="*/ 66959 h 2732746"/>
              <a:gd name="connsiteX6" fmla="*/ 2953031 w 2953031"/>
              <a:gd name="connsiteY6" fmla="*/ 877373 h 2732746"/>
              <a:gd name="connsiteX0" fmla="*/ 0 w 2953031"/>
              <a:gd name="connsiteY0" fmla="*/ 467056 h 2720782"/>
              <a:gd name="connsiteX1" fmla="*/ 243385 w 2953031"/>
              <a:gd name="connsiteY1" fmla="*/ 1480772 h 2720782"/>
              <a:gd name="connsiteX2" fmla="*/ 916580 w 2953031"/>
              <a:gd name="connsiteY2" fmla="*/ 2119231 h 2720782"/>
              <a:gd name="connsiteX3" fmla="*/ 1723426 w 2953031"/>
              <a:gd name="connsiteY3" fmla="*/ 2716263 h 2720782"/>
              <a:gd name="connsiteX4" fmla="*/ 2406915 w 2953031"/>
              <a:gd name="connsiteY4" fmla="*/ 2160323 h 2720782"/>
              <a:gd name="connsiteX5" fmla="*/ 2628416 w 2953031"/>
              <a:gd name="connsiteY5" fmla="*/ 66959 h 2720782"/>
              <a:gd name="connsiteX6" fmla="*/ 2953031 w 2953031"/>
              <a:gd name="connsiteY6" fmla="*/ 877373 h 2720782"/>
              <a:gd name="connsiteX0" fmla="*/ 0 w 2953031"/>
              <a:gd name="connsiteY0" fmla="*/ 467056 h 2319080"/>
              <a:gd name="connsiteX1" fmla="*/ 243385 w 2953031"/>
              <a:gd name="connsiteY1" fmla="*/ 1480772 h 2319080"/>
              <a:gd name="connsiteX2" fmla="*/ 916580 w 2953031"/>
              <a:gd name="connsiteY2" fmla="*/ 2119231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319080"/>
              <a:gd name="connsiteX1" fmla="*/ 243385 w 2953031"/>
              <a:gd name="connsiteY1" fmla="*/ 1480772 h 2319080"/>
              <a:gd name="connsiteX2" fmla="*/ 736927 w 2953031"/>
              <a:gd name="connsiteY2" fmla="*/ 1753544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319080"/>
              <a:gd name="connsiteX1" fmla="*/ 288303 w 2953031"/>
              <a:gd name="connsiteY1" fmla="*/ 1206505 h 2319080"/>
              <a:gd name="connsiteX2" fmla="*/ 736927 w 2953031"/>
              <a:gd name="connsiteY2" fmla="*/ 1753544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598157"/>
              <a:gd name="connsiteX1" fmla="*/ 288303 w 2953031"/>
              <a:gd name="connsiteY1" fmla="*/ 1206505 h 2598157"/>
              <a:gd name="connsiteX2" fmla="*/ 736927 w 2953031"/>
              <a:gd name="connsiteY2" fmla="*/ 1753544 h 2598157"/>
              <a:gd name="connsiteX3" fmla="*/ 1903074 w 2953031"/>
              <a:gd name="connsiteY3" fmla="*/ 2030594 h 2598157"/>
              <a:gd name="connsiteX4" fmla="*/ 2451827 w 2953031"/>
              <a:gd name="connsiteY4" fmla="*/ 2480305 h 2598157"/>
              <a:gd name="connsiteX5" fmla="*/ 2628416 w 2953031"/>
              <a:gd name="connsiteY5" fmla="*/ 66959 h 2598157"/>
              <a:gd name="connsiteX6" fmla="*/ 2953031 w 2953031"/>
              <a:gd name="connsiteY6" fmla="*/ 877373 h 2598157"/>
              <a:gd name="connsiteX0" fmla="*/ 0 w 2953031"/>
              <a:gd name="connsiteY0" fmla="*/ 110240 h 2705917"/>
              <a:gd name="connsiteX1" fmla="*/ 288303 w 2953031"/>
              <a:gd name="connsiteY1" fmla="*/ 849689 h 2705917"/>
              <a:gd name="connsiteX2" fmla="*/ 736927 w 2953031"/>
              <a:gd name="connsiteY2" fmla="*/ 1396728 h 2705917"/>
              <a:gd name="connsiteX3" fmla="*/ 1903074 w 2953031"/>
              <a:gd name="connsiteY3" fmla="*/ 1673778 h 2705917"/>
              <a:gd name="connsiteX4" fmla="*/ 2451827 w 2953031"/>
              <a:gd name="connsiteY4" fmla="*/ 2123489 h 2705917"/>
              <a:gd name="connsiteX5" fmla="*/ 2763152 w 2953031"/>
              <a:gd name="connsiteY5" fmla="*/ 2589956 h 2705917"/>
              <a:gd name="connsiteX6" fmla="*/ 2953031 w 2953031"/>
              <a:gd name="connsiteY6" fmla="*/ 520557 h 2705917"/>
              <a:gd name="connsiteX0" fmla="*/ 0 w 3222508"/>
              <a:gd name="connsiteY0" fmla="*/ 110240 h 2713399"/>
              <a:gd name="connsiteX1" fmla="*/ 288303 w 3222508"/>
              <a:gd name="connsiteY1" fmla="*/ 849689 h 2713399"/>
              <a:gd name="connsiteX2" fmla="*/ 736927 w 3222508"/>
              <a:gd name="connsiteY2" fmla="*/ 1396728 h 2713399"/>
              <a:gd name="connsiteX3" fmla="*/ 1903074 w 3222508"/>
              <a:gd name="connsiteY3" fmla="*/ 1673778 h 2713399"/>
              <a:gd name="connsiteX4" fmla="*/ 2451827 w 3222508"/>
              <a:gd name="connsiteY4" fmla="*/ 2123489 h 2713399"/>
              <a:gd name="connsiteX5" fmla="*/ 2763152 w 3222508"/>
              <a:gd name="connsiteY5" fmla="*/ 2589956 h 2713399"/>
              <a:gd name="connsiteX6" fmla="*/ 3222508 w 3222508"/>
              <a:gd name="connsiteY6" fmla="*/ 2668991 h 2713399"/>
              <a:gd name="connsiteX0" fmla="*/ 0 w 2763152"/>
              <a:gd name="connsiteY0" fmla="*/ 110240 h 2705917"/>
              <a:gd name="connsiteX1" fmla="*/ 288303 w 2763152"/>
              <a:gd name="connsiteY1" fmla="*/ 849689 h 2705917"/>
              <a:gd name="connsiteX2" fmla="*/ 736927 w 2763152"/>
              <a:gd name="connsiteY2" fmla="*/ 1396728 h 2705917"/>
              <a:gd name="connsiteX3" fmla="*/ 1903074 w 2763152"/>
              <a:gd name="connsiteY3" fmla="*/ 1673778 h 2705917"/>
              <a:gd name="connsiteX4" fmla="*/ 2451827 w 2763152"/>
              <a:gd name="connsiteY4" fmla="*/ 2123489 h 2705917"/>
              <a:gd name="connsiteX5" fmla="*/ 2763152 w 2763152"/>
              <a:gd name="connsiteY5" fmla="*/ 2589956 h 2705917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903074 w 2763152"/>
              <a:gd name="connsiteY3" fmla="*/ 1673778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87460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87460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83614"/>
              <a:gd name="connsiteX1" fmla="*/ 288303 w 2763152"/>
              <a:gd name="connsiteY1" fmla="*/ 849689 h 2683614"/>
              <a:gd name="connsiteX2" fmla="*/ 736927 w 2763152"/>
              <a:gd name="connsiteY2" fmla="*/ 1396728 h 2683614"/>
              <a:gd name="connsiteX3" fmla="*/ 1425117 w 2763152"/>
              <a:gd name="connsiteY3" fmla="*/ 1546876 h 2683614"/>
              <a:gd name="connsiteX4" fmla="*/ 2496739 w 2763152"/>
              <a:gd name="connsiteY4" fmla="*/ 1712087 h 2683614"/>
              <a:gd name="connsiteX5" fmla="*/ 2763152 w 2763152"/>
              <a:gd name="connsiteY5" fmla="*/ 2589956 h 2683614"/>
              <a:gd name="connsiteX0" fmla="*/ 0 w 2763152"/>
              <a:gd name="connsiteY0" fmla="*/ 110240 h 2589956"/>
              <a:gd name="connsiteX1" fmla="*/ 288303 w 2763152"/>
              <a:gd name="connsiteY1" fmla="*/ 849689 h 2589956"/>
              <a:gd name="connsiteX2" fmla="*/ 736927 w 2763152"/>
              <a:gd name="connsiteY2" fmla="*/ 1396728 h 2589956"/>
              <a:gd name="connsiteX3" fmla="*/ 1425117 w 2763152"/>
              <a:gd name="connsiteY3" fmla="*/ 1546876 h 2589956"/>
              <a:gd name="connsiteX4" fmla="*/ 2496739 w 2763152"/>
              <a:gd name="connsiteY4" fmla="*/ 1712087 h 2589956"/>
              <a:gd name="connsiteX5" fmla="*/ 2763152 w 2763152"/>
              <a:gd name="connsiteY5" fmla="*/ 2589956 h 2589956"/>
              <a:gd name="connsiteX0" fmla="*/ 0 w 2804714"/>
              <a:gd name="connsiteY0" fmla="*/ 110240 h 2695708"/>
              <a:gd name="connsiteX1" fmla="*/ 288303 w 2804714"/>
              <a:gd name="connsiteY1" fmla="*/ 849689 h 2695708"/>
              <a:gd name="connsiteX2" fmla="*/ 736927 w 2804714"/>
              <a:gd name="connsiteY2" fmla="*/ 1396728 h 2695708"/>
              <a:gd name="connsiteX3" fmla="*/ 1425117 w 2804714"/>
              <a:gd name="connsiteY3" fmla="*/ 1546876 h 2695708"/>
              <a:gd name="connsiteX4" fmla="*/ 2496739 w 2804714"/>
              <a:gd name="connsiteY4" fmla="*/ 1712087 h 2695708"/>
              <a:gd name="connsiteX5" fmla="*/ 2804714 w 2804714"/>
              <a:gd name="connsiteY5" fmla="*/ 2695708 h 2695708"/>
              <a:gd name="connsiteX0" fmla="*/ 0 w 2887838"/>
              <a:gd name="connsiteY0" fmla="*/ 110240 h 2695708"/>
              <a:gd name="connsiteX1" fmla="*/ 371427 w 2887838"/>
              <a:gd name="connsiteY1" fmla="*/ 849689 h 2695708"/>
              <a:gd name="connsiteX2" fmla="*/ 820051 w 2887838"/>
              <a:gd name="connsiteY2" fmla="*/ 1396728 h 2695708"/>
              <a:gd name="connsiteX3" fmla="*/ 1508241 w 2887838"/>
              <a:gd name="connsiteY3" fmla="*/ 1546876 h 2695708"/>
              <a:gd name="connsiteX4" fmla="*/ 2579863 w 2887838"/>
              <a:gd name="connsiteY4" fmla="*/ 1712087 h 2695708"/>
              <a:gd name="connsiteX5" fmla="*/ 2887838 w 2887838"/>
              <a:gd name="connsiteY5" fmla="*/ 2695708 h 2695708"/>
              <a:gd name="connsiteX0" fmla="*/ 0 w 2887838"/>
              <a:gd name="connsiteY0" fmla="*/ 109124 h 2694592"/>
              <a:gd name="connsiteX1" fmla="*/ 371427 w 2887838"/>
              <a:gd name="connsiteY1" fmla="*/ 848573 h 2694592"/>
              <a:gd name="connsiteX2" fmla="*/ 716146 w 2887838"/>
              <a:gd name="connsiteY2" fmla="*/ 1311017 h 2694592"/>
              <a:gd name="connsiteX3" fmla="*/ 1508241 w 2887838"/>
              <a:gd name="connsiteY3" fmla="*/ 1545760 h 2694592"/>
              <a:gd name="connsiteX4" fmla="*/ 2579863 w 2887838"/>
              <a:gd name="connsiteY4" fmla="*/ 1710971 h 2694592"/>
              <a:gd name="connsiteX5" fmla="*/ 2887838 w 2887838"/>
              <a:gd name="connsiteY5" fmla="*/ 2694592 h 2694592"/>
              <a:gd name="connsiteX0" fmla="*/ 0 w 2887838"/>
              <a:gd name="connsiteY0" fmla="*/ 123146 h 2708614"/>
              <a:gd name="connsiteX1" fmla="*/ 309084 w 2887838"/>
              <a:gd name="connsiteY1" fmla="*/ 714543 h 2708614"/>
              <a:gd name="connsiteX2" fmla="*/ 716146 w 2887838"/>
              <a:gd name="connsiteY2" fmla="*/ 1325039 h 2708614"/>
              <a:gd name="connsiteX3" fmla="*/ 1508241 w 2887838"/>
              <a:gd name="connsiteY3" fmla="*/ 1559782 h 2708614"/>
              <a:gd name="connsiteX4" fmla="*/ 2579863 w 2887838"/>
              <a:gd name="connsiteY4" fmla="*/ 1724993 h 2708614"/>
              <a:gd name="connsiteX5" fmla="*/ 2887838 w 2887838"/>
              <a:gd name="connsiteY5" fmla="*/ 2708614 h 270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87838" h="2708614">
                <a:moveTo>
                  <a:pt x="0" y="123146"/>
                </a:moveTo>
                <a:cubicBezTo>
                  <a:pt x="17462" y="-307596"/>
                  <a:pt x="189726" y="514228"/>
                  <a:pt x="309084" y="714543"/>
                </a:cubicBezTo>
                <a:cubicBezTo>
                  <a:pt x="428442" y="914858"/>
                  <a:pt x="516287" y="1184166"/>
                  <a:pt x="716146" y="1325039"/>
                </a:cubicBezTo>
                <a:cubicBezTo>
                  <a:pt x="916005" y="1465912"/>
                  <a:pt x="1304768" y="1550428"/>
                  <a:pt x="1508241" y="1559782"/>
                </a:cubicBezTo>
                <a:cubicBezTo>
                  <a:pt x="1877963" y="1653737"/>
                  <a:pt x="2138103" y="1553205"/>
                  <a:pt x="2579863" y="1724993"/>
                </a:cubicBezTo>
                <a:cubicBezTo>
                  <a:pt x="2815927" y="2081734"/>
                  <a:pt x="2884586" y="2290504"/>
                  <a:pt x="2887838" y="270861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35" name="Rectangle 1334">
            <a:extLst>
              <a:ext uri="{FF2B5EF4-FFF2-40B4-BE49-F238E27FC236}">
                <a16:creationId xmlns:a16="http://schemas.microsoft.com/office/drawing/2014/main" id="{1F25A8E1-DFAF-60BA-D80D-D8E2C3BB575B}"/>
              </a:ext>
            </a:extLst>
          </p:cNvPr>
          <p:cNvSpPr/>
          <p:nvPr/>
        </p:nvSpPr>
        <p:spPr>
          <a:xfrm>
            <a:off x="5154053" y="90819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36" name="TextBox 1335">
            <a:extLst>
              <a:ext uri="{FF2B5EF4-FFF2-40B4-BE49-F238E27FC236}">
                <a16:creationId xmlns:a16="http://schemas.microsoft.com/office/drawing/2014/main" id="{C0C8A410-149F-158E-F679-91E427D63816}"/>
              </a:ext>
            </a:extLst>
          </p:cNvPr>
          <p:cNvSpPr txBox="1"/>
          <p:nvPr/>
        </p:nvSpPr>
        <p:spPr>
          <a:xfrm>
            <a:off x="5278319" y="142192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37" name="TextBox 1336">
            <a:extLst>
              <a:ext uri="{FF2B5EF4-FFF2-40B4-BE49-F238E27FC236}">
                <a16:creationId xmlns:a16="http://schemas.microsoft.com/office/drawing/2014/main" id="{36CB0B3D-3540-201D-8138-FE2798706A73}"/>
              </a:ext>
            </a:extLst>
          </p:cNvPr>
          <p:cNvSpPr txBox="1"/>
          <p:nvPr/>
        </p:nvSpPr>
        <p:spPr>
          <a:xfrm>
            <a:off x="5047125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38" name="TextBox 1337">
            <a:extLst>
              <a:ext uri="{FF2B5EF4-FFF2-40B4-BE49-F238E27FC236}">
                <a16:creationId xmlns:a16="http://schemas.microsoft.com/office/drawing/2014/main" id="{22F12C8E-7AEA-9299-8293-62D57C147948}"/>
              </a:ext>
            </a:extLst>
          </p:cNvPr>
          <p:cNvSpPr txBox="1"/>
          <p:nvPr/>
        </p:nvSpPr>
        <p:spPr>
          <a:xfrm>
            <a:off x="5578441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39" name="Straight Connector 1338">
            <a:extLst>
              <a:ext uri="{FF2B5EF4-FFF2-40B4-BE49-F238E27FC236}">
                <a16:creationId xmlns:a16="http://schemas.microsoft.com/office/drawing/2014/main" id="{FAD24610-C632-684C-A920-06AF0671DB9C}"/>
              </a:ext>
            </a:extLst>
          </p:cNvPr>
          <p:cNvCxnSpPr>
            <a:cxnSpLocks/>
          </p:cNvCxnSpPr>
          <p:nvPr/>
        </p:nvCxnSpPr>
        <p:spPr>
          <a:xfrm flipV="1">
            <a:off x="5154649" y="91407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0" name="TextBox 1339">
            <a:extLst>
              <a:ext uri="{FF2B5EF4-FFF2-40B4-BE49-F238E27FC236}">
                <a16:creationId xmlns:a16="http://schemas.microsoft.com/office/drawing/2014/main" id="{77FD4D4A-103B-9EC6-7188-F3B279FBA747}"/>
              </a:ext>
            </a:extLst>
          </p:cNvPr>
          <p:cNvSpPr txBox="1"/>
          <p:nvPr/>
        </p:nvSpPr>
        <p:spPr>
          <a:xfrm>
            <a:off x="4979285" y="133082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41" name="TextBox 1340">
            <a:extLst>
              <a:ext uri="{FF2B5EF4-FFF2-40B4-BE49-F238E27FC236}">
                <a16:creationId xmlns:a16="http://schemas.microsoft.com/office/drawing/2014/main" id="{C35B2B84-E0BC-6B81-AE20-2806732D8EE3}"/>
              </a:ext>
            </a:extLst>
          </p:cNvPr>
          <p:cNvSpPr txBox="1"/>
          <p:nvPr/>
        </p:nvSpPr>
        <p:spPr>
          <a:xfrm>
            <a:off x="4979285" y="80327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42" name="TextBox 1341">
            <a:extLst>
              <a:ext uri="{FF2B5EF4-FFF2-40B4-BE49-F238E27FC236}">
                <a16:creationId xmlns:a16="http://schemas.microsoft.com/office/drawing/2014/main" id="{6061FB66-EF2A-32F8-8668-2468A32FD7DB}"/>
              </a:ext>
            </a:extLst>
          </p:cNvPr>
          <p:cNvSpPr txBox="1"/>
          <p:nvPr/>
        </p:nvSpPr>
        <p:spPr>
          <a:xfrm>
            <a:off x="4910357" y="106705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43" name="TextBox 1342">
            <a:extLst>
              <a:ext uri="{FF2B5EF4-FFF2-40B4-BE49-F238E27FC236}">
                <a16:creationId xmlns:a16="http://schemas.microsoft.com/office/drawing/2014/main" id="{B6C88C1F-95D1-EBA4-E10A-463652463C74}"/>
              </a:ext>
            </a:extLst>
          </p:cNvPr>
          <p:cNvSpPr txBox="1"/>
          <p:nvPr/>
        </p:nvSpPr>
        <p:spPr>
          <a:xfrm>
            <a:off x="5095306" y="1530185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344" name="Rectangle 1343">
            <a:extLst>
              <a:ext uri="{FF2B5EF4-FFF2-40B4-BE49-F238E27FC236}">
                <a16:creationId xmlns:a16="http://schemas.microsoft.com/office/drawing/2014/main" id="{FB87673D-111A-D933-2352-681D2FAD32C0}"/>
              </a:ext>
            </a:extLst>
          </p:cNvPr>
          <p:cNvSpPr/>
          <p:nvPr/>
        </p:nvSpPr>
        <p:spPr>
          <a:xfrm>
            <a:off x="5160927" y="911385"/>
            <a:ext cx="198015" cy="5318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45" name="TextBox 1344">
            <a:extLst>
              <a:ext uri="{FF2B5EF4-FFF2-40B4-BE49-F238E27FC236}">
                <a16:creationId xmlns:a16="http://schemas.microsoft.com/office/drawing/2014/main" id="{34B384FA-F360-F336-2135-AE0B94D1546B}"/>
              </a:ext>
            </a:extLst>
          </p:cNvPr>
          <p:cNvSpPr txBox="1"/>
          <p:nvPr/>
        </p:nvSpPr>
        <p:spPr>
          <a:xfrm rot="16200000">
            <a:off x="4512549" y="1027866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Frequency of forecast</a:t>
            </a:r>
          </a:p>
        </p:txBody>
      </p:sp>
      <p:sp>
        <p:nvSpPr>
          <p:cNvPr id="1346" name="TextBox 1345">
            <a:extLst>
              <a:ext uri="{FF2B5EF4-FFF2-40B4-BE49-F238E27FC236}">
                <a16:creationId xmlns:a16="http://schemas.microsoft.com/office/drawing/2014/main" id="{DA691BC4-F4DE-842B-9452-C875275E9F2A}"/>
              </a:ext>
            </a:extLst>
          </p:cNvPr>
          <p:cNvSpPr txBox="1"/>
          <p:nvPr/>
        </p:nvSpPr>
        <p:spPr>
          <a:xfrm>
            <a:off x="4013716" y="586987"/>
            <a:ext cx="7070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Reliability diagram</a:t>
            </a:r>
          </a:p>
        </p:txBody>
      </p:sp>
      <p:sp>
        <p:nvSpPr>
          <p:cNvPr id="1347" name="TextBox 1346">
            <a:extLst>
              <a:ext uri="{FF2B5EF4-FFF2-40B4-BE49-F238E27FC236}">
                <a16:creationId xmlns:a16="http://schemas.microsoft.com/office/drawing/2014/main" id="{FF01B57F-A28F-C349-BCD2-AB0A37D9CD66}"/>
              </a:ext>
            </a:extLst>
          </p:cNvPr>
          <p:cNvSpPr txBox="1"/>
          <p:nvPr/>
        </p:nvSpPr>
        <p:spPr>
          <a:xfrm>
            <a:off x="5058794" y="584868"/>
            <a:ext cx="7070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Sharpness diagram</a:t>
            </a:r>
          </a:p>
        </p:txBody>
      </p:sp>
      <p:sp>
        <p:nvSpPr>
          <p:cNvPr id="1348" name="TextBox 1347">
            <a:extLst>
              <a:ext uri="{FF2B5EF4-FFF2-40B4-BE49-F238E27FC236}">
                <a16:creationId xmlns:a16="http://schemas.microsoft.com/office/drawing/2014/main" id="{33D75850-5181-FD82-212F-BBE65A5031B1}"/>
              </a:ext>
            </a:extLst>
          </p:cNvPr>
          <p:cNvSpPr txBox="1"/>
          <p:nvPr/>
        </p:nvSpPr>
        <p:spPr>
          <a:xfrm rot="16200000">
            <a:off x="3507029" y="1018914"/>
            <a:ext cx="609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Observed frequency</a:t>
            </a:r>
          </a:p>
        </p:txBody>
      </p:sp>
      <p:sp>
        <p:nvSpPr>
          <p:cNvPr id="1349" name="Rectangle 1348">
            <a:extLst>
              <a:ext uri="{FF2B5EF4-FFF2-40B4-BE49-F238E27FC236}">
                <a16:creationId xmlns:a16="http://schemas.microsoft.com/office/drawing/2014/main" id="{1F320868-9DD0-27CF-9FA6-277232DD29C6}"/>
              </a:ext>
            </a:extLst>
          </p:cNvPr>
          <p:cNvSpPr/>
          <p:nvPr/>
        </p:nvSpPr>
        <p:spPr>
          <a:xfrm>
            <a:off x="2843423" y="90742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50" name="TextBox 1349">
            <a:extLst>
              <a:ext uri="{FF2B5EF4-FFF2-40B4-BE49-F238E27FC236}">
                <a16:creationId xmlns:a16="http://schemas.microsoft.com/office/drawing/2014/main" id="{0E1E31B6-12D2-7F6F-5AB2-C289DFA1A572}"/>
              </a:ext>
            </a:extLst>
          </p:cNvPr>
          <p:cNvSpPr txBox="1"/>
          <p:nvPr/>
        </p:nvSpPr>
        <p:spPr>
          <a:xfrm>
            <a:off x="2967689" y="142115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51" name="TextBox 1350">
            <a:extLst>
              <a:ext uri="{FF2B5EF4-FFF2-40B4-BE49-F238E27FC236}">
                <a16:creationId xmlns:a16="http://schemas.microsoft.com/office/drawing/2014/main" id="{7E066DE1-C414-FF1A-8DA4-43E44DEAD816}"/>
              </a:ext>
            </a:extLst>
          </p:cNvPr>
          <p:cNvSpPr txBox="1"/>
          <p:nvPr/>
        </p:nvSpPr>
        <p:spPr>
          <a:xfrm>
            <a:off x="2736495" y="14211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52" name="TextBox 1351">
            <a:extLst>
              <a:ext uri="{FF2B5EF4-FFF2-40B4-BE49-F238E27FC236}">
                <a16:creationId xmlns:a16="http://schemas.microsoft.com/office/drawing/2014/main" id="{17E23D5D-0602-2FE5-EB41-95964AC860AA}"/>
              </a:ext>
            </a:extLst>
          </p:cNvPr>
          <p:cNvSpPr txBox="1"/>
          <p:nvPr/>
        </p:nvSpPr>
        <p:spPr>
          <a:xfrm>
            <a:off x="3252565" y="14211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3" name="TextBox 1352">
            <a:extLst>
              <a:ext uri="{FF2B5EF4-FFF2-40B4-BE49-F238E27FC236}">
                <a16:creationId xmlns:a16="http://schemas.microsoft.com/office/drawing/2014/main" id="{99FA423C-06DF-9B60-C523-9D2A31C4D0AC}"/>
              </a:ext>
            </a:extLst>
          </p:cNvPr>
          <p:cNvSpPr txBox="1"/>
          <p:nvPr/>
        </p:nvSpPr>
        <p:spPr>
          <a:xfrm>
            <a:off x="2668655" y="133005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54" name="TextBox 1353">
            <a:extLst>
              <a:ext uri="{FF2B5EF4-FFF2-40B4-BE49-F238E27FC236}">
                <a16:creationId xmlns:a16="http://schemas.microsoft.com/office/drawing/2014/main" id="{C54329A9-6222-C265-B716-1FFEA6F79E15}"/>
              </a:ext>
            </a:extLst>
          </p:cNvPr>
          <p:cNvSpPr txBox="1"/>
          <p:nvPr/>
        </p:nvSpPr>
        <p:spPr>
          <a:xfrm>
            <a:off x="2668655" y="80250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5" name="TextBox 1354">
            <a:extLst>
              <a:ext uri="{FF2B5EF4-FFF2-40B4-BE49-F238E27FC236}">
                <a16:creationId xmlns:a16="http://schemas.microsoft.com/office/drawing/2014/main" id="{8F8D233F-548F-CE6C-4AE1-4CCEA7A10B06}"/>
              </a:ext>
            </a:extLst>
          </p:cNvPr>
          <p:cNvSpPr txBox="1"/>
          <p:nvPr/>
        </p:nvSpPr>
        <p:spPr>
          <a:xfrm>
            <a:off x="2599727" y="106628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56" name="TextBox 1355">
            <a:extLst>
              <a:ext uri="{FF2B5EF4-FFF2-40B4-BE49-F238E27FC236}">
                <a16:creationId xmlns:a16="http://schemas.microsoft.com/office/drawing/2014/main" id="{FE1F1E5C-DE1D-3AB6-259D-F8F24450ECBA}"/>
              </a:ext>
            </a:extLst>
          </p:cNvPr>
          <p:cNvSpPr txBox="1"/>
          <p:nvPr/>
        </p:nvSpPr>
        <p:spPr>
          <a:xfrm>
            <a:off x="2770175" y="1529468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57" name="Straight Connector 1356">
            <a:extLst>
              <a:ext uri="{FF2B5EF4-FFF2-40B4-BE49-F238E27FC236}">
                <a16:creationId xmlns:a16="http://schemas.microsoft.com/office/drawing/2014/main" id="{43D5210E-A42F-1D89-81FE-EB65663C25A5}"/>
              </a:ext>
            </a:extLst>
          </p:cNvPr>
          <p:cNvCxnSpPr>
            <a:cxnSpLocks/>
          </p:cNvCxnSpPr>
          <p:nvPr/>
        </p:nvCxnSpPr>
        <p:spPr>
          <a:xfrm flipV="1">
            <a:off x="2864535" y="914920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8" name="TextBox 1357">
            <a:extLst>
              <a:ext uri="{FF2B5EF4-FFF2-40B4-BE49-F238E27FC236}">
                <a16:creationId xmlns:a16="http://schemas.microsoft.com/office/drawing/2014/main" id="{ABBA72E7-811A-3BB5-7B9F-431AC55186B8}"/>
              </a:ext>
            </a:extLst>
          </p:cNvPr>
          <p:cNvSpPr txBox="1"/>
          <p:nvPr/>
        </p:nvSpPr>
        <p:spPr>
          <a:xfrm>
            <a:off x="2506370" y="14179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9" name="TextBox 1358">
            <a:extLst>
              <a:ext uri="{FF2B5EF4-FFF2-40B4-BE49-F238E27FC236}">
                <a16:creationId xmlns:a16="http://schemas.microsoft.com/office/drawing/2014/main" id="{84F97439-CB5D-012E-DA21-5F1489B9ADC1}"/>
              </a:ext>
            </a:extLst>
          </p:cNvPr>
          <p:cNvSpPr txBox="1"/>
          <p:nvPr/>
        </p:nvSpPr>
        <p:spPr>
          <a:xfrm>
            <a:off x="2794480" y="599745"/>
            <a:ext cx="6509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1360" name="Freeform: Shape 1359">
            <a:extLst>
              <a:ext uri="{FF2B5EF4-FFF2-40B4-BE49-F238E27FC236}">
                <a16:creationId xmlns:a16="http://schemas.microsoft.com/office/drawing/2014/main" id="{FFC644DB-2ACD-2F64-2DFD-FF962E029B98}"/>
              </a:ext>
            </a:extLst>
          </p:cNvPr>
          <p:cNvSpPr/>
          <p:nvPr/>
        </p:nvSpPr>
        <p:spPr>
          <a:xfrm>
            <a:off x="2877094" y="926081"/>
            <a:ext cx="505016" cy="526785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758113 w 2997943"/>
              <a:gd name="connsiteY5" fmla="*/ 95632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758113 w 2997943"/>
              <a:gd name="connsiteY5" fmla="*/ 956328 h 3072596"/>
              <a:gd name="connsiteX6" fmla="*/ 2257100 w 2997943"/>
              <a:gd name="connsiteY6" fmla="*/ 753187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15629 h 3015629"/>
              <a:gd name="connsiteX1" fmla="*/ 512861 w 2997943"/>
              <a:gd name="connsiteY1" fmla="*/ 2338031 h 3015629"/>
              <a:gd name="connsiteX2" fmla="*/ 1051321 w 2997943"/>
              <a:gd name="connsiteY2" fmla="*/ 1833708 h 3015629"/>
              <a:gd name="connsiteX3" fmla="*/ 1354047 w 2997943"/>
              <a:gd name="connsiteY3" fmla="*/ 1226367 h 3015629"/>
              <a:gd name="connsiteX4" fmla="*/ 1729389 w 2997943"/>
              <a:gd name="connsiteY4" fmla="*/ 1529625 h 3015629"/>
              <a:gd name="connsiteX5" fmla="*/ 1758113 w 2997943"/>
              <a:gd name="connsiteY5" fmla="*/ 899361 h 3015629"/>
              <a:gd name="connsiteX6" fmla="*/ 2257100 w 2997943"/>
              <a:gd name="connsiteY6" fmla="*/ 696220 h 3015629"/>
              <a:gd name="connsiteX7" fmla="*/ 2556493 w 2997943"/>
              <a:gd name="connsiteY7" fmla="*/ 69452 h 3015629"/>
              <a:gd name="connsiteX8" fmla="*/ 2997943 w 2997943"/>
              <a:gd name="connsiteY8" fmla="*/ 820406 h 3015629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354047 w 3075829"/>
              <a:gd name="connsiteY3" fmla="*/ 1476179 h 3265441"/>
              <a:gd name="connsiteX4" fmla="*/ 1729389 w 3075829"/>
              <a:gd name="connsiteY4" fmla="*/ 1779437 h 3265441"/>
              <a:gd name="connsiteX5" fmla="*/ 1758113 w 3075829"/>
              <a:gd name="connsiteY5" fmla="*/ 1149173 h 3265441"/>
              <a:gd name="connsiteX6" fmla="*/ 2257100 w 3075829"/>
              <a:gd name="connsiteY6" fmla="*/ 946032 h 3265441"/>
              <a:gd name="connsiteX7" fmla="*/ 2556493 w 3075829"/>
              <a:gd name="connsiteY7" fmla="*/ 319264 h 3265441"/>
              <a:gd name="connsiteX8" fmla="*/ 3075829 w 3075829"/>
              <a:gd name="connsiteY8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354047 w 3075829"/>
              <a:gd name="connsiteY3" fmla="*/ 1476179 h 3265441"/>
              <a:gd name="connsiteX4" fmla="*/ 1758113 w 3075829"/>
              <a:gd name="connsiteY4" fmla="*/ 1149173 h 3265441"/>
              <a:gd name="connsiteX5" fmla="*/ 2257100 w 3075829"/>
              <a:gd name="connsiteY5" fmla="*/ 946032 h 3265441"/>
              <a:gd name="connsiteX6" fmla="*/ 2556493 w 3075829"/>
              <a:gd name="connsiteY6" fmla="*/ 319264 h 3265441"/>
              <a:gd name="connsiteX7" fmla="*/ 3075829 w 3075829"/>
              <a:gd name="connsiteY7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257100 w 3075829"/>
              <a:gd name="connsiteY5" fmla="*/ 946032 h 3265441"/>
              <a:gd name="connsiteX6" fmla="*/ 2556493 w 3075829"/>
              <a:gd name="connsiteY6" fmla="*/ 319264 h 3265441"/>
              <a:gd name="connsiteX7" fmla="*/ 3075829 w 3075829"/>
              <a:gd name="connsiteY7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75829" h="3265441">
                <a:moveTo>
                  <a:pt x="0" y="3265441"/>
                </a:moveTo>
                <a:cubicBezTo>
                  <a:pt x="17462" y="2834699"/>
                  <a:pt x="363605" y="2794739"/>
                  <a:pt x="512861" y="2587843"/>
                </a:cubicBezTo>
                <a:cubicBezTo>
                  <a:pt x="662117" y="2380947"/>
                  <a:pt x="726130" y="2182920"/>
                  <a:pt x="895537" y="2024067"/>
                </a:cubicBezTo>
                <a:cubicBezTo>
                  <a:pt x="1064944" y="1865214"/>
                  <a:pt x="1411503" y="1790451"/>
                  <a:pt x="1529302" y="1634726"/>
                </a:cubicBezTo>
                <a:cubicBezTo>
                  <a:pt x="1647101" y="1479001"/>
                  <a:pt x="1784885" y="1196658"/>
                  <a:pt x="1972311" y="990626"/>
                </a:cubicBezTo>
                <a:cubicBezTo>
                  <a:pt x="2159737" y="784594"/>
                  <a:pt x="2278453" y="510794"/>
                  <a:pt x="2595436" y="259811"/>
                </a:cubicBezTo>
                <a:cubicBezTo>
                  <a:pt x="2742852" y="72402"/>
                  <a:pt x="3011178" y="219192"/>
                  <a:pt x="307582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1" name="Freeform: Shape 1360">
            <a:extLst>
              <a:ext uri="{FF2B5EF4-FFF2-40B4-BE49-F238E27FC236}">
                <a16:creationId xmlns:a16="http://schemas.microsoft.com/office/drawing/2014/main" id="{CD50AF3A-89D8-632A-0AAB-9BB5D552B446}"/>
              </a:ext>
            </a:extLst>
          </p:cNvPr>
          <p:cNvSpPr/>
          <p:nvPr/>
        </p:nvSpPr>
        <p:spPr>
          <a:xfrm>
            <a:off x="4611190" y="2388733"/>
            <a:ext cx="529616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17967 w 3237417"/>
              <a:gd name="connsiteY0" fmla="*/ 3225800 h 3225800"/>
              <a:gd name="connsiteX1" fmla="*/ 12814 w 3237417"/>
              <a:gd name="connsiteY1" fmla="*/ 2808236 h 3225800"/>
              <a:gd name="connsiteX2" fmla="*/ 246567 w 3237417"/>
              <a:gd name="connsiteY2" fmla="*/ 755650 h 3225800"/>
              <a:gd name="connsiteX3" fmla="*/ 805367 w 3237417"/>
              <a:gd name="connsiteY3" fmla="*/ 228600 h 3225800"/>
              <a:gd name="connsiteX4" fmla="*/ 3237417 w 3237417"/>
              <a:gd name="connsiteY4" fmla="*/ 0 h 3225800"/>
              <a:gd name="connsiteX0" fmla="*/ 30422 w 3249872"/>
              <a:gd name="connsiteY0" fmla="*/ 3225800 h 3225800"/>
              <a:gd name="connsiteX1" fmla="*/ 25269 w 3249872"/>
              <a:gd name="connsiteY1" fmla="*/ 2808236 h 3225800"/>
              <a:gd name="connsiteX2" fmla="*/ 71503 w 3249872"/>
              <a:gd name="connsiteY2" fmla="*/ 2187015 h 3225800"/>
              <a:gd name="connsiteX3" fmla="*/ 817822 w 3249872"/>
              <a:gd name="connsiteY3" fmla="*/ 228600 h 3225800"/>
              <a:gd name="connsiteX4" fmla="*/ 3249872 w 3249872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793606 w 3225656"/>
              <a:gd name="connsiteY3" fmla="*/ 228600 h 3225800"/>
              <a:gd name="connsiteX4" fmla="*/ 3225656 w 3225656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793606 w 3225656"/>
              <a:gd name="connsiteY3" fmla="*/ 228600 h 3225800"/>
              <a:gd name="connsiteX4" fmla="*/ 3225656 w 3225656"/>
              <a:gd name="connsiteY4" fmla="*/ 0 h 3225800"/>
              <a:gd name="connsiteX0" fmla="*/ 34405 w 3253855"/>
              <a:gd name="connsiteY0" fmla="*/ 3225800 h 3225800"/>
              <a:gd name="connsiteX1" fmla="*/ 29252 w 3253855"/>
              <a:gd name="connsiteY1" fmla="*/ 2808236 h 3225800"/>
              <a:gd name="connsiteX2" fmla="*/ 75486 w 3253855"/>
              <a:gd name="connsiteY2" fmla="*/ 2187015 h 3225800"/>
              <a:gd name="connsiteX3" fmla="*/ 878057 w 3253855"/>
              <a:gd name="connsiteY3" fmla="*/ 1011082 h 3225800"/>
              <a:gd name="connsiteX4" fmla="*/ 3253855 w 3253855"/>
              <a:gd name="connsiteY4" fmla="*/ 0 h 3225800"/>
              <a:gd name="connsiteX0" fmla="*/ 34405 w 3253855"/>
              <a:gd name="connsiteY0" fmla="*/ 3225800 h 3225800"/>
              <a:gd name="connsiteX1" fmla="*/ 29252 w 3253855"/>
              <a:gd name="connsiteY1" fmla="*/ 2808236 h 3225800"/>
              <a:gd name="connsiteX2" fmla="*/ 75486 w 3253855"/>
              <a:gd name="connsiteY2" fmla="*/ 2187015 h 3225800"/>
              <a:gd name="connsiteX3" fmla="*/ 878057 w 3253855"/>
              <a:gd name="connsiteY3" fmla="*/ 1011082 h 3225800"/>
              <a:gd name="connsiteX4" fmla="*/ 3253855 w 3253855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849858 w 3225656"/>
              <a:gd name="connsiteY3" fmla="*/ 1011082 h 3225800"/>
              <a:gd name="connsiteX4" fmla="*/ 3225656 w 3225656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849858 w 3225656"/>
              <a:gd name="connsiteY3" fmla="*/ 1011082 h 3225800"/>
              <a:gd name="connsiteX4" fmla="*/ 3225656 w 3225656"/>
              <a:gd name="connsiteY4" fmla="*/ 0 h 3225800"/>
              <a:gd name="connsiteX0" fmla="*/ 208729 w 3428179"/>
              <a:gd name="connsiteY0" fmla="*/ 3225800 h 3225800"/>
              <a:gd name="connsiteX1" fmla="*/ 203576 w 3428179"/>
              <a:gd name="connsiteY1" fmla="*/ 2808236 h 3225800"/>
              <a:gd name="connsiteX2" fmla="*/ 249810 w 3428179"/>
              <a:gd name="connsiteY2" fmla="*/ 2187015 h 3225800"/>
              <a:gd name="connsiteX3" fmla="*/ 3428179 w 3428179"/>
              <a:gd name="connsiteY3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3225656 w 3225656"/>
              <a:gd name="connsiteY3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25656" h="3225800">
                <a:moveTo>
                  <a:pt x="6206" y="3225800"/>
                </a:moveTo>
                <a:cubicBezTo>
                  <a:pt x="23668" y="2795058"/>
                  <a:pt x="-5794" y="2981367"/>
                  <a:pt x="1053" y="2808236"/>
                </a:cubicBezTo>
                <a:cubicBezTo>
                  <a:pt x="7900" y="2635105"/>
                  <a:pt x="16140" y="2540546"/>
                  <a:pt x="47287" y="2187015"/>
                </a:cubicBezTo>
                <a:cubicBezTo>
                  <a:pt x="78434" y="1833484"/>
                  <a:pt x="2563496" y="455628"/>
                  <a:pt x="322565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2" name="TextBox 1361">
            <a:extLst>
              <a:ext uri="{FF2B5EF4-FFF2-40B4-BE49-F238E27FC236}">
                <a16:creationId xmlns:a16="http://schemas.microsoft.com/office/drawing/2014/main" id="{B809C3C3-685B-9AE8-093A-72CB35DD6637}"/>
              </a:ext>
            </a:extLst>
          </p:cNvPr>
          <p:cNvSpPr txBox="1"/>
          <p:nvPr/>
        </p:nvSpPr>
        <p:spPr>
          <a:xfrm>
            <a:off x="4429006" y="2992543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363" name="Rectangle 1362">
            <a:extLst>
              <a:ext uri="{FF2B5EF4-FFF2-40B4-BE49-F238E27FC236}">
                <a16:creationId xmlns:a16="http://schemas.microsoft.com/office/drawing/2014/main" id="{115E43C9-51F3-752F-21A4-D2C95BE0808B}"/>
              </a:ext>
            </a:extLst>
          </p:cNvPr>
          <p:cNvSpPr/>
          <p:nvPr/>
        </p:nvSpPr>
        <p:spPr>
          <a:xfrm>
            <a:off x="4603070" y="2369280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4" name="TextBox 1363">
            <a:extLst>
              <a:ext uri="{FF2B5EF4-FFF2-40B4-BE49-F238E27FC236}">
                <a16:creationId xmlns:a16="http://schemas.microsoft.com/office/drawing/2014/main" id="{DA721B03-BDAC-27CA-26E3-15F1149EDA51}"/>
              </a:ext>
            </a:extLst>
          </p:cNvPr>
          <p:cNvSpPr txBox="1"/>
          <p:nvPr/>
        </p:nvSpPr>
        <p:spPr>
          <a:xfrm>
            <a:off x="4727336" y="286222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65" name="TextBox 1364">
            <a:extLst>
              <a:ext uri="{FF2B5EF4-FFF2-40B4-BE49-F238E27FC236}">
                <a16:creationId xmlns:a16="http://schemas.microsoft.com/office/drawing/2014/main" id="{1AC770C5-B169-AD42-5A18-4A96F4AAC699}"/>
              </a:ext>
            </a:extLst>
          </p:cNvPr>
          <p:cNvSpPr txBox="1"/>
          <p:nvPr/>
        </p:nvSpPr>
        <p:spPr>
          <a:xfrm>
            <a:off x="4496142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66" name="TextBox 1365">
            <a:extLst>
              <a:ext uri="{FF2B5EF4-FFF2-40B4-BE49-F238E27FC236}">
                <a16:creationId xmlns:a16="http://schemas.microsoft.com/office/drawing/2014/main" id="{205AA99D-99A0-911E-3713-D74FA9FAE1EF}"/>
              </a:ext>
            </a:extLst>
          </p:cNvPr>
          <p:cNvSpPr txBox="1"/>
          <p:nvPr/>
        </p:nvSpPr>
        <p:spPr>
          <a:xfrm>
            <a:off x="5027458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67" name="Straight Connector 1366">
            <a:extLst>
              <a:ext uri="{FF2B5EF4-FFF2-40B4-BE49-F238E27FC236}">
                <a16:creationId xmlns:a16="http://schemas.microsoft.com/office/drawing/2014/main" id="{A42B9F75-E94E-3F2B-74D0-B61A558D0BC3}"/>
              </a:ext>
            </a:extLst>
          </p:cNvPr>
          <p:cNvCxnSpPr>
            <a:cxnSpLocks/>
          </p:cNvCxnSpPr>
          <p:nvPr/>
        </p:nvCxnSpPr>
        <p:spPr>
          <a:xfrm flipV="1">
            <a:off x="4603666" y="2375159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8" name="TextBox 1367">
            <a:extLst>
              <a:ext uri="{FF2B5EF4-FFF2-40B4-BE49-F238E27FC236}">
                <a16:creationId xmlns:a16="http://schemas.microsoft.com/office/drawing/2014/main" id="{AEC17ABF-0E37-9F99-9544-E60745A0A06E}"/>
              </a:ext>
            </a:extLst>
          </p:cNvPr>
          <p:cNvSpPr txBox="1"/>
          <p:nvPr/>
        </p:nvSpPr>
        <p:spPr>
          <a:xfrm>
            <a:off x="4428302" y="279190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69" name="TextBox 1368">
            <a:extLst>
              <a:ext uri="{FF2B5EF4-FFF2-40B4-BE49-F238E27FC236}">
                <a16:creationId xmlns:a16="http://schemas.microsoft.com/office/drawing/2014/main" id="{59A1034C-3AC9-A33E-267C-705B6EAEEF8B}"/>
              </a:ext>
            </a:extLst>
          </p:cNvPr>
          <p:cNvSpPr txBox="1"/>
          <p:nvPr/>
        </p:nvSpPr>
        <p:spPr>
          <a:xfrm>
            <a:off x="4428302" y="226435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70" name="TextBox 1369">
            <a:extLst>
              <a:ext uri="{FF2B5EF4-FFF2-40B4-BE49-F238E27FC236}">
                <a16:creationId xmlns:a16="http://schemas.microsoft.com/office/drawing/2014/main" id="{B74D7124-C164-5658-DAC4-D088DCEDF376}"/>
              </a:ext>
            </a:extLst>
          </p:cNvPr>
          <p:cNvSpPr txBox="1"/>
          <p:nvPr/>
        </p:nvSpPr>
        <p:spPr>
          <a:xfrm>
            <a:off x="4359374" y="2528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71" name="TextBox 1370">
            <a:extLst>
              <a:ext uri="{FF2B5EF4-FFF2-40B4-BE49-F238E27FC236}">
                <a16:creationId xmlns:a16="http://schemas.microsoft.com/office/drawing/2014/main" id="{958CFBDE-7C39-857A-E9EC-7E2FA5FEEF41}"/>
              </a:ext>
            </a:extLst>
          </p:cNvPr>
          <p:cNvSpPr txBox="1"/>
          <p:nvPr/>
        </p:nvSpPr>
        <p:spPr>
          <a:xfrm>
            <a:off x="4430356" y="2138649"/>
            <a:ext cx="8599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For rare events</a:t>
            </a:r>
          </a:p>
        </p:txBody>
      </p:sp>
      <p:sp>
        <p:nvSpPr>
          <p:cNvPr id="1372" name="TextBox 1371">
            <a:extLst>
              <a:ext uri="{FF2B5EF4-FFF2-40B4-BE49-F238E27FC236}">
                <a16:creationId xmlns:a16="http://schemas.microsoft.com/office/drawing/2014/main" id="{BDACE84E-D727-0BBE-8B62-79323712A7F0}"/>
              </a:ext>
            </a:extLst>
          </p:cNvPr>
          <p:cNvSpPr txBox="1"/>
          <p:nvPr/>
        </p:nvSpPr>
        <p:spPr>
          <a:xfrm rot="16200000">
            <a:off x="4027856" y="2534646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138</Words>
  <Application>Microsoft Office PowerPoint</Application>
  <PresentationFormat>Custom</PresentationFormat>
  <Paragraphs>94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2026-01-23T06:35:33Z</dcterms:modified>
</cp:coreProperties>
</file>