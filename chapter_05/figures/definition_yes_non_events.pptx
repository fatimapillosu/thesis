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140200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C1AF"/>
    <a:srgbClr val="C1E5EC"/>
    <a:srgbClr val="329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D5681F-9D70-48A9-B968-7127EE2335D0}" v="6" dt="2026-01-26T17:07:29.0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5039" autoAdjust="0"/>
  </p:normalViewPr>
  <p:slideViewPr>
    <p:cSldViewPr snapToGrid="0">
      <p:cViewPr varScale="1">
        <p:scale>
          <a:sx n="167" d="100"/>
          <a:sy n="167" d="100"/>
        </p:scale>
        <p:origin x="27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6T17:10:17.229" v="204" actId="1076"/>
      <pc:docMkLst>
        <pc:docMk/>
      </pc:docMkLst>
      <pc:sldChg chg="addSp delSp modSp mod">
        <pc:chgData name="Fatima Pillosu" userId="a6295d4dc9e22643" providerId="LiveId" clId="{87453732-75AC-4426-B5D3-B7C69C2D4F54}" dt="2026-01-26T17:10:17.229" v="204" actId="1076"/>
        <pc:sldMkLst>
          <pc:docMk/>
          <pc:sldMk cId="2922174619" sldId="256"/>
        </pc:sldMkLst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2" creationId="{4FF56070-D238-C224-AA97-E058A81BE633}"/>
          </ac:spMkLst>
        </pc:spChg>
        <pc:spChg chg="mod">
          <ac:chgData name="Fatima Pillosu" userId="a6295d4dc9e22643" providerId="LiveId" clId="{87453732-75AC-4426-B5D3-B7C69C2D4F54}" dt="2026-01-26T16:29:27.510" v="132" actId="1076"/>
          <ac:spMkLst>
            <pc:docMk/>
            <pc:sldMk cId="2922174619" sldId="256"/>
            <ac:spMk id="4" creationId="{0BB2AAB9-265F-B714-DBA2-FF13C3B6D595}"/>
          </ac:spMkLst>
        </pc:spChg>
        <pc:spChg chg="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6" creationId="{5EA3B3E5-BDE1-8300-691A-8B995A0278E4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8" creationId="{A15B6D45-79F5-B9F8-C9E6-C2B4A302D2EA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9" creationId="{C12DC1C5-1801-3D4B-2A03-DAB145A118F6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16" creationId="{AEF2F405-62A6-9184-E2DA-F8586E4DAAA1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17" creationId="{3AC1E00C-7CC8-E558-16F9-CBB16592A278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18" creationId="{E2C60F2E-5AEC-FD98-E016-93A8494C37D8}"/>
          </ac:spMkLst>
        </pc:spChg>
        <pc:spChg chg="add del mod">
          <ac:chgData name="Fatima Pillosu" userId="a6295d4dc9e22643" providerId="LiveId" clId="{87453732-75AC-4426-B5D3-B7C69C2D4F54}" dt="2026-01-26T17:06:51.446" v="158" actId="21"/>
          <ac:spMkLst>
            <pc:docMk/>
            <pc:sldMk cId="2922174619" sldId="256"/>
            <ac:spMk id="19" creationId="{094E29AE-C474-3CCD-52C0-D085CCBD05CB}"/>
          </ac:spMkLst>
        </pc:spChg>
        <pc:spChg chg="add mod">
          <ac:chgData name="Fatima Pillosu" userId="a6295d4dc9e22643" providerId="LiveId" clId="{87453732-75AC-4426-B5D3-B7C69C2D4F54}" dt="2026-01-26T16:30:13.073" v="140" actId="1076"/>
          <ac:spMkLst>
            <pc:docMk/>
            <pc:sldMk cId="2922174619" sldId="256"/>
            <ac:spMk id="25" creationId="{3041A462-13E8-E68B-ED83-34E69527A7C3}"/>
          </ac:spMkLst>
        </pc:spChg>
        <pc:spChg chg="add mod">
          <ac:chgData name="Fatima Pillosu" userId="a6295d4dc9e22643" providerId="LiveId" clId="{87453732-75AC-4426-B5D3-B7C69C2D4F54}" dt="2026-01-26T16:28:29.149" v="121" actId="164"/>
          <ac:spMkLst>
            <pc:docMk/>
            <pc:sldMk cId="2922174619" sldId="256"/>
            <ac:spMk id="26" creationId="{0ABB75E4-DC24-C31B-F4F0-D6035B2DC0CC}"/>
          </ac:spMkLst>
        </pc:spChg>
        <pc:spChg chg="add del">
          <ac:chgData name="Fatima Pillosu" userId="a6295d4dc9e22643" providerId="LiveId" clId="{87453732-75AC-4426-B5D3-B7C69C2D4F54}" dt="2026-01-26T17:06:14.916" v="155" actId="478"/>
          <ac:spMkLst>
            <pc:docMk/>
            <pc:sldMk cId="2922174619" sldId="256"/>
            <ac:spMk id="29" creationId="{9455B3A6-BA71-93FF-AB36-02F255C63458}"/>
          </ac:spMkLst>
        </pc:spChg>
        <pc:spChg chg="add del">
          <ac:chgData name="Fatima Pillosu" userId="a6295d4dc9e22643" providerId="LiveId" clId="{87453732-75AC-4426-B5D3-B7C69C2D4F54}" dt="2026-01-26T17:06:49.342" v="157" actId="478"/>
          <ac:spMkLst>
            <pc:docMk/>
            <pc:sldMk cId="2922174619" sldId="256"/>
            <ac:spMk id="30" creationId="{4466E695-D3B6-22D6-FAAE-8A2F937A736C}"/>
          </ac:spMkLst>
        </pc:spChg>
        <pc:spChg chg="add mod">
          <ac:chgData name="Fatima Pillosu" userId="a6295d4dc9e22643" providerId="LiveId" clId="{87453732-75AC-4426-B5D3-B7C69C2D4F54}" dt="2026-01-26T17:07:44.629" v="169" actId="255"/>
          <ac:spMkLst>
            <pc:docMk/>
            <pc:sldMk cId="2922174619" sldId="256"/>
            <ac:spMk id="31" creationId="{4FF56070-D238-C224-AA97-E058A81BE633}"/>
          </ac:spMkLst>
        </pc:spChg>
        <pc:spChg chg="mod">
          <ac:chgData name="Fatima Pillosu" userId="a6295d4dc9e22643" providerId="LiveId" clId="{87453732-75AC-4426-B5D3-B7C69C2D4F54}" dt="2026-01-26T17:10:17.229" v="204" actId="1076"/>
          <ac:spMkLst>
            <pc:docMk/>
            <pc:sldMk cId="2922174619" sldId="256"/>
            <ac:spMk id="33" creationId="{0BB2AAB9-265F-B714-DBA2-FF13C3B6D595}"/>
          </ac:spMkLst>
        </pc:spChg>
        <pc:spChg chg="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35" creationId="{5EA3B3E5-BDE1-8300-691A-8B995A0278E4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37" creationId="{A15B6D45-79F5-B9F8-C9E6-C2B4A302D2EA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38" creationId="{C12DC1C5-1801-3D4B-2A03-DAB145A118F6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45" creationId="{AEF2F405-62A6-9184-E2DA-F8586E4DAAA1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46" creationId="{3AC1E00C-7CC8-E558-16F9-CBB16592A278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47" creationId="{E2C60F2E-5AEC-FD98-E016-93A8494C37D8}"/>
          </ac:spMkLst>
        </pc:spChg>
        <pc:spChg chg="add mod">
          <ac:chgData name="Fatima Pillosu" userId="a6295d4dc9e22643" providerId="LiveId" clId="{87453732-75AC-4426-B5D3-B7C69C2D4F54}" dt="2026-01-26T17:07:29.033" v="167" actId="164"/>
          <ac:spMkLst>
            <pc:docMk/>
            <pc:sldMk cId="2922174619" sldId="256"/>
            <ac:spMk id="48" creationId="{094E29AE-C474-3CCD-52C0-D085CCBD05CB}"/>
          </ac:spMkLst>
        </pc:spChg>
        <pc:spChg chg="mod">
          <ac:chgData name="Fatima Pillosu" userId="a6295d4dc9e22643" providerId="LiveId" clId="{87453732-75AC-4426-B5D3-B7C69C2D4F54}" dt="2026-01-26T17:07:00.887" v="159"/>
          <ac:spMkLst>
            <pc:docMk/>
            <pc:sldMk cId="2922174619" sldId="256"/>
            <ac:spMk id="55" creationId="{3041A462-13E8-E68B-ED83-34E69527A7C3}"/>
          </ac:spMkLst>
        </pc:spChg>
        <pc:spChg chg="mod">
          <ac:chgData name="Fatima Pillosu" userId="a6295d4dc9e22643" providerId="LiveId" clId="{87453732-75AC-4426-B5D3-B7C69C2D4F54}" dt="2026-01-26T17:07:00.887" v="159"/>
          <ac:spMkLst>
            <pc:docMk/>
            <pc:sldMk cId="2922174619" sldId="256"/>
            <ac:spMk id="56" creationId="{0ABB75E4-DC24-C31B-F4F0-D6035B2DC0CC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88" creationId="{4FF56070-D238-C224-AA97-E058A81BE633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92" creationId="{5EA3B3E5-BDE1-8300-691A-8B995A0278E4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94" creationId="{A15B6D45-79F5-B9F8-C9E6-C2B4A302D2EA}"/>
          </ac:spMkLst>
        </pc:spChg>
        <pc:spChg chg="del mod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95" creationId="{C12DC1C5-1801-3D4B-2A03-DAB145A118F6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02" creationId="{AEF2F405-62A6-9184-E2DA-F8586E4DAAA1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03" creationId="{3AC1E00C-7CC8-E558-16F9-CBB16592A278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04" creationId="{E2C60F2E-5AEC-FD98-E016-93A8494C37D8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05" creationId="{094E29AE-C474-3CCD-52C0-D085CCBD05CB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11" creationId="{3041A462-13E8-E68B-ED83-34E69527A7C3}"/>
          </ac:spMkLst>
        </pc:spChg>
        <pc:spChg chg="del">
          <ac:chgData name="Fatima Pillosu" userId="a6295d4dc9e22643" providerId="LiveId" clId="{87453732-75AC-4426-B5D3-B7C69C2D4F54}" dt="2026-01-26T16:25:49.861" v="43" actId="21"/>
          <ac:spMkLst>
            <pc:docMk/>
            <pc:sldMk cId="2922174619" sldId="256"/>
            <ac:spMk id="112" creationId="{0ABB75E4-DC24-C31B-F4F0-D6035B2DC0CC}"/>
          </ac:spMkLst>
        </pc:spChg>
        <pc:grpChg chg="mod">
          <ac:chgData name="Fatima Pillosu" userId="a6295d4dc9e22643" providerId="LiveId" clId="{87453732-75AC-4426-B5D3-B7C69C2D4F54}" dt="2026-01-26T16:30:22.010" v="153" actId="1036"/>
          <ac:grpSpMkLst>
            <pc:docMk/>
            <pc:sldMk cId="2922174619" sldId="256"/>
            <ac:grpSpMk id="3" creationId="{5BA45A38-88EB-09EC-D8FE-F556596A2A90}"/>
          </ac:grpSpMkLst>
        </pc:grpChg>
        <pc:grpChg chg="mod">
          <ac:chgData name="Fatima Pillosu" userId="a6295d4dc9e22643" providerId="LiveId" clId="{87453732-75AC-4426-B5D3-B7C69C2D4F54}" dt="2026-01-26T16:28:52.316" v="124" actId="1037"/>
          <ac:grpSpMkLst>
            <pc:docMk/>
            <pc:sldMk cId="2922174619" sldId="256"/>
            <ac:grpSpMk id="10" creationId="{87DBA8D6-574F-BFA7-7C61-9430A7E58D71}"/>
          </ac:grpSpMkLst>
        </pc:grpChg>
        <pc:grpChg chg="del mod">
          <ac:chgData name="Fatima Pillosu" userId="a6295d4dc9e22643" providerId="LiveId" clId="{87453732-75AC-4426-B5D3-B7C69C2D4F54}" dt="2026-01-26T17:06:51.446" v="158" actId="21"/>
          <ac:grpSpMkLst>
            <pc:docMk/>
            <pc:sldMk cId="2922174619" sldId="256"/>
            <ac:grpSpMk id="13" creationId="{00DC0CBC-1589-645C-A091-E3BCB3E252AB}"/>
          </ac:grpSpMkLst>
        </pc:grpChg>
        <pc:grpChg chg="add del mod">
          <ac:chgData name="Fatima Pillosu" userId="a6295d4dc9e22643" providerId="LiveId" clId="{87453732-75AC-4426-B5D3-B7C69C2D4F54}" dt="2026-01-26T17:06:51.446" v="158" actId="21"/>
          <ac:grpSpMkLst>
            <pc:docMk/>
            <pc:sldMk cId="2922174619" sldId="256"/>
            <ac:grpSpMk id="28" creationId="{75FFF979-52C9-D42D-37D8-AF2C6E84A00C}"/>
          </ac:grpSpMkLst>
        </pc:grpChg>
        <pc:grpChg chg="mod">
          <ac:chgData name="Fatima Pillosu" userId="a6295d4dc9e22643" providerId="LiveId" clId="{87453732-75AC-4426-B5D3-B7C69C2D4F54}" dt="2026-01-26T17:07:29.033" v="167" actId="164"/>
          <ac:grpSpMkLst>
            <pc:docMk/>
            <pc:sldMk cId="2922174619" sldId="256"/>
            <ac:grpSpMk id="39" creationId="{87DBA8D6-574F-BFA7-7C61-9430A7E58D71}"/>
          </ac:grpSpMkLst>
        </pc:grpChg>
        <pc:grpChg chg="mod">
          <ac:chgData name="Fatima Pillosu" userId="a6295d4dc9e22643" providerId="LiveId" clId="{87453732-75AC-4426-B5D3-B7C69C2D4F54}" dt="2026-01-26T17:07:07.451" v="166" actId="1036"/>
          <ac:grpSpMkLst>
            <pc:docMk/>
            <pc:sldMk cId="2922174619" sldId="256"/>
            <ac:grpSpMk id="42" creationId="{00DC0CBC-1589-645C-A091-E3BCB3E252AB}"/>
          </ac:grpSpMkLst>
        </pc:grpChg>
        <pc:grpChg chg="mod">
          <ac:chgData name="Fatima Pillosu" userId="a6295d4dc9e22643" providerId="LiveId" clId="{87453732-75AC-4426-B5D3-B7C69C2D4F54}" dt="2026-01-26T17:07:29.033" v="167" actId="164"/>
          <ac:grpSpMkLst>
            <pc:docMk/>
            <pc:sldMk cId="2922174619" sldId="256"/>
            <ac:grpSpMk id="53" creationId="{75FFF979-52C9-D42D-37D8-AF2C6E84A00C}"/>
          </ac:grpSpMkLst>
        </pc:grpChg>
        <pc:grpChg chg="add mod">
          <ac:chgData name="Fatima Pillosu" userId="a6295d4dc9e22643" providerId="LiveId" clId="{87453732-75AC-4426-B5D3-B7C69C2D4F54}" dt="2026-01-26T17:09:51.683" v="198" actId="1076"/>
          <ac:grpSpMkLst>
            <pc:docMk/>
            <pc:sldMk cId="2922174619" sldId="256"/>
            <ac:grpSpMk id="57" creationId="{806A4D48-4C4B-BE02-7232-A34354D237E1}"/>
          </ac:grpSpMkLst>
        </pc:grpChg>
        <pc:picChg chg="mod">
          <ac:chgData name="Fatima Pillosu" userId="a6295d4dc9e22643" providerId="LiveId" clId="{87453732-75AC-4426-B5D3-B7C69C2D4F54}" dt="2026-01-26T16:29:31.535" v="133" actId="1076"/>
          <ac:picMkLst>
            <pc:docMk/>
            <pc:sldMk cId="2922174619" sldId="256"/>
            <ac:picMk id="5" creationId="{9DB3C0CB-F121-AB89-6F90-0A67900A971C}"/>
          </ac:picMkLst>
        </pc:picChg>
        <pc:picChg chg="mod">
          <ac:chgData name="Fatima Pillosu" userId="a6295d4dc9e22643" providerId="LiveId" clId="{87453732-75AC-4426-B5D3-B7C69C2D4F54}" dt="2026-01-26T16:29:55.350" v="137" actId="1076"/>
          <ac:picMkLst>
            <pc:docMk/>
            <pc:sldMk cId="2922174619" sldId="256"/>
            <ac:picMk id="20" creationId="{BE52EE0A-1373-B866-C4C7-77A5B2CBCBC8}"/>
          </ac:picMkLst>
        </pc:picChg>
        <pc:picChg chg="mod">
          <ac:chgData name="Fatima Pillosu" userId="a6295d4dc9e22643" providerId="LiveId" clId="{87453732-75AC-4426-B5D3-B7C69C2D4F54}" dt="2026-01-26T17:10:14.692" v="203" actId="1076"/>
          <ac:picMkLst>
            <pc:docMk/>
            <pc:sldMk cId="2922174619" sldId="256"/>
            <ac:picMk id="34" creationId="{9DB3C0CB-F121-AB89-6F90-0A67900A971C}"/>
          </ac:picMkLst>
        </pc:picChg>
        <pc:cxnChg chg="mod">
          <ac:chgData name="Fatima Pillosu" userId="a6295d4dc9e22643" providerId="LiveId" clId="{87453732-75AC-4426-B5D3-B7C69C2D4F54}" dt="2026-01-26T16:28:45.725" v="123" actId="12788"/>
          <ac:cxnSpMkLst>
            <pc:docMk/>
            <pc:sldMk cId="2922174619" sldId="256"/>
            <ac:cxnSpMk id="7" creationId="{994F828A-EEDA-8FF4-1317-E8AF2D093D97}"/>
          </ac:cxnSpMkLst>
        </pc:cxnChg>
        <pc:cxnChg chg="mod">
          <ac:chgData name="Fatima Pillosu" userId="a6295d4dc9e22643" providerId="LiveId" clId="{87453732-75AC-4426-B5D3-B7C69C2D4F54}" dt="2026-01-26T16:27:48.307" v="115" actId="1076"/>
          <ac:cxnSpMkLst>
            <pc:docMk/>
            <pc:sldMk cId="2922174619" sldId="256"/>
            <ac:cxnSpMk id="21" creationId="{7D935352-A1CB-CD98-5B07-68B96108C511}"/>
          </ac:cxnSpMkLst>
        </pc:cxnChg>
        <pc:cxnChg chg="mod">
          <ac:chgData name="Fatima Pillosu" userId="a6295d4dc9e22643" providerId="LiveId" clId="{87453732-75AC-4426-B5D3-B7C69C2D4F54}" dt="2026-01-26T16:28:58.952" v="126" actId="1035"/>
          <ac:cxnSpMkLst>
            <pc:docMk/>
            <pc:sldMk cId="2922174619" sldId="256"/>
            <ac:cxnSpMk id="22" creationId="{88DFB1B9-2D33-4164-D9A3-A66D31087C2A}"/>
          </ac:cxnSpMkLst>
        </pc:cxnChg>
        <pc:cxnChg chg="mod">
          <ac:chgData name="Fatima Pillosu" userId="a6295d4dc9e22643" providerId="LiveId" clId="{87453732-75AC-4426-B5D3-B7C69C2D4F54}" dt="2026-01-26T16:28:52.316" v="124" actId="1037"/>
          <ac:cxnSpMkLst>
            <pc:docMk/>
            <pc:sldMk cId="2922174619" sldId="256"/>
            <ac:cxnSpMk id="23" creationId="{858CED55-193B-AED5-D807-6ACCF9F7F9B2}"/>
          </ac:cxnSpMkLst>
        </pc:cxnChg>
        <pc:cxnChg chg="mod">
          <ac:chgData name="Fatima Pillosu" userId="a6295d4dc9e22643" providerId="LiveId" clId="{87453732-75AC-4426-B5D3-B7C69C2D4F54}" dt="2026-01-26T16:28:52.316" v="124" actId="1037"/>
          <ac:cxnSpMkLst>
            <pc:docMk/>
            <pc:sldMk cId="2922174619" sldId="256"/>
            <ac:cxnSpMk id="24" creationId="{81AA77C9-2BA6-9449-258D-DEDF65B8D8A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706933"/>
            <a:ext cx="3519170" cy="1503857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268784"/>
            <a:ext cx="3105150" cy="1042900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79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5549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076899"/>
            <a:ext cx="3570923" cy="1796828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890725"/>
            <a:ext cx="3570923" cy="944910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84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149890"/>
            <a:ext cx="1759585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149890"/>
            <a:ext cx="1759585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23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29979"/>
            <a:ext cx="3570923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058899"/>
            <a:ext cx="1751498" cy="51895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577849"/>
            <a:ext cx="1751498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058899"/>
            <a:ext cx="1760124" cy="51895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577849"/>
            <a:ext cx="1760124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60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85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379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87972"/>
            <a:ext cx="1335322" cy="100790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621942"/>
            <a:ext cx="2095976" cy="306970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95877"/>
            <a:ext cx="1335322" cy="2400771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311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87972"/>
            <a:ext cx="1335322" cy="100790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621942"/>
            <a:ext cx="2095976" cy="306970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295877"/>
            <a:ext cx="1335322" cy="2400771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642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02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29978"/>
            <a:ext cx="892731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29978"/>
            <a:ext cx="2626439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3432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29979"/>
            <a:ext cx="3570923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149890"/>
            <a:ext cx="3570923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003619"/>
            <a:ext cx="9315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90FC2-CCE9-4CA4-B1F5-E0AE66462007}" type="datetimeFigureOut">
              <a:rPr lang="it-IT" smtClean="0"/>
              <a:t>26/01/2026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003619"/>
            <a:ext cx="139731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003619"/>
            <a:ext cx="9315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7D45F-73A5-454C-8924-6DBFEB8F5DC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5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4FF56070-D238-C224-AA97-E058A81BE633}"/>
              </a:ext>
            </a:extLst>
          </p:cNvPr>
          <p:cNvSpPr txBox="1"/>
          <p:nvPr/>
        </p:nvSpPr>
        <p:spPr>
          <a:xfrm>
            <a:off x="-83152" y="-65388"/>
            <a:ext cx="4206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Rainfall-based predictions of areas at risk of flash floods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Defining yes- and non-events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6A4D48-4C4B-BE02-7232-A34354D237E1}"/>
              </a:ext>
            </a:extLst>
          </p:cNvPr>
          <p:cNvGrpSpPr/>
          <p:nvPr/>
        </p:nvGrpSpPr>
        <p:grpSpPr>
          <a:xfrm>
            <a:off x="143431" y="322228"/>
            <a:ext cx="3853338" cy="3969145"/>
            <a:chOff x="102029" y="303178"/>
            <a:chExt cx="3853338" cy="396914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BA45A38-88EB-09EC-D8FE-F556596A2A90}"/>
                </a:ext>
              </a:extLst>
            </p:cNvPr>
            <p:cNvGrpSpPr/>
            <p:nvPr/>
          </p:nvGrpSpPr>
          <p:grpSpPr>
            <a:xfrm>
              <a:off x="1156284" y="303178"/>
              <a:ext cx="1862690" cy="584775"/>
              <a:chOff x="1347280" y="681426"/>
              <a:chExt cx="1862690" cy="584775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BB2AAB9-265F-B714-DBA2-FF13C3B6D595}"/>
                  </a:ext>
                </a:extLst>
              </p:cNvPr>
              <p:cNvSpPr txBox="1"/>
              <p:nvPr/>
            </p:nvSpPr>
            <p:spPr>
              <a:xfrm>
                <a:off x="1945861" y="681426"/>
                <a:ext cx="1264109" cy="584775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ERA5-ecPoint</a:t>
                </a:r>
              </a:p>
              <a:p>
                <a:pPr algn="ctr"/>
                <a:r>
                  <a:rPr lang="en-US" sz="8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rainfall forecasts</a:t>
                </a:r>
              </a:p>
              <a:p>
                <a:pPr algn="ctr"/>
                <a:r>
                  <a:rPr lang="en-US" sz="8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(mm/24h, point-scale within the grid-box)</a:t>
                </a:r>
              </a:p>
            </p:txBody>
          </p:sp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9DB3C0CB-F121-AB89-6F90-0A67900A9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47280" y="697168"/>
                <a:ext cx="630000" cy="540000"/>
              </a:xfrm>
              <a:prstGeom prst="rect">
                <a:avLst/>
              </a:prstGeom>
            </p:spPr>
          </p:pic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A3B3E5-BDE1-8300-691A-8B995A0278E4}"/>
                </a:ext>
              </a:extLst>
            </p:cNvPr>
            <p:cNvSpPr/>
            <p:nvPr/>
          </p:nvSpPr>
          <p:spPr>
            <a:xfrm>
              <a:off x="1021577" y="323340"/>
              <a:ext cx="1997417" cy="553998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94F828A-EEDA-8FF4-1317-E8AF2D093D97}"/>
                </a:ext>
              </a:extLst>
            </p:cNvPr>
            <p:cNvCxnSpPr>
              <a:cxnSpLocks/>
            </p:cNvCxnSpPr>
            <p:nvPr/>
          </p:nvCxnSpPr>
          <p:spPr>
            <a:xfrm>
              <a:off x="2020285" y="877338"/>
              <a:ext cx="0" cy="270000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A15B6D45-79F5-B9F8-C9E6-C2B4A302D2EA}"/>
                </a:ext>
              </a:extLst>
            </p:cNvPr>
            <p:cNvSpPr/>
            <p:nvPr/>
          </p:nvSpPr>
          <p:spPr>
            <a:xfrm>
              <a:off x="1188009" y="1133340"/>
              <a:ext cx="1673724" cy="881092"/>
            </a:xfrm>
            <a:prstGeom prst="diamond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8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12DC1C5-1801-3D4B-2A03-DAB145A118F6}"/>
                </a:ext>
              </a:extLst>
            </p:cNvPr>
            <p:cNvSpPr txBox="1"/>
            <p:nvPr/>
          </p:nvSpPr>
          <p:spPr>
            <a:xfrm>
              <a:off x="1331007" y="1280303"/>
              <a:ext cx="1378552" cy="584775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Is the forecast</a:t>
              </a:r>
            </a:p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&gt;= threshold</a:t>
              </a:r>
            </a:p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(i.e., rainfall return period - in years)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7DBA8D6-574F-BFA7-7C61-9430A7E58D71}"/>
                </a:ext>
              </a:extLst>
            </p:cNvPr>
            <p:cNvGrpSpPr/>
            <p:nvPr/>
          </p:nvGrpSpPr>
          <p:grpSpPr>
            <a:xfrm>
              <a:off x="696029" y="1572691"/>
              <a:ext cx="504428" cy="270000"/>
              <a:chOff x="990600" y="1829019"/>
              <a:chExt cx="504428" cy="27000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1AEF2FB-B8B7-FD51-6580-D8EE648BEC3C}"/>
                  </a:ext>
                </a:extLst>
              </p:cNvPr>
              <p:cNvCxnSpPr/>
              <p:nvPr/>
            </p:nvCxnSpPr>
            <p:spPr>
              <a:xfrm flipH="1">
                <a:off x="990600" y="1830214"/>
                <a:ext cx="504428" cy="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299449E-5119-A4D6-3875-32AB3FABB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600" y="1829019"/>
                <a:ext cx="0" cy="270000"/>
              </a:xfrm>
              <a:prstGeom prst="straightConnector1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0DC0CBC-1589-645C-A091-E3BCB3E252AB}"/>
                </a:ext>
              </a:extLst>
            </p:cNvPr>
            <p:cNvGrpSpPr/>
            <p:nvPr/>
          </p:nvGrpSpPr>
          <p:grpSpPr>
            <a:xfrm flipH="1">
              <a:off x="2856939" y="1572691"/>
              <a:ext cx="504428" cy="270000"/>
              <a:chOff x="990600" y="1829019"/>
              <a:chExt cx="504428" cy="2700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39580AA1-A4FB-6BA6-E7AE-1F2DF9BCC18F}"/>
                  </a:ext>
                </a:extLst>
              </p:cNvPr>
              <p:cNvCxnSpPr/>
              <p:nvPr/>
            </p:nvCxnSpPr>
            <p:spPr>
              <a:xfrm flipH="1">
                <a:off x="990600" y="1830214"/>
                <a:ext cx="504428" cy="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FA8F58F-F6C2-9656-2B09-A5ED3D712B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600" y="1829019"/>
                <a:ext cx="0" cy="270000"/>
              </a:xfrm>
              <a:prstGeom prst="straightConnector1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EF2F405-62A6-9184-E2DA-F8586E4DAAA1}"/>
                </a:ext>
              </a:extLst>
            </p:cNvPr>
            <p:cNvSpPr txBox="1"/>
            <p:nvPr/>
          </p:nvSpPr>
          <p:spPr>
            <a:xfrm>
              <a:off x="102029" y="1842691"/>
              <a:ext cx="1188000" cy="461665"/>
            </a:xfrm>
            <a:prstGeom prst="rect">
              <a:avLst/>
            </a:prstGeom>
            <a:solidFill>
              <a:srgbClr val="DBC1AF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Non-event</a:t>
              </a:r>
            </a:p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(no flash flood risk)</a:t>
              </a:r>
            </a:p>
            <a:p>
              <a:pPr algn="ctr"/>
              <a:r>
                <a:rPr lang="en-US" sz="800" b="1" dirty="0">
                  <a:solidFill>
                    <a:srgbClr val="33333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AC1E00C-7CC8-E558-16F9-CBB16592A278}"/>
                </a:ext>
              </a:extLst>
            </p:cNvPr>
            <p:cNvSpPr txBox="1"/>
            <p:nvPr/>
          </p:nvSpPr>
          <p:spPr>
            <a:xfrm>
              <a:off x="745177" y="1366906"/>
              <a:ext cx="409203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2C60F2E-5AEC-FD98-E016-93A8494C37D8}"/>
                </a:ext>
              </a:extLst>
            </p:cNvPr>
            <p:cNvSpPr txBox="1"/>
            <p:nvPr/>
          </p:nvSpPr>
          <p:spPr>
            <a:xfrm>
              <a:off x="2904551" y="1366906"/>
              <a:ext cx="409203" cy="21544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94E29AE-C474-3CCD-52C0-D085CCBD05CB}"/>
                </a:ext>
              </a:extLst>
            </p:cNvPr>
            <p:cNvSpPr txBox="1"/>
            <p:nvPr/>
          </p:nvSpPr>
          <p:spPr>
            <a:xfrm>
              <a:off x="2767367" y="1843750"/>
              <a:ext cx="1188000" cy="461665"/>
            </a:xfrm>
            <a:prstGeom prst="rect">
              <a:avLst/>
            </a:prstGeom>
            <a:solidFill>
              <a:srgbClr val="C1E5EC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Yes-event</a:t>
              </a:r>
            </a:p>
            <a:p>
              <a:pPr algn="ctr"/>
              <a:r>
                <a:rPr lang="en-US" sz="8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(flash flood risk)</a:t>
              </a:r>
            </a:p>
            <a:p>
              <a:pPr algn="ctr"/>
              <a:r>
                <a:rPr lang="en-US" sz="800" b="1" dirty="0">
                  <a:solidFill>
                    <a:srgbClr val="32999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D935352-A1CB-CD98-5B07-68B96108C5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226367" y="2441499"/>
              <a:ext cx="270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8DFB1B9-2D33-4164-D9A3-A66D31087C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0285" y="2569061"/>
              <a:ext cx="0" cy="270000"/>
            </a:xfrm>
            <a:prstGeom prst="straightConnector1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58CED55-193B-AED5-D807-6ACCF9F7F9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61029" y="2439356"/>
              <a:ext cx="270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1AA77C9-2BA6-9449-258D-DEDF65B8D8A9}"/>
                </a:ext>
              </a:extLst>
            </p:cNvPr>
            <p:cNvCxnSpPr>
              <a:cxnSpLocks/>
            </p:cNvCxnSpPr>
            <p:nvPr/>
          </p:nvCxnSpPr>
          <p:spPr>
            <a:xfrm>
              <a:off x="696029" y="2574219"/>
              <a:ext cx="2665338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5FFF979-52C9-D42D-37D8-AF2C6E84A00C}"/>
                </a:ext>
              </a:extLst>
            </p:cNvPr>
            <p:cNvGrpSpPr/>
            <p:nvPr/>
          </p:nvGrpSpPr>
          <p:grpSpPr>
            <a:xfrm>
              <a:off x="696028" y="2847901"/>
              <a:ext cx="2665335" cy="1424422"/>
              <a:chOff x="761750" y="2947408"/>
              <a:chExt cx="2499577" cy="1424422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BE52EE0A-1373-B866-C4C7-77A5B2CBCB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7449" y="3361613"/>
                <a:ext cx="2388178" cy="953815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041A462-13E8-E68B-ED83-34E69527A7C3}"/>
                  </a:ext>
                </a:extLst>
              </p:cNvPr>
              <p:cNvSpPr txBox="1"/>
              <p:nvPr/>
            </p:nvSpPr>
            <p:spPr>
              <a:xfrm>
                <a:off x="1099301" y="2985356"/>
                <a:ext cx="1808696" cy="338554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Rainfall-based predictions of areas at risk of flash floods (binary field)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ABB75E4-DC24-C31B-F4F0-D6035B2DC0CC}"/>
                  </a:ext>
                </a:extLst>
              </p:cNvPr>
              <p:cNvSpPr/>
              <p:nvPr/>
            </p:nvSpPr>
            <p:spPr>
              <a:xfrm>
                <a:off x="761750" y="2947408"/>
                <a:ext cx="2499577" cy="1424422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2174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2026-01-22T15:09:22Z</dcterms:created>
  <dcterms:modified xsi:type="dcterms:W3CDTF">2026-01-26T17:10:18Z</dcterms:modified>
</cp:coreProperties>
</file>