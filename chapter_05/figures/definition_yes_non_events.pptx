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</p:sldIdLst>
  <p:sldSz cx="4140200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C1AF"/>
    <a:srgbClr val="C1E5EC"/>
    <a:srgbClr val="3299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D5681F-9D70-48A9-B968-7127EE2335D0}" v="6" dt="2026-01-26T17:07:29.0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68" autoAdjust="0"/>
    <p:restoredTop sz="95039" autoAdjust="0"/>
  </p:normalViewPr>
  <p:slideViewPr>
    <p:cSldViewPr snapToGrid="0">
      <p:cViewPr varScale="1">
        <p:scale>
          <a:sx n="167" d="100"/>
          <a:sy n="167" d="100"/>
        </p:scale>
        <p:origin x="277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21:20:14.059" v="235" actId="1076"/>
      <pc:docMkLst>
        <pc:docMk/>
      </pc:docMkLst>
      <pc:sldChg chg="addSp delSp modSp mod">
        <pc:chgData name="Fatima Pillosu" userId="a6295d4dc9e22643" providerId="LiveId" clId="{87453732-75AC-4426-B5D3-B7C69C2D4F54}" dt="2026-01-26T21:20:14.059" v="235" actId="1076"/>
        <pc:sldMkLst>
          <pc:docMk/>
          <pc:sldMk cId="2922174619" sldId="256"/>
        </pc:sldMkLst>
        <pc:spChg chg="add del mod">
          <ac:chgData name="Fatima Pillosu" userId="a6295d4dc9e22643" providerId="LiveId" clId="{87453732-75AC-4426-B5D3-B7C69C2D4F54}" dt="2026-01-26T17:06:51.446" v="158" actId="21"/>
          <ac:spMkLst>
            <pc:docMk/>
            <pc:sldMk cId="2922174619" sldId="256"/>
            <ac:spMk id="2" creationId="{4FF56070-D238-C224-AA97-E058A81BE633}"/>
          </ac:spMkLst>
        </pc:spChg>
        <pc:spChg chg="mod">
          <ac:chgData name="Fatima Pillosu" userId="a6295d4dc9e22643" providerId="LiveId" clId="{87453732-75AC-4426-B5D3-B7C69C2D4F54}" dt="2026-01-26T16:29:27.510" v="132" actId="1076"/>
          <ac:spMkLst>
            <pc:docMk/>
            <pc:sldMk cId="2922174619" sldId="256"/>
            <ac:spMk id="4" creationId="{0BB2AAB9-265F-B714-DBA2-FF13C3B6D595}"/>
          </ac:spMkLst>
        </pc:spChg>
        <pc:spChg chg="del mod">
          <ac:chgData name="Fatima Pillosu" userId="a6295d4dc9e22643" providerId="LiveId" clId="{87453732-75AC-4426-B5D3-B7C69C2D4F54}" dt="2026-01-26T17:06:51.446" v="158" actId="21"/>
          <ac:spMkLst>
            <pc:docMk/>
            <pc:sldMk cId="2922174619" sldId="256"/>
            <ac:spMk id="6" creationId="{5EA3B3E5-BDE1-8300-691A-8B995A0278E4}"/>
          </ac:spMkLst>
        </pc:spChg>
        <pc:spChg chg="add del mod">
          <ac:chgData name="Fatima Pillosu" userId="a6295d4dc9e22643" providerId="LiveId" clId="{87453732-75AC-4426-B5D3-B7C69C2D4F54}" dt="2026-01-26T17:06:51.446" v="158" actId="21"/>
          <ac:spMkLst>
            <pc:docMk/>
            <pc:sldMk cId="2922174619" sldId="256"/>
            <ac:spMk id="8" creationId="{A15B6D45-79F5-B9F8-C9E6-C2B4A302D2EA}"/>
          </ac:spMkLst>
        </pc:spChg>
        <pc:spChg chg="add del mod">
          <ac:chgData name="Fatima Pillosu" userId="a6295d4dc9e22643" providerId="LiveId" clId="{87453732-75AC-4426-B5D3-B7C69C2D4F54}" dt="2026-01-26T17:06:51.446" v="158" actId="21"/>
          <ac:spMkLst>
            <pc:docMk/>
            <pc:sldMk cId="2922174619" sldId="256"/>
            <ac:spMk id="9" creationId="{C12DC1C5-1801-3D4B-2A03-DAB145A118F6}"/>
          </ac:spMkLst>
        </pc:spChg>
        <pc:spChg chg="add del mod">
          <ac:chgData name="Fatima Pillosu" userId="a6295d4dc9e22643" providerId="LiveId" clId="{87453732-75AC-4426-B5D3-B7C69C2D4F54}" dt="2026-01-26T17:06:51.446" v="158" actId="21"/>
          <ac:spMkLst>
            <pc:docMk/>
            <pc:sldMk cId="2922174619" sldId="256"/>
            <ac:spMk id="16" creationId="{AEF2F405-62A6-9184-E2DA-F8586E4DAAA1}"/>
          </ac:spMkLst>
        </pc:spChg>
        <pc:spChg chg="add del mod">
          <ac:chgData name="Fatima Pillosu" userId="a6295d4dc9e22643" providerId="LiveId" clId="{87453732-75AC-4426-B5D3-B7C69C2D4F54}" dt="2026-01-26T17:06:51.446" v="158" actId="21"/>
          <ac:spMkLst>
            <pc:docMk/>
            <pc:sldMk cId="2922174619" sldId="256"/>
            <ac:spMk id="17" creationId="{3AC1E00C-7CC8-E558-16F9-CBB16592A278}"/>
          </ac:spMkLst>
        </pc:spChg>
        <pc:spChg chg="add del mod">
          <ac:chgData name="Fatima Pillosu" userId="a6295d4dc9e22643" providerId="LiveId" clId="{87453732-75AC-4426-B5D3-B7C69C2D4F54}" dt="2026-01-26T17:06:51.446" v="158" actId="21"/>
          <ac:spMkLst>
            <pc:docMk/>
            <pc:sldMk cId="2922174619" sldId="256"/>
            <ac:spMk id="18" creationId="{E2C60F2E-5AEC-FD98-E016-93A8494C37D8}"/>
          </ac:spMkLst>
        </pc:spChg>
        <pc:spChg chg="add del mod">
          <ac:chgData name="Fatima Pillosu" userId="a6295d4dc9e22643" providerId="LiveId" clId="{87453732-75AC-4426-B5D3-B7C69C2D4F54}" dt="2026-01-26T17:06:51.446" v="158" actId="21"/>
          <ac:spMkLst>
            <pc:docMk/>
            <pc:sldMk cId="2922174619" sldId="256"/>
            <ac:spMk id="19" creationId="{094E29AE-C474-3CCD-52C0-D085CCBD05CB}"/>
          </ac:spMkLst>
        </pc:spChg>
        <pc:spChg chg="add mod">
          <ac:chgData name="Fatima Pillosu" userId="a6295d4dc9e22643" providerId="LiveId" clId="{87453732-75AC-4426-B5D3-B7C69C2D4F54}" dt="2026-01-26T16:30:13.073" v="140" actId="1076"/>
          <ac:spMkLst>
            <pc:docMk/>
            <pc:sldMk cId="2922174619" sldId="256"/>
            <ac:spMk id="25" creationId="{3041A462-13E8-E68B-ED83-34E69527A7C3}"/>
          </ac:spMkLst>
        </pc:spChg>
        <pc:spChg chg="add mod">
          <ac:chgData name="Fatima Pillosu" userId="a6295d4dc9e22643" providerId="LiveId" clId="{87453732-75AC-4426-B5D3-B7C69C2D4F54}" dt="2026-01-26T16:28:29.149" v="121" actId="164"/>
          <ac:spMkLst>
            <pc:docMk/>
            <pc:sldMk cId="2922174619" sldId="256"/>
            <ac:spMk id="26" creationId="{0ABB75E4-DC24-C31B-F4F0-D6035B2DC0CC}"/>
          </ac:spMkLst>
        </pc:spChg>
        <pc:spChg chg="add del">
          <ac:chgData name="Fatima Pillosu" userId="a6295d4dc9e22643" providerId="LiveId" clId="{87453732-75AC-4426-B5D3-B7C69C2D4F54}" dt="2026-01-26T17:06:14.916" v="155" actId="478"/>
          <ac:spMkLst>
            <pc:docMk/>
            <pc:sldMk cId="2922174619" sldId="256"/>
            <ac:spMk id="29" creationId="{9455B3A6-BA71-93FF-AB36-02F255C63458}"/>
          </ac:spMkLst>
        </pc:spChg>
        <pc:spChg chg="add del">
          <ac:chgData name="Fatima Pillosu" userId="a6295d4dc9e22643" providerId="LiveId" clId="{87453732-75AC-4426-B5D3-B7C69C2D4F54}" dt="2026-01-26T17:06:49.342" v="157" actId="478"/>
          <ac:spMkLst>
            <pc:docMk/>
            <pc:sldMk cId="2922174619" sldId="256"/>
            <ac:spMk id="30" creationId="{4466E695-D3B6-22D6-FAAE-8A2F937A736C}"/>
          </ac:spMkLst>
        </pc:spChg>
        <pc:spChg chg="add mod">
          <ac:chgData name="Fatima Pillosu" userId="a6295d4dc9e22643" providerId="LiveId" clId="{87453732-75AC-4426-B5D3-B7C69C2D4F54}" dt="2026-01-26T17:07:44.629" v="169" actId="255"/>
          <ac:spMkLst>
            <pc:docMk/>
            <pc:sldMk cId="2922174619" sldId="256"/>
            <ac:spMk id="31" creationId="{4FF56070-D238-C224-AA97-E058A81BE633}"/>
          </ac:spMkLst>
        </pc:spChg>
        <pc:spChg chg="mod">
          <ac:chgData name="Fatima Pillosu" userId="a6295d4dc9e22643" providerId="LiveId" clId="{87453732-75AC-4426-B5D3-B7C69C2D4F54}" dt="2026-01-26T21:19:51.264" v="230" actId="20577"/>
          <ac:spMkLst>
            <pc:docMk/>
            <pc:sldMk cId="2922174619" sldId="256"/>
            <ac:spMk id="33" creationId="{0BB2AAB9-265F-B714-DBA2-FF13C3B6D595}"/>
          </ac:spMkLst>
        </pc:spChg>
        <pc:spChg chg="mod">
          <ac:chgData name="Fatima Pillosu" userId="a6295d4dc9e22643" providerId="LiveId" clId="{87453732-75AC-4426-B5D3-B7C69C2D4F54}" dt="2026-01-26T17:07:29.033" v="167" actId="164"/>
          <ac:spMkLst>
            <pc:docMk/>
            <pc:sldMk cId="2922174619" sldId="256"/>
            <ac:spMk id="35" creationId="{5EA3B3E5-BDE1-8300-691A-8B995A0278E4}"/>
          </ac:spMkLst>
        </pc:spChg>
        <pc:spChg chg="add mod">
          <ac:chgData name="Fatima Pillosu" userId="a6295d4dc9e22643" providerId="LiveId" clId="{87453732-75AC-4426-B5D3-B7C69C2D4F54}" dt="2026-01-26T17:07:29.033" v="167" actId="164"/>
          <ac:spMkLst>
            <pc:docMk/>
            <pc:sldMk cId="2922174619" sldId="256"/>
            <ac:spMk id="37" creationId="{A15B6D45-79F5-B9F8-C9E6-C2B4A302D2EA}"/>
          </ac:spMkLst>
        </pc:spChg>
        <pc:spChg chg="add mod">
          <ac:chgData name="Fatima Pillosu" userId="a6295d4dc9e22643" providerId="LiveId" clId="{87453732-75AC-4426-B5D3-B7C69C2D4F54}" dt="2026-01-26T21:20:14.059" v="235" actId="1076"/>
          <ac:spMkLst>
            <pc:docMk/>
            <pc:sldMk cId="2922174619" sldId="256"/>
            <ac:spMk id="38" creationId="{C12DC1C5-1801-3D4B-2A03-DAB145A118F6}"/>
          </ac:spMkLst>
        </pc:spChg>
        <pc:spChg chg="add mod">
          <ac:chgData name="Fatima Pillosu" userId="a6295d4dc9e22643" providerId="LiveId" clId="{87453732-75AC-4426-B5D3-B7C69C2D4F54}" dt="2026-01-26T17:07:29.033" v="167" actId="164"/>
          <ac:spMkLst>
            <pc:docMk/>
            <pc:sldMk cId="2922174619" sldId="256"/>
            <ac:spMk id="45" creationId="{AEF2F405-62A6-9184-E2DA-F8586E4DAAA1}"/>
          </ac:spMkLst>
        </pc:spChg>
        <pc:spChg chg="add mod">
          <ac:chgData name="Fatima Pillosu" userId="a6295d4dc9e22643" providerId="LiveId" clId="{87453732-75AC-4426-B5D3-B7C69C2D4F54}" dt="2026-01-26T17:07:29.033" v="167" actId="164"/>
          <ac:spMkLst>
            <pc:docMk/>
            <pc:sldMk cId="2922174619" sldId="256"/>
            <ac:spMk id="46" creationId="{3AC1E00C-7CC8-E558-16F9-CBB16592A278}"/>
          </ac:spMkLst>
        </pc:spChg>
        <pc:spChg chg="add mod">
          <ac:chgData name="Fatima Pillosu" userId="a6295d4dc9e22643" providerId="LiveId" clId="{87453732-75AC-4426-B5D3-B7C69C2D4F54}" dt="2026-01-26T17:07:29.033" v="167" actId="164"/>
          <ac:spMkLst>
            <pc:docMk/>
            <pc:sldMk cId="2922174619" sldId="256"/>
            <ac:spMk id="47" creationId="{E2C60F2E-5AEC-FD98-E016-93A8494C37D8}"/>
          </ac:spMkLst>
        </pc:spChg>
        <pc:spChg chg="add mod">
          <ac:chgData name="Fatima Pillosu" userId="a6295d4dc9e22643" providerId="LiveId" clId="{87453732-75AC-4426-B5D3-B7C69C2D4F54}" dt="2026-01-26T17:07:29.033" v="167" actId="164"/>
          <ac:spMkLst>
            <pc:docMk/>
            <pc:sldMk cId="2922174619" sldId="256"/>
            <ac:spMk id="48" creationId="{094E29AE-C474-3CCD-52C0-D085CCBD05CB}"/>
          </ac:spMkLst>
        </pc:spChg>
        <pc:spChg chg="mod">
          <ac:chgData name="Fatima Pillosu" userId="a6295d4dc9e22643" providerId="LiveId" clId="{87453732-75AC-4426-B5D3-B7C69C2D4F54}" dt="2026-01-26T17:07:00.887" v="159"/>
          <ac:spMkLst>
            <pc:docMk/>
            <pc:sldMk cId="2922174619" sldId="256"/>
            <ac:spMk id="55" creationId="{3041A462-13E8-E68B-ED83-34E69527A7C3}"/>
          </ac:spMkLst>
        </pc:spChg>
        <pc:spChg chg="mod">
          <ac:chgData name="Fatima Pillosu" userId="a6295d4dc9e22643" providerId="LiveId" clId="{87453732-75AC-4426-B5D3-B7C69C2D4F54}" dt="2026-01-26T17:07:00.887" v="159"/>
          <ac:spMkLst>
            <pc:docMk/>
            <pc:sldMk cId="2922174619" sldId="256"/>
            <ac:spMk id="56" creationId="{0ABB75E4-DC24-C31B-F4F0-D6035B2DC0CC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88" creationId="{4FF56070-D238-C224-AA97-E058A81BE633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92" creationId="{5EA3B3E5-BDE1-8300-691A-8B995A0278E4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94" creationId="{A15B6D45-79F5-B9F8-C9E6-C2B4A302D2EA}"/>
          </ac:spMkLst>
        </pc:spChg>
        <pc:spChg chg="del mod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95" creationId="{C12DC1C5-1801-3D4B-2A03-DAB145A118F6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102" creationId="{AEF2F405-62A6-9184-E2DA-F8586E4DAAA1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103" creationId="{3AC1E00C-7CC8-E558-16F9-CBB16592A278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104" creationId="{E2C60F2E-5AEC-FD98-E016-93A8494C37D8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105" creationId="{094E29AE-C474-3CCD-52C0-D085CCBD05CB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111" creationId="{3041A462-13E8-E68B-ED83-34E69527A7C3}"/>
          </ac:spMkLst>
        </pc:spChg>
        <pc:spChg chg="del">
          <ac:chgData name="Fatima Pillosu" userId="a6295d4dc9e22643" providerId="LiveId" clId="{87453732-75AC-4426-B5D3-B7C69C2D4F54}" dt="2026-01-26T16:25:49.861" v="43" actId="21"/>
          <ac:spMkLst>
            <pc:docMk/>
            <pc:sldMk cId="2922174619" sldId="256"/>
            <ac:spMk id="112" creationId="{0ABB75E4-DC24-C31B-F4F0-D6035B2DC0CC}"/>
          </ac:spMkLst>
        </pc:spChg>
        <pc:grpChg chg="mod">
          <ac:chgData name="Fatima Pillosu" userId="a6295d4dc9e22643" providerId="LiveId" clId="{87453732-75AC-4426-B5D3-B7C69C2D4F54}" dt="2026-01-26T16:30:22.010" v="153" actId="1036"/>
          <ac:grpSpMkLst>
            <pc:docMk/>
            <pc:sldMk cId="2922174619" sldId="256"/>
            <ac:grpSpMk id="3" creationId="{5BA45A38-88EB-09EC-D8FE-F556596A2A90}"/>
          </ac:grpSpMkLst>
        </pc:grpChg>
        <pc:grpChg chg="mod">
          <ac:chgData name="Fatima Pillosu" userId="a6295d4dc9e22643" providerId="LiveId" clId="{87453732-75AC-4426-B5D3-B7C69C2D4F54}" dt="2026-01-26T16:28:52.316" v="124" actId="1037"/>
          <ac:grpSpMkLst>
            <pc:docMk/>
            <pc:sldMk cId="2922174619" sldId="256"/>
            <ac:grpSpMk id="10" creationId="{87DBA8D6-574F-BFA7-7C61-9430A7E58D71}"/>
          </ac:grpSpMkLst>
        </pc:grpChg>
        <pc:grpChg chg="del mod">
          <ac:chgData name="Fatima Pillosu" userId="a6295d4dc9e22643" providerId="LiveId" clId="{87453732-75AC-4426-B5D3-B7C69C2D4F54}" dt="2026-01-26T17:06:51.446" v="158" actId="21"/>
          <ac:grpSpMkLst>
            <pc:docMk/>
            <pc:sldMk cId="2922174619" sldId="256"/>
            <ac:grpSpMk id="13" creationId="{00DC0CBC-1589-645C-A091-E3BCB3E252AB}"/>
          </ac:grpSpMkLst>
        </pc:grpChg>
        <pc:grpChg chg="add del mod">
          <ac:chgData name="Fatima Pillosu" userId="a6295d4dc9e22643" providerId="LiveId" clId="{87453732-75AC-4426-B5D3-B7C69C2D4F54}" dt="2026-01-26T17:06:51.446" v="158" actId="21"/>
          <ac:grpSpMkLst>
            <pc:docMk/>
            <pc:sldMk cId="2922174619" sldId="256"/>
            <ac:grpSpMk id="28" creationId="{75FFF979-52C9-D42D-37D8-AF2C6E84A00C}"/>
          </ac:grpSpMkLst>
        </pc:grpChg>
        <pc:grpChg chg="mod">
          <ac:chgData name="Fatima Pillosu" userId="a6295d4dc9e22643" providerId="LiveId" clId="{87453732-75AC-4426-B5D3-B7C69C2D4F54}" dt="2026-01-26T17:07:29.033" v="167" actId="164"/>
          <ac:grpSpMkLst>
            <pc:docMk/>
            <pc:sldMk cId="2922174619" sldId="256"/>
            <ac:grpSpMk id="39" creationId="{87DBA8D6-574F-BFA7-7C61-9430A7E58D71}"/>
          </ac:grpSpMkLst>
        </pc:grpChg>
        <pc:grpChg chg="mod">
          <ac:chgData name="Fatima Pillosu" userId="a6295d4dc9e22643" providerId="LiveId" clId="{87453732-75AC-4426-B5D3-B7C69C2D4F54}" dt="2026-01-26T17:07:07.451" v="166" actId="1036"/>
          <ac:grpSpMkLst>
            <pc:docMk/>
            <pc:sldMk cId="2922174619" sldId="256"/>
            <ac:grpSpMk id="42" creationId="{00DC0CBC-1589-645C-A091-E3BCB3E252AB}"/>
          </ac:grpSpMkLst>
        </pc:grpChg>
        <pc:grpChg chg="mod">
          <ac:chgData name="Fatima Pillosu" userId="a6295d4dc9e22643" providerId="LiveId" clId="{87453732-75AC-4426-B5D3-B7C69C2D4F54}" dt="2026-01-26T17:07:29.033" v="167" actId="164"/>
          <ac:grpSpMkLst>
            <pc:docMk/>
            <pc:sldMk cId="2922174619" sldId="256"/>
            <ac:grpSpMk id="53" creationId="{75FFF979-52C9-D42D-37D8-AF2C6E84A00C}"/>
          </ac:grpSpMkLst>
        </pc:grpChg>
        <pc:grpChg chg="add mod">
          <ac:chgData name="Fatima Pillosu" userId="a6295d4dc9e22643" providerId="LiveId" clId="{87453732-75AC-4426-B5D3-B7C69C2D4F54}" dt="2026-01-26T17:09:51.683" v="198" actId="1076"/>
          <ac:grpSpMkLst>
            <pc:docMk/>
            <pc:sldMk cId="2922174619" sldId="256"/>
            <ac:grpSpMk id="57" creationId="{806A4D48-4C4B-BE02-7232-A34354D237E1}"/>
          </ac:grpSpMkLst>
        </pc:grpChg>
        <pc:picChg chg="mod">
          <ac:chgData name="Fatima Pillosu" userId="a6295d4dc9e22643" providerId="LiveId" clId="{87453732-75AC-4426-B5D3-B7C69C2D4F54}" dt="2026-01-26T16:29:31.535" v="133" actId="1076"/>
          <ac:picMkLst>
            <pc:docMk/>
            <pc:sldMk cId="2922174619" sldId="256"/>
            <ac:picMk id="5" creationId="{9DB3C0CB-F121-AB89-6F90-0A67900A971C}"/>
          </ac:picMkLst>
        </pc:picChg>
        <pc:picChg chg="mod">
          <ac:chgData name="Fatima Pillosu" userId="a6295d4dc9e22643" providerId="LiveId" clId="{87453732-75AC-4426-B5D3-B7C69C2D4F54}" dt="2026-01-26T16:29:55.350" v="137" actId="1076"/>
          <ac:picMkLst>
            <pc:docMk/>
            <pc:sldMk cId="2922174619" sldId="256"/>
            <ac:picMk id="20" creationId="{BE52EE0A-1373-B866-C4C7-77A5B2CBCBC8}"/>
          </ac:picMkLst>
        </pc:picChg>
        <pc:picChg chg="mod">
          <ac:chgData name="Fatima Pillosu" userId="a6295d4dc9e22643" providerId="LiveId" clId="{87453732-75AC-4426-B5D3-B7C69C2D4F54}" dt="2026-01-26T21:19:19.903" v="222" actId="1076"/>
          <ac:picMkLst>
            <pc:docMk/>
            <pc:sldMk cId="2922174619" sldId="256"/>
            <ac:picMk id="34" creationId="{9DB3C0CB-F121-AB89-6F90-0A67900A971C}"/>
          </ac:picMkLst>
        </pc:picChg>
        <pc:cxnChg chg="mod">
          <ac:chgData name="Fatima Pillosu" userId="a6295d4dc9e22643" providerId="LiveId" clId="{87453732-75AC-4426-B5D3-B7C69C2D4F54}" dt="2026-01-26T16:28:45.725" v="123" actId="12788"/>
          <ac:cxnSpMkLst>
            <pc:docMk/>
            <pc:sldMk cId="2922174619" sldId="256"/>
            <ac:cxnSpMk id="7" creationId="{994F828A-EEDA-8FF4-1317-E8AF2D093D97}"/>
          </ac:cxnSpMkLst>
        </pc:cxnChg>
        <pc:cxnChg chg="mod">
          <ac:chgData name="Fatima Pillosu" userId="a6295d4dc9e22643" providerId="LiveId" clId="{87453732-75AC-4426-B5D3-B7C69C2D4F54}" dt="2026-01-26T16:27:48.307" v="115" actId="1076"/>
          <ac:cxnSpMkLst>
            <pc:docMk/>
            <pc:sldMk cId="2922174619" sldId="256"/>
            <ac:cxnSpMk id="21" creationId="{7D935352-A1CB-CD98-5B07-68B96108C511}"/>
          </ac:cxnSpMkLst>
        </pc:cxnChg>
        <pc:cxnChg chg="mod">
          <ac:chgData name="Fatima Pillosu" userId="a6295d4dc9e22643" providerId="LiveId" clId="{87453732-75AC-4426-B5D3-B7C69C2D4F54}" dt="2026-01-26T16:28:58.952" v="126" actId="1035"/>
          <ac:cxnSpMkLst>
            <pc:docMk/>
            <pc:sldMk cId="2922174619" sldId="256"/>
            <ac:cxnSpMk id="22" creationId="{88DFB1B9-2D33-4164-D9A3-A66D31087C2A}"/>
          </ac:cxnSpMkLst>
        </pc:cxnChg>
        <pc:cxnChg chg="mod">
          <ac:chgData name="Fatima Pillosu" userId="a6295d4dc9e22643" providerId="LiveId" clId="{87453732-75AC-4426-B5D3-B7C69C2D4F54}" dt="2026-01-26T16:28:52.316" v="124" actId="1037"/>
          <ac:cxnSpMkLst>
            <pc:docMk/>
            <pc:sldMk cId="2922174619" sldId="256"/>
            <ac:cxnSpMk id="23" creationId="{858CED55-193B-AED5-D807-6ACCF9F7F9B2}"/>
          </ac:cxnSpMkLst>
        </pc:cxnChg>
        <pc:cxnChg chg="mod">
          <ac:chgData name="Fatima Pillosu" userId="a6295d4dc9e22643" providerId="LiveId" clId="{87453732-75AC-4426-B5D3-B7C69C2D4F54}" dt="2026-01-26T16:28:52.316" v="124" actId="1037"/>
          <ac:cxnSpMkLst>
            <pc:docMk/>
            <pc:sldMk cId="2922174619" sldId="256"/>
            <ac:cxnSpMk id="24" creationId="{81AA77C9-2BA6-9449-258D-DEDF65B8D8A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706933"/>
            <a:ext cx="3519170" cy="1503857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2268784"/>
            <a:ext cx="3105150" cy="1042900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77928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55493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076899"/>
            <a:ext cx="3570923" cy="1796828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2890725"/>
            <a:ext cx="3570923" cy="944910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96843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149890"/>
            <a:ext cx="1759585" cy="2740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149890"/>
            <a:ext cx="1759585" cy="2740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2235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29979"/>
            <a:ext cx="3570923" cy="8349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058899"/>
            <a:ext cx="1751498" cy="51895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577849"/>
            <a:ext cx="1751498" cy="2320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058899"/>
            <a:ext cx="1760124" cy="51895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577849"/>
            <a:ext cx="1760124" cy="2320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360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1857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379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87972"/>
            <a:ext cx="1335322" cy="1007904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621942"/>
            <a:ext cx="2095976" cy="3069707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295877"/>
            <a:ext cx="1335322" cy="2400771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3115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87972"/>
            <a:ext cx="1335322" cy="1007904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621942"/>
            <a:ext cx="2095976" cy="3069707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295877"/>
            <a:ext cx="1335322" cy="2400771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642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7028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229978"/>
            <a:ext cx="892731" cy="366065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229978"/>
            <a:ext cx="2626439" cy="36606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3432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229979"/>
            <a:ext cx="3570923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149890"/>
            <a:ext cx="3570923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4003619"/>
            <a:ext cx="931545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990FC2-CCE9-4CA4-B1F5-E0AE66462007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4003619"/>
            <a:ext cx="1397318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4003619"/>
            <a:ext cx="931545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9656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4FF56070-D238-C224-AA97-E058A81BE633}"/>
              </a:ext>
            </a:extLst>
          </p:cNvPr>
          <p:cNvSpPr txBox="1"/>
          <p:nvPr/>
        </p:nvSpPr>
        <p:spPr>
          <a:xfrm>
            <a:off x="-83152" y="-65388"/>
            <a:ext cx="4206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Rainfall-based predictions of areas at risk of flash floods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Defining yes- and non-events</a:t>
            </a:r>
            <a:endParaRPr lang="en-GB" sz="1000" u="sng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06A4D48-4C4B-BE02-7232-A34354D237E1}"/>
              </a:ext>
            </a:extLst>
          </p:cNvPr>
          <p:cNvGrpSpPr/>
          <p:nvPr/>
        </p:nvGrpSpPr>
        <p:grpSpPr>
          <a:xfrm>
            <a:off x="143431" y="342036"/>
            <a:ext cx="3853338" cy="3949337"/>
            <a:chOff x="102029" y="322986"/>
            <a:chExt cx="3853338" cy="394933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5BA45A38-88EB-09EC-D8FE-F556596A2A90}"/>
                </a:ext>
              </a:extLst>
            </p:cNvPr>
            <p:cNvGrpSpPr/>
            <p:nvPr/>
          </p:nvGrpSpPr>
          <p:grpSpPr>
            <a:xfrm>
              <a:off x="1021557" y="322986"/>
              <a:ext cx="2087594" cy="540000"/>
              <a:chOff x="1212553" y="701234"/>
              <a:chExt cx="2087594" cy="540000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BB2AAB9-265F-B714-DBA2-FF13C3B6D595}"/>
                  </a:ext>
                </a:extLst>
              </p:cNvPr>
              <p:cNvSpPr txBox="1"/>
              <p:nvPr/>
            </p:nvSpPr>
            <p:spPr>
              <a:xfrm>
                <a:off x="1778368" y="737519"/>
                <a:ext cx="1521779" cy="461665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99</a:t>
                </a:r>
                <a:r>
                  <a:rPr lang="en-US" sz="800" baseline="300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th</a:t>
                </a:r>
                <a:r>
                  <a:rPr lang="en-US" sz="8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percentile of ERA5-ecPoint</a:t>
                </a:r>
              </a:p>
              <a:p>
                <a:pPr algn="ctr"/>
                <a:r>
                  <a:rPr lang="en-US" sz="8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rainfall forecasts (mm/24h, point-scale within the grid-box)</a:t>
                </a:r>
              </a:p>
            </p:txBody>
          </p:sp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9DB3C0CB-F121-AB89-6F90-0A67900A97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12553" y="701234"/>
                <a:ext cx="630000" cy="540000"/>
              </a:xfrm>
              <a:prstGeom prst="rect">
                <a:avLst/>
              </a:prstGeom>
            </p:spPr>
          </p:pic>
        </p:grp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EA3B3E5-BDE1-8300-691A-8B995A0278E4}"/>
                </a:ext>
              </a:extLst>
            </p:cNvPr>
            <p:cNvSpPr/>
            <p:nvPr/>
          </p:nvSpPr>
          <p:spPr>
            <a:xfrm>
              <a:off x="1021577" y="323340"/>
              <a:ext cx="1997417" cy="553998"/>
            </a:xfrm>
            <a:prstGeom prst="rect">
              <a:avLst/>
            </a:prstGeom>
            <a:noFill/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80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994F828A-EEDA-8FF4-1317-E8AF2D093D97}"/>
                </a:ext>
              </a:extLst>
            </p:cNvPr>
            <p:cNvCxnSpPr>
              <a:cxnSpLocks/>
            </p:cNvCxnSpPr>
            <p:nvPr/>
          </p:nvCxnSpPr>
          <p:spPr>
            <a:xfrm>
              <a:off x="2020285" y="877338"/>
              <a:ext cx="0" cy="270000"/>
            </a:xfrm>
            <a:prstGeom prst="straightConnector1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Diamond 36">
              <a:extLst>
                <a:ext uri="{FF2B5EF4-FFF2-40B4-BE49-F238E27FC236}">
                  <a16:creationId xmlns:a16="http://schemas.microsoft.com/office/drawing/2014/main" id="{A15B6D45-79F5-B9F8-C9E6-C2B4A302D2EA}"/>
                </a:ext>
              </a:extLst>
            </p:cNvPr>
            <p:cNvSpPr/>
            <p:nvPr/>
          </p:nvSpPr>
          <p:spPr>
            <a:xfrm>
              <a:off x="1188009" y="1133340"/>
              <a:ext cx="1673724" cy="881092"/>
            </a:xfrm>
            <a:prstGeom prst="diamond">
              <a:avLst/>
            </a:prstGeom>
            <a:noFill/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sz="80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12DC1C5-1801-3D4B-2A03-DAB145A118F6}"/>
                </a:ext>
              </a:extLst>
            </p:cNvPr>
            <p:cNvSpPr txBox="1"/>
            <p:nvPr/>
          </p:nvSpPr>
          <p:spPr>
            <a:xfrm>
              <a:off x="1339509" y="1403340"/>
              <a:ext cx="1379361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Is the forecast &gt;= threshold</a:t>
              </a:r>
            </a:p>
            <a:p>
              <a:pPr algn="ctr"/>
              <a:r>
                <a:rPr lang="en-US" sz="8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(i.e., rainfall return period - in years)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7DBA8D6-574F-BFA7-7C61-9430A7E58D71}"/>
                </a:ext>
              </a:extLst>
            </p:cNvPr>
            <p:cNvGrpSpPr/>
            <p:nvPr/>
          </p:nvGrpSpPr>
          <p:grpSpPr>
            <a:xfrm>
              <a:off x="696029" y="1572691"/>
              <a:ext cx="504428" cy="270000"/>
              <a:chOff x="990600" y="1829019"/>
              <a:chExt cx="504428" cy="270000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41AEF2FB-B8B7-FD51-6580-D8EE648BEC3C}"/>
                  </a:ext>
                </a:extLst>
              </p:cNvPr>
              <p:cNvCxnSpPr/>
              <p:nvPr/>
            </p:nvCxnSpPr>
            <p:spPr>
              <a:xfrm flipH="1">
                <a:off x="990600" y="1830214"/>
                <a:ext cx="504428" cy="0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3299449E-5119-A4D6-3875-32AB3FABB6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0600" y="1829019"/>
                <a:ext cx="0" cy="270000"/>
              </a:xfrm>
              <a:prstGeom prst="straightConnector1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00DC0CBC-1589-645C-A091-E3BCB3E252AB}"/>
                </a:ext>
              </a:extLst>
            </p:cNvPr>
            <p:cNvGrpSpPr/>
            <p:nvPr/>
          </p:nvGrpSpPr>
          <p:grpSpPr>
            <a:xfrm flipH="1">
              <a:off x="2856939" y="1572691"/>
              <a:ext cx="504428" cy="270000"/>
              <a:chOff x="990600" y="1829019"/>
              <a:chExt cx="504428" cy="2700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9580AA1-A4FB-6BA6-E7AE-1F2DF9BCC18F}"/>
                  </a:ext>
                </a:extLst>
              </p:cNvPr>
              <p:cNvCxnSpPr/>
              <p:nvPr/>
            </p:nvCxnSpPr>
            <p:spPr>
              <a:xfrm flipH="1">
                <a:off x="990600" y="1830214"/>
                <a:ext cx="504428" cy="0"/>
              </a:xfrm>
              <a:prstGeom prst="line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FA8F58F-F6C2-9656-2B09-A5ED3D712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0600" y="1829019"/>
                <a:ext cx="0" cy="270000"/>
              </a:xfrm>
              <a:prstGeom prst="straightConnector1">
                <a:avLst/>
              </a:prstGeom>
              <a:ln w="3175">
                <a:solidFill>
                  <a:schemeClr val="tx1">
                    <a:lumMod val="65000"/>
                    <a:lumOff val="3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EF2F405-62A6-9184-E2DA-F8586E4DAAA1}"/>
                </a:ext>
              </a:extLst>
            </p:cNvPr>
            <p:cNvSpPr txBox="1"/>
            <p:nvPr/>
          </p:nvSpPr>
          <p:spPr>
            <a:xfrm>
              <a:off x="102029" y="1842691"/>
              <a:ext cx="1188000" cy="461665"/>
            </a:xfrm>
            <a:prstGeom prst="rect">
              <a:avLst/>
            </a:prstGeom>
            <a:solidFill>
              <a:srgbClr val="DBC1AF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Non-event</a:t>
              </a:r>
            </a:p>
            <a:p>
              <a:pPr algn="ctr"/>
              <a:r>
                <a:rPr lang="en-US" sz="8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(no flash flood risk)</a:t>
              </a:r>
            </a:p>
            <a:p>
              <a:pPr algn="ctr"/>
              <a:r>
                <a:rPr lang="en-US" sz="800" b="1" dirty="0">
                  <a:solidFill>
                    <a:srgbClr val="333333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AC1E00C-7CC8-E558-16F9-CBB16592A278}"/>
                </a:ext>
              </a:extLst>
            </p:cNvPr>
            <p:cNvSpPr txBox="1"/>
            <p:nvPr/>
          </p:nvSpPr>
          <p:spPr>
            <a:xfrm>
              <a:off x="745177" y="1366906"/>
              <a:ext cx="409203" cy="215444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NO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2C60F2E-5AEC-FD98-E016-93A8494C37D8}"/>
                </a:ext>
              </a:extLst>
            </p:cNvPr>
            <p:cNvSpPr txBox="1"/>
            <p:nvPr/>
          </p:nvSpPr>
          <p:spPr>
            <a:xfrm>
              <a:off x="2904551" y="1366906"/>
              <a:ext cx="409203" cy="215444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YES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94E29AE-C474-3CCD-52C0-D085CCBD05CB}"/>
                </a:ext>
              </a:extLst>
            </p:cNvPr>
            <p:cNvSpPr txBox="1"/>
            <p:nvPr/>
          </p:nvSpPr>
          <p:spPr>
            <a:xfrm>
              <a:off x="2767367" y="1843750"/>
              <a:ext cx="1188000" cy="461665"/>
            </a:xfrm>
            <a:prstGeom prst="rect">
              <a:avLst/>
            </a:prstGeom>
            <a:solidFill>
              <a:srgbClr val="C1E5EC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Yes-event</a:t>
              </a:r>
            </a:p>
            <a:p>
              <a:pPr algn="ctr"/>
              <a:r>
                <a:rPr lang="en-US" sz="8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(flash flood risk)</a:t>
              </a:r>
            </a:p>
            <a:p>
              <a:pPr algn="ctr"/>
              <a:r>
                <a:rPr lang="en-US" sz="800" b="1" dirty="0">
                  <a:solidFill>
                    <a:srgbClr val="32999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D935352-A1CB-CD98-5B07-68B96108C511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3226367" y="2441499"/>
              <a:ext cx="270000" cy="0"/>
            </a:xfrm>
            <a:prstGeom prst="line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88DFB1B9-2D33-4164-D9A3-A66D31087C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0285" y="2569061"/>
              <a:ext cx="0" cy="270000"/>
            </a:xfrm>
            <a:prstGeom prst="straightConnector1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58CED55-193B-AED5-D807-6ACCF9F7F9B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61029" y="2439356"/>
              <a:ext cx="270000" cy="0"/>
            </a:xfrm>
            <a:prstGeom prst="line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1AA77C9-2BA6-9449-258D-DEDF65B8D8A9}"/>
                </a:ext>
              </a:extLst>
            </p:cNvPr>
            <p:cNvCxnSpPr>
              <a:cxnSpLocks/>
            </p:cNvCxnSpPr>
            <p:nvPr/>
          </p:nvCxnSpPr>
          <p:spPr>
            <a:xfrm>
              <a:off x="696029" y="2574219"/>
              <a:ext cx="2665338" cy="0"/>
            </a:xfrm>
            <a:prstGeom prst="line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75FFF979-52C9-D42D-37D8-AF2C6E84A00C}"/>
                </a:ext>
              </a:extLst>
            </p:cNvPr>
            <p:cNvGrpSpPr/>
            <p:nvPr/>
          </p:nvGrpSpPr>
          <p:grpSpPr>
            <a:xfrm>
              <a:off x="696028" y="2847901"/>
              <a:ext cx="2665335" cy="1424422"/>
              <a:chOff x="761750" y="2947408"/>
              <a:chExt cx="2499577" cy="1424422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BE52EE0A-1373-B866-C4C7-77A5B2CBCB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7449" y="3361613"/>
                <a:ext cx="2388178" cy="953815"/>
              </a:xfrm>
              <a:prstGeom prst="rect">
                <a:avLst/>
              </a:prstGeom>
            </p:spPr>
          </p:pic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041A462-13E8-E68B-ED83-34E69527A7C3}"/>
                  </a:ext>
                </a:extLst>
              </p:cNvPr>
              <p:cNvSpPr txBox="1"/>
              <p:nvPr/>
            </p:nvSpPr>
            <p:spPr>
              <a:xfrm>
                <a:off x="1099301" y="2985356"/>
                <a:ext cx="1808696" cy="338554"/>
              </a:xfrm>
              <a:prstGeom prst="rect">
                <a:avLst/>
              </a:prstGeom>
              <a:noFill/>
              <a:ln w="3175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rgbClr val="333333"/>
                    </a:solidFill>
                    <a:latin typeface="Calibri Light" panose="020F0302020204030204" pitchFamily="34" charset="0"/>
                    <a:cs typeface="Calibri Light" panose="020F0302020204030204" pitchFamily="34" charset="0"/>
                  </a:rPr>
                  <a:t>Rainfall-based predictions of areas at risk of flash floods (binary field)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0ABB75E4-DC24-C31B-F4F0-D6035B2DC0CC}"/>
                  </a:ext>
                </a:extLst>
              </p:cNvPr>
              <p:cNvSpPr/>
              <p:nvPr/>
            </p:nvSpPr>
            <p:spPr>
              <a:xfrm>
                <a:off x="761750" y="2947408"/>
                <a:ext cx="2499577" cy="1424422"/>
              </a:xfrm>
              <a:prstGeom prst="rect">
                <a:avLst/>
              </a:prstGeom>
              <a:noFill/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sz="8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217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76</Words>
  <Application>Microsoft Office PowerPoint</Application>
  <PresentationFormat>Custom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Maria Pillosu</dc:creator>
  <cp:lastModifiedBy>Fatima Maria Pillosu</cp:lastModifiedBy>
  <cp:revision>1</cp:revision>
  <dcterms:created xsi:type="dcterms:W3CDTF">2026-01-22T15:09:22Z</dcterms:created>
  <dcterms:modified xsi:type="dcterms:W3CDTF">2026-01-26T21:20:14Z</dcterms:modified>
</cp:coreProperties>
</file>