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4140200" cy="28797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D00D1"/>
    <a:srgbClr val="077D7D"/>
    <a:srgbClr val="333333"/>
    <a:srgbClr val="0505CE"/>
    <a:srgbClr val="158CFF"/>
    <a:srgbClr val="A8D450"/>
    <a:srgbClr val="DB0E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3BEDD0-040A-4BF7-ABF9-D0FF9D49D355}" v="7" dt="2026-01-26T21:49:16.5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80" autoAdjust="0"/>
    <p:restoredTop sz="95498" autoAdjust="0"/>
  </p:normalViewPr>
  <p:slideViewPr>
    <p:cSldViewPr snapToGrid="0">
      <p:cViewPr varScale="1">
        <p:scale>
          <a:sx n="182" d="100"/>
          <a:sy n="182" d="100"/>
        </p:scale>
        <p:origin x="147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ima Pillosu" userId="a6295d4dc9e22643" providerId="LiveId" clId="{87453732-75AC-4426-B5D3-B7C69C2D4F54}"/>
    <pc:docChg chg="custSel modSld">
      <pc:chgData name="Fatima Pillosu" userId="a6295d4dc9e22643" providerId="LiveId" clId="{87453732-75AC-4426-B5D3-B7C69C2D4F54}" dt="2026-01-26T22:22:49.016" v="341" actId="14100"/>
      <pc:docMkLst>
        <pc:docMk/>
      </pc:docMkLst>
      <pc:sldChg chg="addSp delSp modSp mod">
        <pc:chgData name="Fatima Pillosu" userId="a6295d4dc9e22643" providerId="LiveId" clId="{87453732-75AC-4426-B5D3-B7C69C2D4F54}" dt="2026-01-26T22:22:49.016" v="341" actId="14100"/>
        <pc:sldMkLst>
          <pc:docMk/>
          <pc:sldMk cId="4122425894" sldId="256"/>
        </pc:sldMkLst>
        <pc:spChg chg="mod">
          <ac:chgData name="Fatima Pillosu" userId="a6295d4dc9e22643" providerId="LiveId" clId="{87453732-75AC-4426-B5D3-B7C69C2D4F54}" dt="2026-01-26T21:37:23.138" v="164" actId="1037"/>
          <ac:spMkLst>
            <pc:docMk/>
            <pc:sldMk cId="4122425894" sldId="256"/>
            <ac:spMk id="4" creationId="{4CFD56CB-2BA5-3C24-4274-7CC3E331D223}"/>
          </ac:spMkLst>
        </pc:spChg>
        <pc:spChg chg="mod">
          <ac:chgData name="Fatima Pillosu" userId="a6295d4dc9e22643" providerId="LiveId" clId="{87453732-75AC-4426-B5D3-B7C69C2D4F54}" dt="2026-01-26T21:38:36.145" v="227" actId="1035"/>
          <ac:spMkLst>
            <pc:docMk/>
            <pc:sldMk cId="4122425894" sldId="256"/>
            <ac:spMk id="5" creationId="{F9DEE6FF-D6AA-D3A4-1B8F-F892AE389397}"/>
          </ac:spMkLst>
        </pc:spChg>
        <pc:spChg chg="mod">
          <ac:chgData name="Fatima Pillosu" userId="a6295d4dc9e22643" providerId="LiveId" clId="{87453732-75AC-4426-B5D3-B7C69C2D4F54}" dt="2026-01-26T21:38:36.145" v="227" actId="1035"/>
          <ac:spMkLst>
            <pc:docMk/>
            <pc:sldMk cId="4122425894" sldId="256"/>
            <ac:spMk id="6" creationId="{FD71727C-9004-3A14-698D-77D17BE5D7EC}"/>
          </ac:spMkLst>
        </pc:spChg>
        <pc:spChg chg="mod">
          <ac:chgData name="Fatima Pillosu" userId="a6295d4dc9e22643" providerId="LiveId" clId="{87453732-75AC-4426-B5D3-B7C69C2D4F54}" dt="2026-01-26T21:37:23.138" v="164" actId="1037"/>
          <ac:spMkLst>
            <pc:docMk/>
            <pc:sldMk cId="4122425894" sldId="256"/>
            <ac:spMk id="7" creationId="{AC24FE6F-76E9-183F-E2C2-8F82EB8E41D2}"/>
          </ac:spMkLst>
        </pc:spChg>
        <pc:spChg chg="mod">
          <ac:chgData name="Fatima Pillosu" userId="a6295d4dc9e22643" providerId="LiveId" clId="{87453732-75AC-4426-B5D3-B7C69C2D4F54}" dt="2026-01-26T21:37:23.138" v="164" actId="1037"/>
          <ac:spMkLst>
            <pc:docMk/>
            <pc:sldMk cId="4122425894" sldId="256"/>
            <ac:spMk id="8" creationId="{83DA8E06-AB13-6BC9-F39C-691A6BB7E371}"/>
          </ac:spMkLst>
        </pc:spChg>
        <pc:spChg chg="mod">
          <ac:chgData name="Fatima Pillosu" userId="a6295d4dc9e22643" providerId="LiveId" clId="{87453732-75AC-4426-B5D3-B7C69C2D4F54}" dt="2026-01-26T21:37:23.138" v="164" actId="1037"/>
          <ac:spMkLst>
            <pc:docMk/>
            <pc:sldMk cId="4122425894" sldId="256"/>
            <ac:spMk id="9" creationId="{5EA79853-4A16-E2A1-24AC-7446A89D913D}"/>
          </ac:spMkLst>
        </pc:spChg>
        <pc:spChg chg="mod">
          <ac:chgData name="Fatima Pillosu" userId="a6295d4dc9e22643" providerId="LiveId" clId="{87453732-75AC-4426-B5D3-B7C69C2D4F54}" dt="2026-01-26T21:38:36.145" v="227" actId="1035"/>
          <ac:spMkLst>
            <pc:docMk/>
            <pc:sldMk cId="4122425894" sldId="256"/>
            <ac:spMk id="10" creationId="{5AFED677-38B3-0F2F-3E5C-27D03445D9B1}"/>
          </ac:spMkLst>
        </pc:spChg>
        <pc:spChg chg="add mod">
          <ac:chgData name="Fatima Pillosu" userId="a6295d4dc9e22643" providerId="LiveId" clId="{87453732-75AC-4426-B5D3-B7C69C2D4F54}" dt="2026-01-26T21:38:36.145" v="227" actId="1035"/>
          <ac:spMkLst>
            <pc:docMk/>
            <pc:sldMk cId="4122425894" sldId="256"/>
            <ac:spMk id="11" creationId="{AED0EFEF-B164-5D7D-C462-3BA20FE07E01}"/>
          </ac:spMkLst>
        </pc:spChg>
        <pc:spChg chg="mod">
          <ac:chgData name="Fatima Pillosu" userId="a6295d4dc9e22643" providerId="LiveId" clId="{87453732-75AC-4426-B5D3-B7C69C2D4F54}" dt="2026-01-26T21:38:36.145" v="227" actId="1035"/>
          <ac:spMkLst>
            <pc:docMk/>
            <pc:sldMk cId="4122425894" sldId="256"/>
            <ac:spMk id="12" creationId="{6F5546F9-CB50-DD52-CC62-D6D659D21FB0}"/>
          </ac:spMkLst>
        </pc:spChg>
        <pc:spChg chg="add mod">
          <ac:chgData name="Fatima Pillosu" userId="a6295d4dc9e22643" providerId="LiveId" clId="{87453732-75AC-4426-B5D3-B7C69C2D4F54}" dt="2026-01-26T21:38:36.145" v="227" actId="1035"/>
          <ac:spMkLst>
            <pc:docMk/>
            <pc:sldMk cId="4122425894" sldId="256"/>
            <ac:spMk id="13" creationId="{A9FFF771-21B0-7DFE-70D9-E959CBD2B2D8}"/>
          </ac:spMkLst>
        </pc:spChg>
        <pc:spChg chg="mod">
          <ac:chgData name="Fatima Pillosu" userId="a6295d4dc9e22643" providerId="LiveId" clId="{87453732-75AC-4426-B5D3-B7C69C2D4F54}" dt="2026-01-26T21:38:36.145" v="227" actId="1035"/>
          <ac:spMkLst>
            <pc:docMk/>
            <pc:sldMk cId="4122425894" sldId="256"/>
            <ac:spMk id="14" creationId="{22FA3513-546F-C72F-3736-768F809B9239}"/>
          </ac:spMkLst>
        </pc:spChg>
        <pc:spChg chg="mod">
          <ac:chgData name="Fatima Pillosu" userId="a6295d4dc9e22643" providerId="LiveId" clId="{87453732-75AC-4426-B5D3-B7C69C2D4F54}" dt="2026-01-26T21:38:36.145" v="227" actId="1035"/>
          <ac:spMkLst>
            <pc:docMk/>
            <pc:sldMk cId="4122425894" sldId="256"/>
            <ac:spMk id="15" creationId="{CB5C5868-E424-7CD4-5CDE-B799844A885B}"/>
          </ac:spMkLst>
        </pc:spChg>
        <pc:spChg chg="mod">
          <ac:chgData name="Fatima Pillosu" userId="a6295d4dc9e22643" providerId="LiveId" clId="{87453732-75AC-4426-B5D3-B7C69C2D4F54}" dt="2026-01-26T21:38:36.145" v="227" actId="1035"/>
          <ac:spMkLst>
            <pc:docMk/>
            <pc:sldMk cId="4122425894" sldId="256"/>
            <ac:spMk id="16" creationId="{680856A1-FEA5-20B4-16FD-C9DA06B7AA9C}"/>
          </ac:spMkLst>
        </pc:spChg>
        <pc:spChg chg="mod">
          <ac:chgData name="Fatima Pillosu" userId="a6295d4dc9e22643" providerId="LiveId" clId="{87453732-75AC-4426-B5D3-B7C69C2D4F54}" dt="2026-01-26T21:41:45.762" v="270" actId="1036"/>
          <ac:spMkLst>
            <pc:docMk/>
            <pc:sldMk cId="4122425894" sldId="256"/>
            <ac:spMk id="17" creationId="{9942BCEB-1125-4CA0-7CD8-6A4063077148}"/>
          </ac:spMkLst>
        </pc:spChg>
        <pc:spChg chg="mod">
          <ac:chgData name="Fatima Pillosu" userId="a6295d4dc9e22643" providerId="LiveId" clId="{87453732-75AC-4426-B5D3-B7C69C2D4F54}" dt="2026-01-26T21:36:00.418" v="103" actId="164"/>
          <ac:spMkLst>
            <pc:docMk/>
            <pc:sldMk cId="4122425894" sldId="256"/>
            <ac:spMk id="20" creationId="{A774BF42-470D-0D2F-0E8F-51C3D1A1FEBE}"/>
          </ac:spMkLst>
        </pc:spChg>
        <pc:spChg chg="mod">
          <ac:chgData name="Fatima Pillosu" userId="a6295d4dc9e22643" providerId="LiveId" clId="{87453732-75AC-4426-B5D3-B7C69C2D4F54}" dt="2026-01-26T22:22:49.016" v="341" actId="14100"/>
          <ac:spMkLst>
            <pc:docMk/>
            <pc:sldMk cId="4122425894" sldId="256"/>
            <ac:spMk id="21" creationId="{FDE335CC-8232-5A7B-BA6B-67F73B52FE52}"/>
          </ac:spMkLst>
        </pc:spChg>
        <pc:spChg chg="add mod ord">
          <ac:chgData name="Fatima Pillosu" userId="a6295d4dc9e22643" providerId="LiveId" clId="{87453732-75AC-4426-B5D3-B7C69C2D4F54}" dt="2026-01-26T21:49:45.276" v="331" actId="255"/>
          <ac:spMkLst>
            <pc:docMk/>
            <pc:sldMk cId="4122425894" sldId="256"/>
            <ac:spMk id="23" creationId="{A0861819-C13A-4211-B3E9-87674CC9E37D}"/>
          </ac:spMkLst>
        </pc:spChg>
        <pc:spChg chg="add mod">
          <ac:chgData name="Fatima Pillosu" userId="a6295d4dc9e22643" providerId="LiveId" clId="{87453732-75AC-4426-B5D3-B7C69C2D4F54}" dt="2026-01-26T21:48:49.456" v="320" actId="14100"/>
          <ac:spMkLst>
            <pc:docMk/>
            <pc:sldMk cId="4122425894" sldId="256"/>
            <ac:spMk id="24" creationId="{1F88BE76-F612-4EDE-475B-2CDCA7A4AC03}"/>
          </ac:spMkLst>
        </pc:spChg>
        <pc:spChg chg="add del mod">
          <ac:chgData name="Fatima Pillosu" userId="a6295d4dc9e22643" providerId="LiveId" clId="{87453732-75AC-4426-B5D3-B7C69C2D4F54}" dt="2026-01-26T21:37:55.954" v="188" actId="478"/>
          <ac:spMkLst>
            <pc:docMk/>
            <pc:sldMk cId="4122425894" sldId="256"/>
            <ac:spMk id="24" creationId="{6E3396C0-A78F-8E8A-1353-A1E6AFBA5E5A}"/>
          </ac:spMkLst>
        </pc:spChg>
        <pc:spChg chg="add mod">
          <ac:chgData name="Fatima Pillosu" userId="a6295d4dc9e22643" providerId="LiveId" clId="{87453732-75AC-4426-B5D3-B7C69C2D4F54}" dt="2026-01-26T21:40:41.567" v="260" actId="14100"/>
          <ac:spMkLst>
            <pc:docMk/>
            <pc:sldMk cId="4122425894" sldId="256"/>
            <ac:spMk id="25" creationId="{7382BBAC-0F4E-A979-DC59-08506F4D434A}"/>
          </ac:spMkLst>
        </pc:spChg>
        <pc:spChg chg="add mod">
          <ac:chgData name="Fatima Pillosu" userId="a6295d4dc9e22643" providerId="LiveId" clId="{87453732-75AC-4426-B5D3-B7C69C2D4F54}" dt="2026-01-26T21:49:24.415" v="326" actId="1076"/>
          <ac:spMkLst>
            <pc:docMk/>
            <pc:sldMk cId="4122425894" sldId="256"/>
            <ac:spMk id="26" creationId="{879D0017-9156-BDB4-636F-ED86CE8CE57C}"/>
          </ac:spMkLst>
        </pc:spChg>
        <pc:spChg chg="add mod">
          <ac:chgData name="Fatima Pillosu" userId="a6295d4dc9e22643" providerId="LiveId" clId="{87453732-75AC-4426-B5D3-B7C69C2D4F54}" dt="2026-01-26T21:49:36.508" v="329" actId="255"/>
          <ac:spMkLst>
            <pc:docMk/>
            <pc:sldMk cId="4122425894" sldId="256"/>
            <ac:spMk id="27" creationId="{E88E6EB5-936B-D36B-D075-177C9C23B59D}"/>
          </ac:spMkLst>
        </pc:spChg>
        <pc:spChg chg="mod">
          <ac:chgData name="Fatima Pillosu" userId="a6295d4dc9e22643" providerId="LiveId" clId="{87453732-75AC-4426-B5D3-B7C69C2D4F54}" dt="2026-01-26T21:38:13.504" v="202" actId="1035"/>
          <ac:spMkLst>
            <pc:docMk/>
            <pc:sldMk cId="4122425894" sldId="256"/>
            <ac:spMk id="52" creationId="{F9D189E0-63EF-39E1-4398-BDC314615434}"/>
          </ac:spMkLst>
        </pc:spChg>
        <pc:spChg chg="mod">
          <ac:chgData name="Fatima Pillosu" userId="a6295d4dc9e22643" providerId="LiveId" clId="{87453732-75AC-4426-B5D3-B7C69C2D4F54}" dt="2026-01-26T21:38:05.195" v="189" actId="255"/>
          <ac:spMkLst>
            <pc:docMk/>
            <pc:sldMk cId="4122425894" sldId="256"/>
            <ac:spMk id="55" creationId="{0A22D3D2-33E3-536C-ED6E-DA2D0B55AFCA}"/>
          </ac:spMkLst>
        </pc:spChg>
        <pc:spChg chg="mod">
          <ac:chgData name="Fatima Pillosu" userId="a6295d4dc9e22643" providerId="LiveId" clId="{87453732-75AC-4426-B5D3-B7C69C2D4F54}" dt="2026-01-26T21:38:13.504" v="202" actId="1035"/>
          <ac:spMkLst>
            <pc:docMk/>
            <pc:sldMk cId="4122425894" sldId="256"/>
            <ac:spMk id="57" creationId="{5C01AC5B-335B-B045-C3F5-C5BCCD86B285}"/>
          </ac:spMkLst>
        </pc:spChg>
        <pc:spChg chg="mod">
          <ac:chgData name="Fatima Pillosu" userId="a6295d4dc9e22643" providerId="LiveId" clId="{87453732-75AC-4426-B5D3-B7C69C2D4F54}" dt="2026-01-26T21:38:49.320" v="232" actId="1035"/>
          <ac:spMkLst>
            <pc:docMk/>
            <pc:sldMk cId="4122425894" sldId="256"/>
            <ac:spMk id="58" creationId="{ADED3C9F-9E74-620E-822A-088067549358}"/>
          </ac:spMkLst>
        </pc:spChg>
        <pc:spChg chg="mod">
          <ac:chgData name="Fatima Pillosu" userId="a6295d4dc9e22643" providerId="LiveId" clId="{87453732-75AC-4426-B5D3-B7C69C2D4F54}" dt="2026-01-26T21:38:49.320" v="232" actId="1035"/>
          <ac:spMkLst>
            <pc:docMk/>
            <pc:sldMk cId="4122425894" sldId="256"/>
            <ac:spMk id="60" creationId="{9D3CED01-F71E-3948-1899-DB02401CEF03}"/>
          </ac:spMkLst>
        </pc:spChg>
        <pc:spChg chg="mod">
          <ac:chgData name="Fatima Pillosu" userId="a6295d4dc9e22643" providerId="LiveId" clId="{87453732-75AC-4426-B5D3-B7C69C2D4F54}" dt="2026-01-26T21:38:55.887" v="237" actId="1035"/>
          <ac:spMkLst>
            <pc:docMk/>
            <pc:sldMk cId="4122425894" sldId="256"/>
            <ac:spMk id="61" creationId="{B8EAAEBD-87D6-A874-A4EE-2D1C73B6EE68}"/>
          </ac:spMkLst>
        </pc:spChg>
        <pc:spChg chg="mod">
          <ac:chgData name="Fatima Pillosu" userId="a6295d4dc9e22643" providerId="LiveId" clId="{87453732-75AC-4426-B5D3-B7C69C2D4F54}" dt="2026-01-26T21:38:55.887" v="237" actId="1035"/>
          <ac:spMkLst>
            <pc:docMk/>
            <pc:sldMk cId="4122425894" sldId="256"/>
            <ac:spMk id="63" creationId="{E7C5F7F9-5E31-2949-29C1-87AEBD64164D}"/>
          </ac:spMkLst>
        </pc:spChg>
        <pc:spChg chg="mod">
          <ac:chgData name="Fatima Pillosu" userId="a6295d4dc9e22643" providerId="LiveId" clId="{87453732-75AC-4426-B5D3-B7C69C2D4F54}" dt="2026-01-26T21:38:13.504" v="202" actId="1035"/>
          <ac:spMkLst>
            <pc:docMk/>
            <pc:sldMk cId="4122425894" sldId="256"/>
            <ac:spMk id="64" creationId="{63F45B9D-FD4D-83DD-BA9C-15988E21AF86}"/>
          </ac:spMkLst>
        </pc:spChg>
        <pc:spChg chg="mod">
          <ac:chgData name="Fatima Pillosu" userId="a6295d4dc9e22643" providerId="LiveId" clId="{87453732-75AC-4426-B5D3-B7C69C2D4F54}" dt="2026-01-26T21:38:13.504" v="202" actId="1035"/>
          <ac:spMkLst>
            <pc:docMk/>
            <pc:sldMk cId="4122425894" sldId="256"/>
            <ac:spMk id="66" creationId="{A5D46F59-364E-74DF-A603-1E1C966252EB}"/>
          </ac:spMkLst>
        </pc:spChg>
        <pc:spChg chg="mod">
          <ac:chgData name="Fatima Pillosu" userId="a6295d4dc9e22643" providerId="LiveId" clId="{87453732-75AC-4426-B5D3-B7C69C2D4F54}" dt="2026-01-26T21:38:49.320" v="232" actId="1035"/>
          <ac:spMkLst>
            <pc:docMk/>
            <pc:sldMk cId="4122425894" sldId="256"/>
            <ac:spMk id="67" creationId="{6F2479BC-B6C5-6870-44DB-2EC1787ED6C2}"/>
          </ac:spMkLst>
        </pc:spChg>
        <pc:spChg chg="mod">
          <ac:chgData name="Fatima Pillosu" userId="a6295d4dc9e22643" providerId="LiveId" clId="{87453732-75AC-4426-B5D3-B7C69C2D4F54}" dt="2026-01-26T21:38:49.320" v="232" actId="1035"/>
          <ac:spMkLst>
            <pc:docMk/>
            <pc:sldMk cId="4122425894" sldId="256"/>
            <ac:spMk id="69" creationId="{4F77D09B-7342-3D1A-41F4-C8A9CACBFECF}"/>
          </ac:spMkLst>
        </pc:spChg>
        <pc:spChg chg="mod">
          <ac:chgData name="Fatima Pillosu" userId="a6295d4dc9e22643" providerId="LiveId" clId="{87453732-75AC-4426-B5D3-B7C69C2D4F54}" dt="2026-01-26T21:38:55.887" v="237" actId="1035"/>
          <ac:spMkLst>
            <pc:docMk/>
            <pc:sldMk cId="4122425894" sldId="256"/>
            <ac:spMk id="70" creationId="{731F2D9F-A790-887B-DA17-310F988188AD}"/>
          </ac:spMkLst>
        </pc:spChg>
        <pc:spChg chg="mod">
          <ac:chgData name="Fatima Pillosu" userId="a6295d4dc9e22643" providerId="LiveId" clId="{87453732-75AC-4426-B5D3-B7C69C2D4F54}" dt="2026-01-26T21:38:55.887" v="237" actId="1035"/>
          <ac:spMkLst>
            <pc:docMk/>
            <pc:sldMk cId="4122425894" sldId="256"/>
            <ac:spMk id="72" creationId="{2D2D17C8-CD3D-E22F-EBA5-2BC01EC4F1B8}"/>
          </ac:spMkLst>
        </pc:spChg>
        <pc:spChg chg="del">
          <ac:chgData name="Fatima Pillosu" userId="a6295d4dc9e22643" providerId="LiveId" clId="{87453732-75AC-4426-B5D3-B7C69C2D4F54}" dt="2026-01-26T21:33:23.054" v="27" actId="478"/>
          <ac:spMkLst>
            <pc:docMk/>
            <pc:sldMk cId="4122425894" sldId="256"/>
            <ac:spMk id="73" creationId="{C128B50E-D96D-2132-A672-13E1B744C2FB}"/>
          </ac:spMkLst>
        </pc:spChg>
        <pc:spChg chg="del">
          <ac:chgData name="Fatima Pillosu" userId="a6295d4dc9e22643" providerId="LiveId" clId="{87453732-75AC-4426-B5D3-B7C69C2D4F54}" dt="2026-01-26T21:33:24.633" v="28" actId="478"/>
          <ac:spMkLst>
            <pc:docMk/>
            <pc:sldMk cId="4122425894" sldId="256"/>
            <ac:spMk id="74" creationId="{3BD3CE7A-AEE9-D963-4344-84BC8740B771}"/>
          </ac:spMkLst>
        </pc:spChg>
        <pc:grpChg chg="add mod ord">
          <ac:chgData name="Fatima Pillosu" userId="a6295d4dc9e22643" providerId="LiveId" clId="{87453732-75AC-4426-B5D3-B7C69C2D4F54}" dt="2026-01-26T21:42:02.411" v="302" actId="166"/>
          <ac:grpSpMkLst>
            <pc:docMk/>
            <pc:sldMk cId="4122425894" sldId="256"/>
            <ac:grpSpMk id="22" creationId="{9B681E22-1678-D007-CB99-5A08F5ACD595}"/>
          </ac:grpSpMkLst>
        </pc:grpChg>
        <pc:picChg chg="mod">
          <ac:chgData name="Fatima Pillosu" userId="a6295d4dc9e22643" providerId="LiveId" clId="{87453732-75AC-4426-B5D3-B7C69C2D4F54}" dt="2026-01-26T21:35:47.447" v="84" actId="14100"/>
          <ac:picMkLst>
            <pc:docMk/>
            <pc:sldMk cId="4122425894" sldId="256"/>
            <ac:picMk id="53" creationId="{F7615811-68D1-CD2F-E5CC-DBD3BB7955D0}"/>
          </ac:picMkLst>
        </pc:picChg>
        <pc:picChg chg="mod ord modCrop">
          <ac:chgData name="Fatima Pillosu" userId="a6295d4dc9e22643" providerId="LiveId" clId="{87453732-75AC-4426-B5D3-B7C69C2D4F54}" dt="2026-01-26T21:41:29.069" v="263" actId="732"/>
          <ac:picMkLst>
            <pc:docMk/>
            <pc:sldMk cId="4122425894" sldId="256"/>
            <ac:picMk id="54" creationId="{54CBA38D-727F-0A78-5908-70994BD3CBC0}"/>
          </ac:picMkLst>
        </pc:picChg>
        <pc:cxnChg chg="mod">
          <ac:chgData name="Fatima Pillosu" userId="a6295d4dc9e22643" providerId="LiveId" clId="{87453732-75AC-4426-B5D3-B7C69C2D4F54}" dt="2026-01-26T21:41:45.762" v="270" actId="1036"/>
          <ac:cxnSpMkLst>
            <pc:docMk/>
            <pc:sldMk cId="4122425894" sldId="256"/>
            <ac:cxnSpMk id="2" creationId="{1C3B6113-7DA5-DE91-03B2-E179F9027895}"/>
          </ac:cxnSpMkLst>
        </pc:cxnChg>
        <pc:cxnChg chg="mod">
          <ac:chgData name="Fatima Pillosu" userId="a6295d4dc9e22643" providerId="LiveId" clId="{87453732-75AC-4426-B5D3-B7C69C2D4F54}" dt="2026-01-26T21:36:28.075" v="118" actId="14100"/>
          <ac:cxnSpMkLst>
            <pc:docMk/>
            <pc:sldMk cId="4122425894" sldId="256"/>
            <ac:cxnSpMk id="18" creationId="{4036828A-A657-178B-A1F5-BE26E3B05901}"/>
          </ac:cxnSpMkLst>
        </pc:cxnChg>
        <pc:cxnChg chg="mod">
          <ac:chgData name="Fatima Pillosu" userId="a6295d4dc9e22643" providerId="LiveId" clId="{87453732-75AC-4426-B5D3-B7C69C2D4F54}" dt="2026-01-26T21:36:00.418" v="103" actId="164"/>
          <ac:cxnSpMkLst>
            <pc:docMk/>
            <pc:sldMk cId="4122425894" sldId="256"/>
            <ac:cxnSpMk id="19" creationId="{340882ED-88AE-1428-CC8B-4153E0855D86}"/>
          </ac:cxnSpMkLst>
        </pc:cxnChg>
        <pc:cxnChg chg="mod">
          <ac:chgData name="Fatima Pillosu" userId="a6295d4dc9e22643" providerId="LiveId" clId="{87453732-75AC-4426-B5D3-B7C69C2D4F54}" dt="2026-01-26T21:38:49.320" v="232" actId="1035"/>
          <ac:cxnSpMkLst>
            <pc:docMk/>
            <pc:sldMk cId="4122425894" sldId="256"/>
            <ac:cxnSpMk id="59" creationId="{AD6740C4-8017-5FFD-0606-09F8D1F34D0B}"/>
          </ac:cxnSpMkLst>
        </pc:cxnChg>
        <pc:cxnChg chg="mod">
          <ac:chgData name="Fatima Pillosu" userId="a6295d4dc9e22643" providerId="LiveId" clId="{87453732-75AC-4426-B5D3-B7C69C2D4F54}" dt="2026-01-26T21:38:55.887" v="237" actId="1035"/>
          <ac:cxnSpMkLst>
            <pc:docMk/>
            <pc:sldMk cId="4122425894" sldId="256"/>
            <ac:cxnSpMk id="62" creationId="{F5E507EC-962B-1DDE-4A65-9A73030AEBD2}"/>
          </ac:cxnSpMkLst>
        </pc:cxnChg>
        <pc:cxnChg chg="mod">
          <ac:chgData name="Fatima Pillosu" userId="a6295d4dc9e22643" providerId="LiveId" clId="{87453732-75AC-4426-B5D3-B7C69C2D4F54}" dt="2026-01-26T21:38:55.887" v="237" actId="1035"/>
          <ac:cxnSpMkLst>
            <pc:docMk/>
            <pc:sldMk cId="4122425894" sldId="256"/>
            <ac:cxnSpMk id="71" creationId="{A38D8DD8-0A86-C096-F585-EDA547A8F43E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515" y="471289"/>
            <a:ext cx="3519170" cy="1002571"/>
          </a:xfrm>
        </p:spPr>
        <p:txBody>
          <a:bodyPr anchor="b"/>
          <a:lstStyle>
            <a:lvl1pPr algn="ctr">
              <a:defRPr sz="25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7525" y="1512522"/>
            <a:ext cx="3105150" cy="695267"/>
          </a:xfrm>
        </p:spPr>
        <p:txBody>
          <a:bodyPr/>
          <a:lstStyle>
            <a:lvl1pPr marL="0" indent="0" algn="ctr">
              <a:buNone/>
              <a:defRPr sz="1008"/>
            </a:lvl1pPr>
            <a:lvl2pPr marL="191978" indent="0" algn="ctr">
              <a:buNone/>
              <a:defRPr sz="840"/>
            </a:lvl2pPr>
            <a:lvl3pPr marL="383957" indent="0" algn="ctr">
              <a:buNone/>
              <a:defRPr sz="756"/>
            </a:lvl3pPr>
            <a:lvl4pPr marL="575935" indent="0" algn="ctr">
              <a:buNone/>
              <a:defRPr sz="672"/>
            </a:lvl4pPr>
            <a:lvl5pPr marL="767913" indent="0" algn="ctr">
              <a:buNone/>
              <a:defRPr sz="672"/>
            </a:lvl5pPr>
            <a:lvl6pPr marL="959891" indent="0" algn="ctr">
              <a:buNone/>
              <a:defRPr sz="672"/>
            </a:lvl6pPr>
            <a:lvl7pPr marL="1151870" indent="0" algn="ctr">
              <a:buNone/>
              <a:defRPr sz="672"/>
            </a:lvl7pPr>
            <a:lvl8pPr marL="1343848" indent="0" algn="ctr">
              <a:buNone/>
              <a:defRPr sz="672"/>
            </a:lvl8pPr>
            <a:lvl9pPr marL="1535826" indent="0" algn="ctr">
              <a:buNone/>
              <a:defRPr sz="67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CBA55-D2F2-4C82-92C8-E6A26451A549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2A9D-FC8E-44DE-B53F-EC5CC38605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2336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CBA55-D2F2-4C82-92C8-E6A26451A549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2A9D-FC8E-44DE-B53F-EC5CC38605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1680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2482" y="717932"/>
            <a:ext cx="3570923" cy="1197885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2482" y="1927150"/>
            <a:ext cx="3570923" cy="629940"/>
          </a:xfrm>
        </p:spPr>
        <p:txBody>
          <a:bodyPr/>
          <a:lstStyle>
            <a:lvl1pPr marL="0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1pPr>
            <a:lvl2pPr marL="191978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2pPr>
            <a:lvl3pPr marL="383957" indent="0">
              <a:buNone/>
              <a:defRPr sz="756">
                <a:solidFill>
                  <a:schemeClr val="tx1">
                    <a:tint val="82000"/>
                  </a:schemeClr>
                </a:solidFill>
              </a:defRPr>
            </a:lvl3pPr>
            <a:lvl4pPr marL="575935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4pPr>
            <a:lvl5pPr marL="767913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5pPr>
            <a:lvl6pPr marL="959891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6pPr>
            <a:lvl7pPr marL="1151870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7pPr>
            <a:lvl8pPr marL="1343848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8pPr>
            <a:lvl9pPr marL="1535826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CBA55-D2F2-4C82-92C8-E6A26451A549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2A9D-FC8E-44DE-B53F-EC5CC38605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4218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4639" y="766593"/>
            <a:ext cx="1759585" cy="18271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95976" y="766593"/>
            <a:ext cx="1759585" cy="18271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CBA55-D2F2-4C82-92C8-E6A26451A549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2A9D-FC8E-44DE-B53F-EC5CC38605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4722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153319"/>
            <a:ext cx="3570923" cy="55661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5179" y="705933"/>
            <a:ext cx="1751498" cy="345967"/>
          </a:xfrm>
        </p:spPr>
        <p:txBody>
          <a:bodyPr anchor="b"/>
          <a:lstStyle>
            <a:lvl1pPr marL="0" indent="0">
              <a:buNone/>
              <a:defRPr sz="1008" b="1"/>
            </a:lvl1pPr>
            <a:lvl2pPr marL="191978" indent="0">
              <a:buNone/>
              <a:defRPr sz="840" b="1"/>
            </a:lvl2pPr>
            <a:lvl3pPr marL="383957" indent="0">
              <a:buNone/>
              <a:defRPr sz="756" b="1"/>
            </a:lvl3pPr>
            <a:lvl4pPr marL="575935" indent="0">
              <a:buNone/>
              <a:defRPr sz="672" b="1"/>
            </a:lvl4pPr>
            <a:lvl5pPr marL="767913" indent="0">
              <a:buNone/>
              <a:defRPr sz="672" b="1"/>
            </a:lvl5pPr>
            <a:lvl6pPr marL="959891" indent="0">
              <a:buNone/>
              <a:defRPr sz="672" b="1"/>
            </a:lvl6pPr>
            <a:lvl7pPr marL="1151870" indent="0">
              <a:buNone/>
              <a:defRPr sz="672" b="1"/>
            </a:lvl7pPr>
            <a:lvl8pPr marL="1343848" indent="0">
              <a:buNone/>
              <a:defRPr sz="672" b="1"/>
            </a:lvl8pPr>
            <a:lvl9pPr marL="1535826" indent="0">
              <a:buNone/>
              <a:defRPr sz="67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5179" y="1051899"/>
            <a:ext cx="1751498" cy="15471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95977" y="705933"/>
            <a:ext cx="1760124" cy="345967"/>
          </a:xfrm>
        </p:spPr>
        <p:txBody>
          <a:bodyPr anchor="b"/>
          <a:lstStyle>
            <a:lvl1pPr marL="0" indent="0">
              <a:buNone/>
              <a:defRPr sz="1008" b="1"/>
            </a:lvl1pPr>
            <a:lvl2pPr marL="191978" indent="0">
              <a:buNone/>
              <a:defRPr sz="840" b="1"/>
            </a:lvl2pPr>
            <a:lvl3pPr marL="383957" indent="0">
              <a:buNone/>
              <a:defRPr sz="756" b="1"/>
            </a:lvl3pPr>
            <a:lvl4pPr marL="575935" indent="0">
              <a:buNone/>
              <a:defRPr sz="672" b="1"/>
            </a:lvl4pPr>
            <a:lvl5pPr marL="767913" indent="0">
              <a:buNone/>
              <a:defRPr sz="672" b="1"/>
            </a:lvl5pPr>
            <a:lvl6pPr marL="959891" indent="0">
              <a:buNone/>
              <a:defRPr sz="672" b="1"/>
            </a:lvl6pPr>
            <a:lvl7pPr marL="1151870" indent="0">
              <a:buNone/>
              <a:defRPr sz="672" b="1"/>
            </a:lvl7pPr>
            <a:lvl8pPr marL="1343848" indent="0">
              <a:buNone/>
              <a:defRPr sz="672" b="1"/>
            </a:lvl8pPr>
            <a:lvl9pPr marL="1535826" indent="0">
              <a:buNone/>
              <a:defRPr sz="67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95977" y="1051899"/>
            <a:ext cx="1760124" cy="15471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CBA55-D2F2-4C82-92C8-E6A26451A549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2A9D-FC8E-44DE-B53F-EC5CC38605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3923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CBA55-D2F2-4C82-92C8-E6A26451A549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2A9D-FC8E-44DE-B53F-EC5CC38605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3829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CBA55-D2F2-4C82-92C8-E6A26451A549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2A9D-FC8E-44DE-B53F-EC5CC38605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8927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191982"/>
            <a:ext cx="1335322" cy="671936"/>
          </a:xfrm>
        </p:spPr>
        <p:txBody>
          <a:bodyPr anchor="b"/>
          <a:lstStyle>
            <a:lvl1pPr>
              <a:defRPr sz="13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0124" y="414628"/>
            <a:ext cx="2095976" cy="2046471"/>
          </a:xfrm>
        </p:spPr>
        <p:txBody>
          <a:bodyPr/>
          <a:lstStyle>
            <a:lvl1pPr>
              <a:defRPr sz="1344"/>
            </a:lvl1pPr>
            <a:lvl2pPr>
              <a:defRPr sz="1176"/>
            </a:lvl2pPr>
            <a:lvl3pPr>
              <a:defRPr sz="1008"/>
            </a:lvl3pPr>
            <a:lvl4pPr>
              <a:defRPr sz="840"/>
            </a:lvl4pPr>
            <a:lvl5pPr>
              <a:defRPr sz="840"/>
            </a:lvl5pPr>
            <a:lvl6pPr>
              <a:defRPr sz="840"/>
            </a:lvl6pPr>
            <a:lvl7pPr>
              <a:defRPr sz="840"/>
            </a:lvl7pPr>
            <a:lvl8pPr>
              <a:defRPr sz="840"/>
            </a:lvl8pPr>
            <a:lvl9pPr>
              <a:defRPr sz="8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178" y="863918"/>
            <a:ext cx="1335322" cy="1600514"/>
          </a:xfrm>
        </p:spPr>
        <p:txBody>
          <a:bodyPr/>
          <a:lstStyle>
            <a:lvl1pPr marL="0" indent="0">
              <a:buNone/>
              <a:defRPr sz="672"/>
            </a:lvl1pPr>
            <a:lvl2pPr marL="191978" indent="0">
              <a:buNone/>
              <a:defRPr sz="588"/>
            </a:lvl2pPr>
            <a:lvl3pPr marL="383957" indent="0">
              <a:buNone/>
              <a:defRPr sz="504"/>
            </a:lvl3pPr>
            <a:lvl4pPr marL="575935" indent="0">
              <a:buNone/>
              <a:defRPr sz="420"/>
            </a:lvl4pPr>
            <a:lvl5pPr marL="767913" indent="0">
              <a:buNone/>
              <a:defRPr sz="420"/>
            </a:lvl5pPr>
            <a:lvl6pPr marL="959891" indent="0">
              <a:buNone/>
              <a:defRPr sz="420"/>
            </a:lvl6pPr>
            <a:lvl7pPr marL="1151870" indent="0">
              <a:buNone/>
              <a:defRPr sz="420"/>
            </a:lvl7pPr>
            <a:lvl8pPr marL="1343848" indent="0">
              <a:buNone/>
              <a:defRPr sz="420"/>
            </a:lvl8pPr>
            <a:lvl9pPr marL="1535826" indent="0">
              <a:buNone/>
              <a:defRPr sz="4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CBA55-D2F2-4C82-92C8-E6A26451A549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2A9D-FC8E-44DE-B53F-EC5CC38605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0943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191982"/>
            <a:ext cx="1335322" cy="671936"/>
          </a:xfrm>
        </p:spPr>
        <p:txBody>
          <a:bodyPr anchor="b"/>
          <a:lstStyle>
            <a:lvl1pPr>
              <a:defRPr sz="13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60124" y="414628"/>
            <a:ext cx="2095976" cy="2046471"/>
          </a:xfrm>
        </p:spPr>
        <p:txBody>
          <a:bodyPr anchor="t"/>
          <a:lstStyle>
            <a:lvl1pPr marL="0" indent="0">
              <a:buNone/>
              <a:defRPr sz="1344"/>
            </a:lvl1pPr>
            <a:lvl2pPr marL="191978" indent="0">
              <a:buNone/>
              <a:defRPr sz="1176"/>
            </a:lvl2pPr>
            <a:lvl3pPr marL="383957" indent="0">
              <a:buNone/>
              <a:defRPr sz="1008"/>
            </a:lvl3pPr>
            <a:lvl4pPr marL="575935" indent="0">
              <a:buNone/>
              <a:defRPr sz="840"/>
            </a:lvl4pPr>
            <a:lvl5pPr marL="767913" indent="0">
              <a:buNone/>
              <a:defRPr sz="840"/>
            </a:lvl5pPr>
            <a:lvl6pPr marL="959891" indent="0">
              <a:buNone/>
              <a:defRPr sz="840"/>
            </a:lvl6pPr>
            <a:lvl7pPr marL="1151870" indent="0">
              <a:buNone/>
              <a:defRPr sz="840"/>
            </a:lvl7pPr>
            <a:lvl8pPr marL="1343848" indent="0">
              <a:buNone/>
              <a:defRPr sz="840"/>
            </a:lvl8pPr>
            <a:lvl9pPr marL="1535826" indent="0">
              <a:buNone/>
              <a:defRPr sz="84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178" y="863918"/>
            <a:ext cx="1335322" cy="1600514"/>
          </a:xfrm>
        </p:spPr>
        <p:txBody>
          <a:bodyPr/>
          <a:lstStyle>
            <a:lvl1pPr marL="0" indent="0">
              <a:buNone/>
              <a:defRPr sz="672"/>
            </a:lvl1pPr>
            <a:lvl2pPr marL="191978" indent="0">
              <a:buNone/>
              <a:defRPr sz="588"/>
            </a:lvl2pPr>
            <a:lvl3pPr marL="383957" indent="0">
              <a:buNone/>
              <a:defRPr sz="504"/>
            </a:lvl3pPr>
            <a:lvl4pPr marL="575935" indent="0">
              <a:buNone/>
              <a:defRPr sz="420"/>
            </a:lvl4pPr>
            <a:lvl5pPr marL="767913" indent="0">
              <a:buNone/>
              <a:defRPr sz="420"/>
            </a:lvl5pPr>
            <a:lvl6pPr marL="959891" indent="0">
              <a:buNone/>
              <a:defRPr sz="420"/>
            </a:lvl6pPr>
            <a:lvl7pPr marL="1151870" indent="0">
              <a:buNone/>
              <a:defRPr sz="420"/>
            </a:lvl7pPr>
            <a:lvl8pPr marL="1343848" indent="0">
              <a:buNone/>
              <a:defRPr sz="420"/>
            </a:lvl8pPr>
            <a:lvl9pPr marL="1535826" indent="0">
              <a:buNone/>
              <a:defRPr sz="4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CBA55-D2F2-4C82-92C8-E6A26451A549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2A9D-FC8E-44DE-B53F-EC5CC38605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3478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CBA55-D2F2-4C82-92C8-E6A26451A549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2A9D-FC8E-44DE-B53F-EC5CC38605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4601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962831" y="153319"/>
            <a:ext cx="892731" cy="244043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639" y="153319"/>
            <a:ext cx="2626439" cy="24404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CBA55-D2F2-4C82-92C8-E6A26451A549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2A9D-FC8E-44DE-B53F-EC5CC38605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3281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639" y="153319"/>
            <a:ext cx="3570923" cy="556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4639" y="766593"/>
            <a:ext cx="3570923" cy="18271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84639" y="2669079"/>
            <a:ext cx="931545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0CBA55-D2F2-4C82-92C8-E6A26451A549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71441" y="2669079"/>
            <a:ext cx="1397318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0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24016" y="2669079"/>
            <a:ext cx="931545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F92A9D-FC8E-44DE-B53F-EC5CC38605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6844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83957" rtl="0" eaLnBrk="1" latinLnBrk="0" hangingPunct="1">
        <a:lnSpc>
          <a:spcPct val="90000"/>
        </a:lnSpc>
        <a:spcBef>
          <a:spcPct val="0"/>
        </a:spcBef>
        <a:buNone/>
        <a:defRPr sz="184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5989" indent="-95989" algn="l" defTabSz="383957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176" kern="1200">
          <a:solidFill>
            <a:schemeClr val="tx1"/>
          </a:solidFill>
          <a:latin typeface="+mn-lt"/>
          <a:ea typeface="+mn-ea"/>
          <a:cs typeface="+mn-cs"/>
        </a:defRPr>
      </a:lvl1pPr>
      <a:lvl2pPr marL="287967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1008" kern="1200">
          <a:solidFill>
            <a:schemeClr val="tx1"/>
          </a:solidFill>
          <a:latin typeface="+mn-lt"/>
          <a:ea typeface="+mn-ea"/>
          <a:cs typeface="+mn-cs"/>
        </a:defRPr>
      </a:lvl2pPr>
      <a:lvl3pPr marL="479946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3pPr>
      <a:lvl4pPr marL="671924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4pPr>
      <a:lvl5pPr marL="863902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5pPr>
      <a:lvl6pPr marL="1055881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6pPr>
      <a:lvl7pPr marL="1247859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7pPr>
      <a:lvl8pPr marL="1439837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8pPr>
      <a:lvl9pPr marL="1631815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1pPr>
      <a:lvl2pPr marL="191978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2pPr>
      <a:lvl3pPr marL="383957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3pPr>
      <a:lvl4pPr marL="575935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4pPr>
      <a:lvl5pPr marL="767913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5pPr>
      <a:lvl6pPr marL="959891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6pPr>
      <a:lvl7pPr marL="1151870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7pPr>
      <a:lvl8pPr marL="1343848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8pPr>
      <a:lvl9pPr marL="1535826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53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54CBA38D-727F-0A78-5908-70994BD3CB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82" t="10341" r="9269" b="2111"/>
          <a:stretch>
            <a:fillRect/>
          </a:stretch>
        </p:blipFill>
        <p:spPr>
          <a:xfrm>
            <a:off x="2306247" y="993950"/>
            <a:ext cx="1811885" cy="1873928"/>
          </a:xfrm>
          <a:prstGeom prst="rect">
            <a:avLst/>
          </a:prstGeom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F9D189E0-63EF-39E1-4398-BDC314615434}"/>
              </a:ext>
            </a:extLst>
          </p:cNvPr>
          <p:cNvSpPr/>
          <p:nvPr/>
        </p:nvSpPr>
        <p:spPr>
          <a:xfrm>
            <a:off x="478633" y="372840"/>
            <a:ext cx="360000" cy="90000"/>
          </a:xfrm>
          <a:prstGeom prst="rect">
            <a:avLst/>
          </a:prstGeom>
          <a:solidFill>
            <a:srgbClr val="DB0E37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.</a:t>
            </a:r>
            <a:endParaRPr lang="en-GB" dirty="0"/>
          </a:p>
        </p:txBody>
      </p:sp>
      <p:pic>
        <p:nvPicPr>
          <p:cNvPr id="53" name="Picture 52" descr="A graph of a graph&#10;&#10;AI-generated content may be incorrect.">
            <a:extLst>
              <a:ext uri="{FF2B5EF4-FFF2-40B4-BE49-F238E27FC236}">
                <a16:creationId xmlns:a16="http://schemas.microsoft.com/office/drawing/2014/main" id="{F7615811-68D1-CD2F-E5CC-DBD3BB7955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2" t="10341" r="9269" b="2111"/>
          <a:stretch/>
        </p:blipFill>
        <p:spPr>
          <a:xfrm>
            <a:off x="72898" y="993950"/>
            <a:ext cx="1908000" cy="1873928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0A22D3D2-33E3-536C-ED6E-DA2D0B55AFCA}"/>
              </a:ext>
            </a:extLst>
          </p:cNvPr>
          <p:cNvSpPr txBox="1"/>
          <p:nvPr/>
        </p:nvSpPr>
        <p:spPr>
          <a:xfrm>
            <a:off x="-66675" y="-69347"/>
            <a:ext cx="42068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Overall verification scores (rainfall-based forecasts)</a:t>
            </a:r>
          </a:p>
          <a:p>
            <a:r>
              <a:rPr lang="en-US" sz="10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Frequency bias (FB) and Area under the ROC curve (AUC-ROC)</a:t>
            </a:r>
            <a:endParaRPr lang="en-GB" sz="1000" dirty="0">
              <a:solidFill>
                <a:srgbClr val="333333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A3B5DB50-5E90-2119-CFA0-EBA1E90C5F8E}"/>
              </a:ext>
            </a:extLst>
          </p:cNvPr>
          <p:cNvCxnSpPr>
            <a:cxnSpLocks/>
          </p:cNvCxnSpPr>
          <p:nvPr/>
        </p:nvCxnSpPr>
        <p:spPr>
          <a:xfrm>
            <a:off x="478633" y="417840"/>
            <a:ext cx="360000" cy="0"/>
          </a:xfrm>
          <a:prstGeom prst="line">
            <a:avLst/>
          </a:prstGeom>
          <a:ln w="12700">
            <a:solidFill>
              <a:srgbClr val="DB0E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5C01AC5B-335B-B045-C3F5-C5BCCD86B285}"/>
              </a:ext>
            </a:extLst>
          </p:cNvPr>
          <p:cNvSpPr txBox="1"/>
          <p:nvPr/>
        </p:nvSpPr>
        <p:spPr>
          <a:xfrm>
            <a:off x="787580" y="310118"/>
            <a:ext cx="137367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1-year return period (CI 99%)</a:t>
            </a:r>
            <a:endParaRPr lang="en-GB" sz="800" dirty="0">
              <a:solidFill>
                <a:srgbClr val="333333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DED3C9F-9E74-620E-822A-088067549358}"/>
              </a:ext>
            </a:extLst>
          </p:cNvPr>
          <p:cNvSpPr/>
          <p:nvPr/>
        </p:nvSpPr>
        <p:spPr>
          <a:xfrm>
            <a:off x="478633" y="504198"/>
            <a:ext cx="360000" cy="90000"/>
          </a:xfrm>
          <a:prstGeom prst="rect">
            <a:avLst/>
          </a:prstGeom>
          <a:solidFill>
            <a:srgbClr val="8D00D1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.</a:t>
            </a:r>
            <a:endParaRPr lang="en-GB" dirty="0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D6740C4-8017-5FFD-0606-09F8D1F34D0B}"/>
              </a:ext>
            </a:extLst>
          </p:cNvPr>
          <p:cNvCxnSpPr>
            <a:cxnSpLocks/>
          </p:cNvCxnSpPr>
          <p:nvPr/>
        </p:nvCxnSpPr>
        <p:spPr>
          <a:xfrm>
            <a:off x="478633" y="549198"/>
            <a:ext cx="360000" cy="0"/>
          </a:xfrm>
          <a:prstGeom prst="line">
            <a:avLst/>
          </a:prstGeom>
          <a:ln w="12700">
            <a:solidFill>
              <a:srgbClr val="8D00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9D3CED01-F71E-3948-1899-DB02401CEF03}"/>
              </a:ext>
            </a:extLst>
          </p:cNvPr>
          <p:cNvSpPr txBox="1"/>
          <p:nvPr/>
        </p:nvSpPr>
        <p:spPr>
          <a:xfrm>
            <a:off x="787580" y="441476"/>
            <a:ext cx="12442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5-year return period</a:t>
            </a:r>
            <a:endParaRPr lang="en-GB" sz="800" dirty="0">
              <a:solidFill>
                <a:srgbClr val="333333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8EAAEBD-87D6-A874-A4EE-2D1C73B6EE68}"/>
              </a:ext>
            </a:extLst>
          </p:cNvPr>
          <p:cNvSpPr/>
          <p:nvPr/>
        </p:nvSpPr>
        <p:spPr>
          <a:xfrm>
            <a:off x="478633" y="635699"/>
            <a:ext cx="360000" cy="90000"/>
          </a:xfrm>
          <a:prstGeom prst="rect">
            <a:avLst/>
          </a:prstGeom>
          <a:solidFill>
            <a:srgbClr val="A8D4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F5E507EC-962B-1DDE-4A65-9A73030AEBD2}"/>
              </a:ext>
            </a:extLst>
          </p:cNvPr>
          <p:cNvCxnSpPr>
            <a:cxnSpLocks/>
          </p:cNvCxnSpPr>
          <p:nvPr/>
        </p:nvCxnSpPr>
        <p:spPr>
          <a:xfrm>
            <a:off x="478633" y="680699"/>
            <a:ext cx="360000" cy="0"/>
          </a:xfrm>
          <a:prstGeom prst="line">
            <a:avLst/>
          </a:prstGeom>
          <a:ln w="12700">
            <a:solidFill>
              <a:srgbClr val="A8D4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E7C5F7F9-5E31-2949-29C1-87AEBD64164D}"/>
              </a:ext>
            </a:extLst>
          </p:cNvPr>
          <p:cNvSpPr txBox="1"/>
          <p:nvPr/>
        </p:nvSpPr>
        <p:spPr>
          <a:xfrm>
            <a:off x="787580" y="572977"/>
            <a:ext cx="12442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10-year return period</a:t>
            </a:r>
            <a:endParaRPr lang="en-GB" sz="800" dirty="0">
              <a:solidFill>
                <a:srgbClr val="333333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63F45B9D-FD4D-83DD-BA9C-15988E21AF86}"/>
              </a:ext>
            </a:extLst>
          </p:cNvPr>
          <p:cNvSpPr/>
          <p:nvPr/>
        </p:nvSpPr>
        <p:spPr>
          <a:xfrm>
            <a:off x="2278858" y="372840"/>
            <a:ext cx="360000" cy="90000"/>
          </a:xfrm>
          <a:prstGeom prst="rect">
            <a:avLst/>
          </a:prstGeom>
          <a:solidFill>
            <a:srgbClr val="158CFF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.</a:t>
            </a:r>
            <a:endParaRPr lang="en-GB" dirty="0"/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BA97DBDE-68A6-45C7-9371-3403BDA130BE}"/>
              </a:ext>
            </a:extLst>
          </p:cNvPr>
          <p:cNvCxnSpPr>
            <a:cxnSpLocks/>
          </p:cNvCxnSpPr>
          <p:nvPr/>
        </p:nvCxnSpPr>
        <p:spPr>
          <a:xfrm>
            <a:off x="2278858" y="417840"/>
            <a:ext cx="360000" cy="0"/>
          </a:xfrm>
          <a:prstGeom prst="line">
            <a:avLst/>
          </a:prstGeom>
          <a:ln w="12700">
            <a:solidFill>
              <a:srgbClr val="158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A5D46F59-364E-74DF-A603-1E1C966252EB}"/>
              </a:ext>
            </a:extLst>
          </p:cNvPr>
          <p:cNvSpPr txBox="1"/>
          <p:nvPr/>
        </p:nvSpPr>
        <p:spPr>
          <a:xfrm>
            <a:off x="2587805" y="310118"/>
            <a:ext cx="12442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20-year return period</a:t>
            </a:r>
            <a:endParaRPr lang="en-GB" sz="800" dirty="0">
              <a:solidFill>
                <a:srgbClr val="333333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F2479BC-B6C5-6870-44DB-2EC1787ED6C2}"/>
              </a:ext>
            </a:extLst>
          </p:cNvPr>
          <p:cNvSpPr/>
          <p:nvPr/>
        </p:nvSpPr>
        <p:spPr>
          <a:xfrm>
            <a:off x="2278858" y="504198"/>
            <a:ext cx="360000" cy="90000"/>
          </a:xfrm>
          <a:prstGeom prst="rect">
            <a:avLst/>
          </a:prstGeom>
          <a:solidFill>
            <a:srgbClr val="0505CE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.</a:t>
            </a:r>
            <a:endParaRPr lang="en-GB" dirty="0"/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FAFB569D-EC0A-7B26-3CCE-FE69C05ED435}"/>
              </a:ext>
            </a:extLst>
          </p:cNvPr>
          <p:cNvCxnSpPr>
            <a:cxnSpLocks/>
          </p:cNvCxnSpPr>
          <p:nvPr/>
        </p:nvCxnSpPr>
        <p:spPr>
          <a:xfrm>
            <a:off x="2278858" y="549198"/>
            <a:ext cx="360000" cy="0"/>
          </a:xfrm>
          <a:prstGeom prst="line">
            <a:avLst/>
          </a:prstGeom>
          <a:ln w="12700">
            <a:solidFill>
              <a:srgbClr val="050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4F77D09B-7342-3D1A-41F4-C8A9CACBFECF}"/>
              </a:ext>
            </a:extLst>
          </p:cNvPr>
          <p:cNvSpPr txBox="1"/>
          <p:nvPr/>
        </p:nvSpPr>
        <p:spPr>
          <a:xfrm>
            <a:off x="2587805" y="441476"/>
            <a:ext cx="12442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50-year return period</a:t>
            </a:r>
            <a:endParaRPr lang="en-GB" sz="800" dirty="0">
              <a:solidFill>
                <a:srgbClr val="333333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31F2D9F-A790-887B-DA17-310F988188AD}"/>
              </a:ext>
            </a:extLst>
          </p:cNvPr>
          <p:cNvSpPr/>
          <p:nvPr/>
        </p:nvSpPr>
        <p:spPr>
          <a:xfrm>
            <a:off x="2278858" y="635699"/>
            <a:ext cx="360000" cy="90000"/>
          </a:xfrm>
          <a:prstGeom prst="rect">
            <a:avLst/>
          </a:prstGeom>
          <a:solidFill>
            <a:srgbClr val="077D7D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.</a:t>
            </a:r>
            <a:endParaRPr lang="en-GB" dirty="0"/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38D8DD8-0A86-C096-F585-EDA547A8F43E}"/>
              </a:ext>
            </a:extLst>
          </p:cNvPr>
          <p:cNvCxnSpPr>
            <a:cxnSpLocks/>
          </p:cNvCxnSpPr>
          <p:nvPr/>
        </p:nvCxnSpPr>
        <p:spPr>
          <a:xfrm>
            <a:off x="2278858" y="680699"/>
            <a:ext cx="360000" cy="0"/>
          </a:xfrm>
          <a:prstGeom prst="line">
            <a:avLst/>
          </a:prstGeom>
          <a:ln w="12700">
            <a:solidFill>
              <a:srgbClr val="077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2D2D17C8-CD3D-E22F-EBA5-2BC01EC4F1B8}"/>
              </a:ext>
            </a:extLst>
          </p:cNvPr>
          <p:cNvSpPr txBox="1"/>
          <p:nvPr/>
        </p:nvSpPr>
        <p:spPr>
          <a:xfrm>
            <a:off x="2587805" y="572977"/>
            <a:ext cx="12442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100-year return period</a:t>
            </a:r>
            <a:endParaRPr lang="en-GB" sz="800" dirty="0">
              <a:solidFill>
                <a:srgbClr val="333333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3" name="Picture 2" descr="A graph of a line&#10;&#10;AI-generated content may be incorrect.">
            <a:extLst>
              <a:ext uri="{FF2B5EF4-FFF2-40B4-BE49-F238E27FC236}">
                <a16:creationId xmlns:a16="http://schemas.microsoft.com/office/drawing/2014/main" id="{2AC779A3-2F78-CEFF-DADF-B1AF64D891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97" t="10981" r="9294" b="9554"/>
          <a:stretch/>
        </p:blipFill>
        <p:spPr>
          <a:xfrm>
            <a:off x="600975" y="1423352"/>
            <a:ext cx="881078" cy="76481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CFD56CB-2BA5-3C24-4274-7CC3E331D223}"/>
              </a:ext>
            </a:extLst>
          </p:cNvPr>
          <p:cNvSpPr txBox="1"/>
          <p:nvPr/>
        </p:nvSpPr>
        <p:spPr>
          <a:xfrm>
            <a:off x="556918" y="2143505"/>
            <a:ext cx="15868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</a:t>
            </a:r>
            <a:endParaRPr lang="en-GB" sz="600" dirty="0">
              <a:solidFill>
                <a:srgbClr val="333333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DEE6FF-D6AA-D3A4-1B8F-F892AE389397}"/>
              </a:ext>
            </a:extLst>
          </p:cNvPr>
          <p:cNvSpPr txBox="1"/>
          <p:nvPr/>
        </p:nvSpPr>
        <p:spPr>
          <a:xfrm>
            <a:off x="720682" y="2143505"/>
            <a:ext cx="15868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</a:t>
            </a:r>
            <a:endParaRPr lang="en-GB" sz="600" dirty="0">
              <a:solidFill>
                <a:srgbClr val="333333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71727C-9004-3A14-698D-77D17BE5D7EC}"/>
              </a:ext>
            </a:extLst>
          </p:cNvPr>
          <p:cNvSpPr txBox="1"/>
          <p:nvPr/>
        </p:nvSpPr>
        <p:spPr>
          <a:xfrm>
            <a:off x="884446" y="2143505"/>
            <a:ext cx="15868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</a:t>
            </a:r>
            <a:endParaRPr lang="en-GB" sz="600" dirty="0">
              <a:solidFill>
                <a:srgbClr val="333333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24FE6F-76E9-183F-E2C2-8F82EB8E41D2}"/>
              </a:ext>
            </a:extLst>
          </p:cNvPr>
          <p:cNvSpPr txBox="1"/>
          <p:nvPr/>
        </p:nvSpPr>
        <p:spPr>
          <a:xfrm>
            <a:off x="1048210" y="2143505"/>
            <a:ext cx="15868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</a:t>
            </a:r>
            <a:endParaRPr lang="en-GB" sz="600" dirty="0">
              <a:solidFill>
                <a:srgbClr val="333333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DA8E06-AB13-6BC9-F39C-691A6BB7E371}"/>
              </a:ext>
            </a:extLst>
          </p:cNvPr>
          <p:cNvSpPr txBox="1"/>
          <p:nvPr/>
        </p:nvSpPr>
        <p:spPr>
          <a:xfrm>
            <a:off x="1211974" y="2143505"/>
            <a:ext cx="15868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4</a:t>
            </a:r>
            <a:endParaRPr lang="en-GB" sz="600" dirty="0">
              <a:solidFill>
                <a:srgbClr val="333333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A79853-4A16-E2A1-24AC-7446A89D913D}"/>
              </a:ext>
            </a:extLst>
          </p:cNvPr>
          <p:cNvSpPr txBox="1"/>
          <p:nvPr/>
        </p:nvSpPr>
        <p:spPr>
          <a:xfrm>
            <a:off x="1375738" y="2143505"/>
            <a:ext cx="15868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5</a:t>
            </a:r>
            <a:endParaRPr lang="en-GB" sz="600" dirty="0">
              <a:solidFill>
                <a:srgbClr val="333333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FED677-38B3-0F2F-3E5C-27D03445D9B1}"/>
              </a:ext>
            </a:extLst>
          </p:cNvPr>
          <p:cNvSpPr txBox="1"/>
          <p:nvPr/>
        </p:nvSpPr>
        <p:spPr>
          <a:xfrm>
            <a:off x="418373" y="1981171"/>
            <a:ext cx="26420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</a:t>
            </a:r>
            <a:endParaRPr lang="en-GB" sz="600" dirty="0">
              <a:solidFill>
                <a:srgbClr val="333333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5546F9-CB50-DD52-CC62-D6D659D21FB0}"/>
              </a:ext>
            </a:extLst>
          </p:cNvPr>
          <p:cNvSpPr txBox="1"/>
          <p:nvPr/>
        </p:nvSpPr>
        <p:spPr>
          <a:xfrm>
            <a:off x="418373" y="1587768"/>
            <a:ext cx="26420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10</a:t>
            </a:r>
            <a:endParaRPr lang="en-GB" sz="600" dirty="0">
              <a:solidFill>
                <a:srgbClr val="333333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FA3513-546F-C72F-3736-768F809B9239}"/>
              </a:ext>
            </a:extLst>
          </p:cNvPr>
          <p:cNvSpPr txBox="1"/>
          <p:nvPr/>
        </p:nvSpPr>
        <p:spPr>
          <a:xfrm>
            <a:off x="418373" y="1784470"/>
            <a:ext cx="26420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6</a:t>
            </a:r>
            <a:endParaRPr lang="en-GB" sz="600" dirty="0">
              <a:solidFill>
                <a:srgbClr val="333333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5C5868-E424-7CD4-5CDE-B799844A885B}"/>
              </a:ext>
            </a:extLst>
          </p:cNvPr>
          <p:cNvSpPr txBox="1"/>
          <p:nvPr/>
        </p:nvSpPr>
        <p:spPr>
          <a:xfrm>
            <a:off x="418373" y="1391066"/>
            <a:ext cx="26420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14</a:t>
            </a:r>
            <a:endParaRPr lang="en-GB" sz="600" dirty="0">
              <a:solidFill>
                <a:srgbClr val="333333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0856A1-FEA5-20B4-16FD-C9DA06B7AA9C}"/>
              </a:ext>
            </a:extLst>
          </p:cNvPr>
          <p:cNvSpPr txBox="1"/>
          <p:nvPr/>
        </p:nvSpPr>
        <p:spPr>
          <a:xfrm>
            <a:off x="1425170" y="1847599"/>
            <a:ext cx="5944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FB = 1</a:t>
            </a:r>
          </a:p>
          <a:p>
            <a:r>
              <a:rPr lang="en-US" sz="6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(perfect bias)</a:t>
            </a:r>
            <a:endParaRPr lang="en-GB" sz="600" dirty="0">
              <a:solidFill>
                <a:srgbClr val="333333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036828A-A657-178B-A1F5-BE26E3B05901}"/>
              </a:ext>
            </a:extLst>
          </p:cNvPr>
          <p:cNvCxnSpPr>
            <a:cxnSpLocks/>
          </p:cNvCxnSpPr>
          <p:nvPr/>
        </p:nvCxnSpPr>
        <p:spPr>
          <a:xfrm>
            <a:off x="1490493" y="2126102"/>
            <a:ext cx="342497" cy="0"/>
          </a:xfrm>
          <a:prstGeom prst="line">
            <a:avLst/>
          </a:prstGeom>
          <a:ln w="3175">
            <a:solidFill>
              <a:srgbClr val="333333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C3B6113-7DA5-DE91-03B2-E179F9027895}"/>
              </a:ext>
            </a:extLst>
          </p:cNvPr>
          <p:cNvCxnSpPr>
            <a:cxnSpLocks/>
          </p:cNvCxnSpPr>
          <p:nvPr/>
        </p:nvCxnSpPr>
        <p:spPr>
          <a:xfrm rot="10800000">
            <a:off x="30958" y="1283504"/>
            <a:ext cx="0" cy="933768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942BCEB-1125-4CA0-7CD8-6A4063077148}"/>
              </a:ext>
            </a:extLst>
          </p:cNvPr>
          <p:cNvSpPr txBox="1"/>
          <p:nvPr/>
        </p:nvSpPr>
        <p:spPr>
          <a:xfrm rot="16200000">
            <a:off x="-159185" y="2255249"/>
            <a:ext cx="38028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better</a:t>
            </a:r>
            <a:endParaRPr lang="en-GB" sz="6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DE335CC-8232-5A7B-BA6B-67F73B52FE52}"/>
              </a:ext>
            </a:extLst>
          </p:cNvPr>
          <p:cNvSpPr txBox="1"/>
          <p:nvPr/>
        </p:nvSpPr>
        <p:spPr>
          <a:xfrm>
            <a:off x="2461264" y="2368594"/>
            <a:ext cx="165686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AUC-ROC = 0.5 (no skill)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D0EFEF-B164-5D7D-C462-3BA20FE07E01}"/>
              </a:ext>
            </a:extLst>
          </p:cNvPr>
          <p:cNvSpPr txBox="1"/>
          <p:nvPr/>
        </p:nvSpPr>
        <p:spPr>
          <a:xfrm>
            <a:off x="-79321" y="776789"/>
            <a:ext cx="12442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a) Frequency bias</a:t>
            </a:r>
            <a:endParaRPr lang="en-GB" sz="800" dirty="0">
              <a:solidFill>
                <a:srgbClr val="333333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FFF771-21B0-7DFE-70D9-E959CBD2B2D8}"/>
              </a:ext>
            </a:extLst>
          </p:cNvPr>
          <p:cNvSpPr txBox="1"/>
          <p:nvPr/>
        </p:nvSpPr>
        <p:spPr>
          <a:xfrm>
            <a:off x="2025359" y="776789"/>
            <a:ext cx="209277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b) Area under the ROC curve</a:t>
            </a:r>
            <a:endParaRPr lang="en-GB" sz="800" dirty="0">
              <a:solidFill>
                <a:srgbClr val="333333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382BBAC-0F4E-A979-DC59-08506F4D434A}"/>
              </a:ext>
            </a:extLst>
          </p:cNvPr>
          <p:cNvSpPr txBox="1"/>
          <p:nvPr/>
        </p:nvSpPr>
        <p:spPr>
          <a:xfrm rot="16200000">
            <a:off x="1427556" y="1746022"/>
            <a:ext cx="1692243" cy="18466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AUC-ROC [-] </a:t>
            </a:r>
            <a:endParaRPr lang="en-GB" sz="6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B681E22-1678-D007-CB99-5A08F5ACD595}"/>
              </a:ext>
            </a:extLst>
          </p:cNvPr>
          <p:cNvGrpSpPr/>
          <p:nvPr/>
        </p:nvGrpSpPr>
        <p:grpSpPr>
          <a:xfrm>
            <a:off x="2086092" y="1178651"/>
            <a:ext cx="184666" cy="1238765"/>
            <a:chOff x="2025360" y="1676932"/>
            <a:chExt cx="184666" cy="1238765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40882ED-88AE-1428-CC8B-4153E0855D86}"/>
                </a:ext>
              </a:extLst>
            </p:cNvPr>
            <p:cNvCxnSpPr>
              <a:cxnSpLocks/>
            </p:cNvCxnSpPr>
            <p:nvPr/>
          </p:nvCxnSpPr>
          <p:spPr>
            <a:xfrm>
              <a:off x="2116360" y="1981929"/>
              <a:ext cx="0" cy="933768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  <a:head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774BF42-470D-0D2F-0E8F-51C3D1A1FEBE}"/>
                </a:ext>
              </a:extLst>
            </p:cNvPr>
            <p:cNvSpPr txBox="1"/>
            <p:nvPr/>
          </p:nvSpPr>
          <p:spPr>
            <a:xfrm rot="16200000">
              <a:off x="1927550" y="1774742"/>
              <a:ext cx="380285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better</a:t>
              </a:r>
              <a:endParaRPr lang="en-GB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1F88BE76-F612-4EDE-475B-2CDCA7A4AC03}"/>
              </a:ext>
            </a:extLst>
          </p:cNvPr>
          <p:cNvSpPr txBox="1"/>
          <p:nvPr/>
        </p:nvSpPr>
        <p:spPr>
          <a:xfrm>
            <a:off x="284056" y="2714875"/>
            <a:ext cx="134317" cy="15300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600" dirty="0">
              <a:solidFill>
                <a:srgbClr val="333333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861819-C13A-4211-B3E9-87674CC9E37D}"/>
              </a:ext>
            </a:extLst>
          </p:cNvPr>
          <p:cNvSpPr txBox="1"/>
          <p:nvPr/>
        </p:nvSpPr>
        <p:spPr>
          <a:xfrm>
            <a:off x="237763" y="2650968"/>
            <a:ext cx="19457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9D0017-9156-BDB4-636F-ED86CE8CE57C}"/>
              </a:ext>
            </a:extLst>
          </p:cNvPr>
          <p:cNvSpPr txBox="1"/>
          <p:nvPr/>
        </p:nvSpPr>
        <p:spPr>
          <a:xfrm>
            <a:off x="2418173" y="2708235"/>
            <a:ext cx="134317" cy="15300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600" dirty="0">
              <a:solidFill>
                <a:srgbClr val="333333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88E6EB5-936B-D36B-D075-177C9C23B59D}"/>
              </a:ext>
            </a:extLst>
          </p:cNvPr>
          <p:cNvSpPr txBox="1"/>
          <p:nvPr/>
        </p:nvSpPr>
        <p:spPr>
          <a:xfrm>
            <a:off x="2371880" y="2644328"/>
            <a:ext cx="19457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4122425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89</Words>
  <Application>Microsoft Office PowerPoint</Application>
  <PresentationFormat>Custom</PresentationFormat>
  <Paragraphs>33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Fatima Pillosu</dc:creator>
  <cp:lastModifiedBy>Fatima Maria Pillosu</cp:lastModifiedBy>
  <cp:revision>1</cp:revision>
  <dcterms:created xsi:type="dcterms:W3CDTF">2025-05-24T14:45:51Z</dcterms:created>
  <dcterms:modified xsi:type="dcterms:W3CDTF">2026-01-26T22:22:50Z</dcterms:modified>
</cp:coreProperties>
</file>