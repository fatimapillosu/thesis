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4140200" cy="1166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11743-E8FB-44BE-A4B7-2C940C7D4436}" v="16" dt="2026-01-22T12:40:31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>
        <p:scale>
          <a:sx n="117" d="100"/>
          <a:sy n="117" d="100"/>
        </p:scale>
        <p:origin x="2419" y="13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custSel modSld">
      <pc:chgData name="Fatima Pillosu" userId="a6295d4dc9e22643" providerId="LiveId" clId="{87453732-75AC-4426-B5D3-B7C69C2D4F54}" dt="2026-01-22T12:40:31.254" v="188"/>
      <pc:docMkLst>
        <pc:docMk/>
      </pc:docMkLst>
      <pc:sldChg chg="addSp delSp modSp mod">
        <pc:chgData name="Fatima Pillosu" userId="a6295d4dc9e22643" providerId="LiveId" clId="{87453732-75AC-4426-B5D3-B7C69C2D4F54}" dt="2026-01-22T12:40:31.254" v="188"/>
        <pc:sldMkLst>
          <pc:docMk/>
          <pc:sldMk cId="3020345181" sldId="257"/>
        </pc:sldMkLst>
        <pc:spChg chg="add del">
          <ac:chgData name="Fatima Pillosu" userId="a6295d4dc9e22643" providerId="LiveId" clId="{87453732-75AC-4426-B5D3-B7C69C2D4F54}" dt="2026-01-22T12:40:19.532" v="186" actId="478"/>
          <ac:spMkLst>
            <pc:docMk/>
            <pc:sldMk cId="3020345181" sldId="257"/>
            <ac:spMk id="3" creationId="{201F1A4E-13DE-B881-CE02-8FB690A7316D}"/>
          </ac:spMkLst>
        </pc:spChg>
        <pc:graphicFrameChg chg="add del mod">
          <ac:chgData name="Fatima Pillosu" userId="a6295d4dc9e22643" providerId="LiveId" clId="{87453732-75AC-4426-B5D3-B7C69C2D4F54}" dt="2026-01-22T12:40:04.847" v="184" actId="478"/>
          <ac:graphicFrameMkLst>
            <pc:docMk/>
            <pc:sldMk cId="3020345181" sldId="257"/>
            <ac:graphicFrameMk id="2" creationId="{89655989-E54B-A75B-BE38-130DE0F0D377}"/>
          </ac:graphicFrameMkLst>
        </pc:graphicFrameChg>
        <pc:graphicFrameChg chg="del mod modGraphic">
          <ac:chgData name="Fatima Pillosu" userId="a6295d4dc9e22643" providerId="LiveId" clId="{87453732-75AC-4426-B5D3-B7C69C2D4F54}" dt="2026-01-22T12:40:21.722" v="187" actId="21"/>
          <ac:graphicFrameMkLst>
            <pc:docMk/>
            <pc:sldMk cId="3020345181" sldId="257"/>
            <ac:graphicFrameMk id="4" creationId="{15623DAB-A4E1-DF1C-9B96-E2C1CE9DE49A}"/>
          </ac:graphicFrameMkLst>
        </pc:graphicFrameChg>
        <pc:graphicFrameChg chg="add mod">
          <ac:chgData name="Fatima Pillosu" userId="a6295d4dc9e22643" providerId="LiveId" clId="{87453732-75AC-4426-B5D3-B7C69C2D4F54}" dt="2026-01-22T12:40:31.254" v="188"/>
          <ac:graphicFrameMkLst>
            <pc:docMk/>
            <pc:sldMk cId="3020345181" sldId="257"/>
            <ac:graphicFrameMk id="5" creationId="{15623DAB-A4E1-DF1C-9B96-E2C1CE9DE49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525" y="190958"/>
            <a:ext cx="3105150" cy="406224"/>
          </a:xfrm>
        </p:spPr>
        <p:txBody>
          <a:bodyPr anchor="b"/>
          <a:lstStyle>
            <a:lvl1pPr algn="ctr">
              <a:defRPr sz="10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612847"/>
            <a:ext cx="3105150" cy="281710"/>
          </a:xfrm>
        </p:spPr>
        <p:txBody>
          <a:bodyPr/>
          <a:lstStyle>
            <a:lvl1pPr marL="0" indent="0" algn="ctr">
              <a:buNone/>
              <a:defRPr sz="408"/>
            </a:lvl1pPr>
            <a:lvl2pPr marL="77770" indent="0" algn="ctr">
              <a:buNone/>
              <a:defRPr sz="340"/>
            </a:lvl2pPr>
            <a:lvl3pPr marL="155539" indent="0" algn="ctr">
              <a:buNone/>
              <a:defRPr sz="306"/>
            </a:lvl3pPr>
            <a:lvl4pPr marL="233309" indent="0" algn="ctr">
              <a:buNone/>
              <a:defRPr sz="272"/>
            </a:lvl4pPr>
            <a:lvl5pPr marL="311079" indent="0" algn="ctr">
              <a:buNone/>
              <a:defRPr sz="272"/>
            </a:lvl5pPr>
            <a:lvl6pPr marL="388849" indent="0" algn="ctr">
              <a:buNone/>
              <a:defRPr sz="272"/>
            </a:lvl6pPr>
            <a:lvl7pPr marL="466618" indent="0" algn="ctr">
              <a:buNone/>
              <a:defRPr sz="272"/>
            </a:lvl7pPr>
            <a:lvl8pPr marL="544388" indent="0" algn="ctr">
              <a:buNone/>
              <a:defRPr sz="272"/>
            </a:lvl8pPr>
            <a:lvl9pPr marL="622158" indent="0" algn="ctr">
              <a:buNone/>
              <a:defRPr sz="2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69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40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290893"/>
            <a:ext cx="3570923" cy="485362"/>
          </a:xfrm>
        </p:spPr>
        <p:txBody>
          <a:bodyPr anchor="b"/>
          <a:lstStyle>
            <a:lvl1pPr>
              <a:defRPr sz="10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780847"/>
            <a:ext cx="3570923" cy="255240"/>
          </a:xfrm>
        </p:spPr>
        <p:txBody>
          <a:bodyPr/>
          <a:lstStyle>
            <a:lvl1pPr marL="0" indent="0">
              <a:buNone/>
              <a:defRPr sz="408">
                <a:solidFill>
                  <a:schemeClr val="tx1">
                    <a:tint val="82000"/>
                  </a:schemeClr>
                </a:solidFill>
              </a:defRPr>
            </a:lvl1pPr>
            <a:lvl2pPr marL="77770" indent="0">
              <a:buNone/>
              <a:defRPr sz="340">
                <a:solidFill>
                  <a:schemeClr val="tx1">
                    <a:tint val="82000"/>
                  </a:schemeClr>
                </a:solidFill>
              </a:defRPr>
            </a:lvl2pPr>
            <a:lvl3pPr marL="155539" indent="0">
              <a:buNone/>
              <a:defRPr sz="306">
                <a:solidFill>
                  <a:schemeClr val="tx1">
                    <a:tint val="82000"/>
                  </a:schemeClr>
                </a:solidFill>
              </a:defRPr>
            </a:lvl3pPr>
            <a:lvl4pPr marL="233309" indent="0">
              <a:buNone/>
              <a:defRPr sz="272">
                <a:solidFill>
                  <a:schemeClr val="tx1">
                    <a:tint val="82000"/>
                  </a:schemeClr>
                </a:solidFill>
              </a:defRPr>
            </a:lvl4pPr>
            <a:lvl5pPr marL="311079" indent="0">
              <a:buNone/>
              <a:defRPr sz="272">
                <a:solidFill>
                  <a:schemeClr val="tx1">
                    <a:tint val="82000"/>
                  </a:schemeClr>
                </a:solidFill>
              </a:defRPr>
            </a:lvl5pPr>
            <a:lvl6pPr marL="388849" indent="0">
              <a:buNone/>
              <a:defRPr sz="272">
                <a:solidFill>
                  <a:schemeClr val="tx1">
                    <a:tint val="82000"/>
                  </a:schemeClr>
                </a:solidFill>
              </a:defRPr>
            </a:lvl6pPr>
            <a:lvl7pPr marL="466618" indent="0">
              <a:buNone/>
              <a:defRPr sz="272">
                <a:solidFill>
                  <a:schemeClr val="tx1">
                    <a:tint val="82000"/>
                  </a:schemeClr>
                </a:solidFill>
              </a:defRPr>
            </a:lvl7pPr>
            <a:lvl8pPr marL="544388" indent="0">
              <a:buNone/>
              <a:defRPr sz="272">
                <a:solidFill>
                  <a:schemeClr val="tx1">
                    <a:tint val="82000"/>
                  </a:schemeClr>
                </a:solidFill>
              </a:defRPr>
            </a:lvl8pPr>
            <a:lvl9pPr marL="622158" indent="0">
              <a:buNone/>
              <a:defRPr sz="2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30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310610"/>
            <a:ext cx="1759585" cy="7403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310610"/>
            <a:ext cx="1759585" cy="7403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17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62122"/>
            <a:ext cx="3570923" cy="2255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8" y="286031"/>
            <a:ext cx="1751499" cy="140180"/>
          </a:xfrm>
        </p:spPr>
        <p:txBody>
          <a:bodyPr anchor="b"/>
          <a:lstStyle>
            <a:lvl1pPr marL="0" indent="0">
              <a:buNone/>
              <a:defRPr sz="408" b="1"/>
            </a:lvl1pPr>
            <a:lvl2pPr marL="77770" indent="0">
              <a:buNone/>
              <a:defRPr sz="340" b="1"/>
            </a:lvl2pPr>
            <a:lvl3pPr marL="155539" indent="0">
              <a:buNone/>
              <a:defRPr sz="306" b="1"/>
            </a:lvl3pPr>
            <a:lvl4pPr marL="233309" indent="0">
              <a:buNone/>
              <a:defRPr sz="272" b="1"/>
            </a:lvl4pPr>
            <a:lvl5pPr marL="311079" indent="0">
              <a:buNone/>
              <a:defRPr sz="272" b="1"/>
            </a:lvl5pPr>
            <a:lvl6pPr marL="388849" indent="0">
              <a:buNone/>
              <a:defRPr sz="272" b="1"/>
            </a:lvl6pPr>
            <a:lvl7pPr marL="466618" indent="0">
              <a:buNone/>
              <a:defRPr sz="272" b="1"/>
            </a:lvl7pPr>
            <a:lvl8pPr marL="544388" indent="0">
              <a:buNone/>
              <a:defRPr sz="272" b="1"/>
            </a:lvl8pPr>
            <a:lvl9pPr marL="622158" indent="0">
              <a:buNone/>
              <a:defRPr sz="2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8" y="426211"/>
            <a:ext cx="1751499" cy="626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6" y="286031"/>
            <a:ext cx="1760124" cy="140180"/>
          </a:xfrm>
        </p:spPr>
        <p:txBody>
          <a:bodyPr anchor="b"/>
          <a:lstStyle>
            <a:lvl1pPr marL="0" indent="0">
              <a:buNone/>
              <a:defRPr sz="408" b="1"/>
            </a:lvl1pPr>
            <a:lvl2pPr marL="77770" indent="0">
              <a:buNone/>
              <a:defRPr sz="340" b="1"/>
            </a:lvl2pPr>
            <a:lvl3pPr marL="155539" indent="0">
              <a:buNone/>
              <a:defRPr sz="306" b="1"/>
            </a:lvl3pPr>
            <a:lvl4pPr marL="233309" indent="0">
              <a:buNone/>
              <a:defRPr sz="272" b="1"/>
            </a:lvl4pPr>
            <a:lvl5pPr marL="311079" indent="0">
              <a:buNone/>
              <a:defRPr sz="272" b="1"/>
            </a:lvl5pPr>
            <a:lvl6pPr marL="388849" indent="0">
              <a:buNone/>
              <a:defRPr sz="272" b="1"/>
            </a:lvl6pPr>
            <a:lvl7pPr marL="466618" indent="0">
              <a:buNone/>
              <a:defRPr sz="272" b="1"/>
            </a:lvl7pPr>
            <a:lvl8pPr marL="544388" indent="0">
              <a:buNone/>
              <a:defRPr sz="272" b="1"/>
            </a:lvl8pPr>
            <a:lvl9pPr marL="622158" indent="0">
              <a:buNone/>
              <a:defRPr sz="2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6" y="426211"/>
            <a:ext cx="1760124" cy="626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16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537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75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77788"/>
            <a:ext cx="1335322" cy="272256"/>
          </a:xfrm>
        </p:spPr>
        <p:txBody>
          <a:bodyPr anchor="b"/>
          <a:lstStyle>
            <a:lvl1pPr>
              <a:defRPr sz="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168000"/>
            <a:ext cx="2095976" cy="829193"/>
          </a:xfrm>
        </p:spPr>
        <p:txBody>
          <a:bodyPr/>
          <a:lstStyle>
            <a:lvl1pPr>
              <a:defRPr sz="544"/>
            </a:lvl1pPr>
            <a:lvl2pPr>
              <a:defRPr sz="476"/>
            </a:lvl2pPr>
            <a:lvl3pPr>
              <a:defRPr sz="408"/>
            </a:lvl3pPr>
            <a:lvl4pPr>
              <a:defRPr sz="340"/>
            </a:lvl4pPr>
            <a:lvl5pPr>
              <a:defRPr sz="340"/>
            </a:lvl5pPr>
            <a:lvl6pPr>
              <a:defRPr sz="340"/>
            </a:lvl6pPr>
            <a:lvl7pPr>
              <a:defRPr sz="340"/>
            </a:lvl7pPr>
            <a:lvl8pPr>
              <a:defRPr sz="340"/>
            </a:lvl8pPr>
            <a:lvl9pPr>
              <a:defRPr sz="3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350044"/>
            <a:ext cx="1335322" cy="648500"/>
          </a:xfrm>
        </p:spPr>
        <p:txBody>
          <a:bodyPr/>
          <a:lstStyle>
            <a:lvl1pPr marL="0" indent="0">
              <a:buNone/>
              <a:defRPr sz="272"/>
            </a:lvl1pPr>
            <a:lvl2pPr marL="77770" indent="0">
              <a:buNone/>
              <a:defRPr sz="238"/>
            </a:lvl2pPr>
            <a:lvl3pPr marL="155539" indent="0">
              <a:buNone/>
              <a:defRPr sz="204"/>
            </a:lvl3pPr>
            <a:lvl4pPr marL="233309" indent="0">
              <a:buNone/>
              <a:defRPr sz="170"/>
            </a:lvl4pPr>
            <a:lvl5pPr marL="311079" indent="0">
              <a:buNone/>
              <a:defRPr sz="170"/>
            </a:lvl5pPr>
            <a:lvl6pPr marL="388849" indent="0">
              <a:buNone/>
              <a:defRPr sz="170"/>
            </a:lvl6pPr>
            <a:lvl7pPr marL="466618" indent="0">
              <a:buNone/>
              <a:defRPr sz="170"/>
            </a:lvl7pPr>
            <a:lvl8pPr marL="544388" indent="0">
              <a:buNone/>
              <a:defRPr sz="170"/>
            </a:lvl8pPr>
            <a:lvl9pPr marL="622158" indent="0">
              <a:buNone/>
              <a:defRPr sz="1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321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77788"/>
            <a:ext cx="1335322" cy="272256"/>
          </a:xfrm>
        </p:spPr>
        <p:txBody>
          <a:bodyPr anchor="b"/>
          <a:lstStyle>
            <a:lvl1pPr>
              <a:defRPr sz="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168000"/>
            <a:ext cx="2095976" cy="829193"/>
          </a:xfrm>
        </p:spPr>
        <p:txBody>
          <a:bodyPr anchor="t"/>
          <a:lstStyle>
            <a:lvl1pPr marL="0" indent="0">
              <a:buNone/>
              <a:defRPr sz="544"/>
            </a:lvl1pPr>
            <a:lvl2pPr marL="77770" indent="0">
              <a:buNone/>
              <a:defRPr sz="476"/>
            </a:lvl2pPr>
            <a:lvl3pPr marL="155539" indent="0">
              <a:buNone/>
              <a:defRPr sz="408"/>
            </a:lvl3pPr>
            <a:lvl4pPr marL="233309" indent="0">
              <a:buNone/>
              <a:defRPr sz="340"/>
            </a:lvl4pPr>
            <a:lvl5pPr marL="311079" indent="0">
              <a:buNone/>
              <a:defRPr sz="340"/>
            </a:lvl5pPr>
            <a:lvl6pPr marL="388849" indent="0">
              <a:buNone/>
              <a:defRPr sz="340"/>
            </a:lvl6pPr>
            <a:lvl7pPr marL="466618" indent="0">
              <a:buNone/>
              <a:defRPr sz="340"/>
            </a:lvl7pPr>
            <a:lvl8pPr marL="544388" indent="0">
              <a:buNone/>
              <a:defRPr sz="340"/>
            </a:lvl8pPr>
            <a:lvl9pPr marL="622158" indent="0">
              <a:buNone/>
              <a:defRPr sz="3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350044"/>
            <a:ext cx="1335322" cy="648500"/>
          </a:xfrm>
        </p:spPr>
        <p:txBody>
          <a:bodyPr/>
          <a:lstStyle>
            <a:lvl1pPr marL="0" indent="0">
              <a:buNone/>
              <a:defRPr sz="272"/>
            </a:lvl1pPr>
            <a:lvl2pPr marL="77770" indent="0">
              <a:buNone/>
              <a:defRPr sz="238"/>
            </a:lvl2pPr>
            <a:lvl3pPr marL="155539" indent="0">
              <a:buNone/>
              <a:defRPr sz="204"/>
            </a:lvl3pPr>
            <a:lvl4pPr marL="233309" indent="0">
              <a:buNone/>
              <a:defRPr sz="170"/>
            </a:lvl4pPr>
            <a:lvl5pPr marL="311079" indent="0">
              <a:buNone/>
              <a:defRPr sz="170"/>
            </a:lvl5pPr>
            <a:lvl6pPr marL="388849" indent="0">
              <a:buNone/>
              <a:defRPr sz="170"/>
            </a:lvl6pPr>
            <a:lvl7pPr marL="466618" indent="0">
              <a:buNone/>
              <a:defRPr sz="170"/>
            </a:lvl7pPr>
            <a:lvl8pPr marL="544388" indent="0">
              <a:buNone/>
              <a:defRPr sz="170"/>
            </a:lvl8pPr>
            <a:lvl9pPr marL="622158" indent="0">
              <a:buNone/>
              <a:defRPr sz="1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508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69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0" y="62122"/>
            <a:ext cx="892731" cy="9888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62122"/>
            <a:ext cx="2626439" cy="9888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59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62122"/>
            <a:ext cx="3570923" cy="225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310610"/>
            <a:ext cx="3570923" cy="740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1081463"/>
            <a:ext cx="931545" cy="62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3EBC5-2BAE-4ECB-A995-B52653FE7498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1081463"/>
            <a:ext cx="1397318" cy="62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1081463"/>
            <a:ext cx="931545" cy="62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48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55539" rtl="0" eaLnBrk="1" latinLnBrk="0" hangingPunct="1">
        <a:lnSpc>
          <a:spcPct val="90000"/>
        </a:lnSpc>
        <a:spcBef>
          <a:spcPct val="0"/>
        </a:spcBef>
        <a:buNone/>
        <a:defRPr sz="7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885" indent="-38885" algn="l" defTabSz="155539" rtl="0" eaLnBrk="1" latinLnBrk="0" hangingPunct="1">
        <a:lnSpc>
          <a:spcPct val="90000"/>
        </a:lnSpc>
        <a:spcBef>
          <a:spcPts val="170"/>
        </a:spcBef>
        <a:buFont typeface="Arial" panose="020B0604020202020204" pitchFamily="34" charset="0"/>
        <a:buChar char="•"/>
        <a:defRPr sz="476" kern="1200">
          <a:solidFill>
            <a:schemeClr val="tx1"/>
          </a:solidFill>
          <a:latin typeface="+mn-lt"/>
          <a:ea typeface="+mn-ea"/>
          <a:cs typeface="+mn-cs"/>
        </a:defRPr>
      </a:lvl1pPr>
      <a:lvl2pPr marL="116655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408" kern="1200">
          <a:solidFill>
            <a:schemeClr val="tx1"/>
          </a:solidFill>
          <a:latin typeface="+mn-lt"/>
          <a:ea typeface="+mn-ea"/>
          <a:cs typeface="+mn-cs"/>
        </a:defRPr>
      </a:lvl2pPr>
      <a:lvl3pPr marL="194424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340" kern="1200">
          <a:solidFill>
            <a:schemeClr val="tx1"/>
          </a:solidFill>
          <a:latin typeface="+mn-lt"/>
          <a:ea typeface="+mn-ea"/>
          <a:cs typeface="+mn-cs"/>
        </a:defRPr>
      </a:lvl3pPr>
      <a:lvl4pPr marL="272194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306" kern="1200">
          <a:solidFill>
            <a:schemeClr val="tx1"/>
          </a:solidFill>
          <a:latin typeface="+mn-lt"/>
          <a:ea typeface="+mn-ea"/>
          <a:cs typeface="+mn-cs"/>
        </a:defRPr>
      </a:lvl4pPr>
      <a:lvl5pPr marL="349964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306" kern="1200">
          <a:solidFill>
            <a:schemeClr val="tx1"/>
          </a:solidFill>
          <a:latin typeface="+mn-lt"/>
          <a:ea typeface="+mn-ea"/>
          <a:cs typeface="+mn-cs"/>
        </a:defRPr>
      </a:lvl5pPr>
      <a:lvl6pPr marL="427733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306" kern="1200">
          <a:solidFill>
            <a:schemeClr val="tx1"/>
          </a:solidFill>
          <a:latin typeface="+mn-lt"/>
          <a:ea typeface="+mn-ea"/>
          <a:cs typeface="+mn-cs"/>
        </a:defRPr>
      </a:lvl6pPr>
      <a:lvl7pPr marL="505503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306" kern="1200">
          <a:solidFill>
            <a:schemeClr val="tx1"/>
          </a:solidFill>
          <a:latin typeface="+mn-lt"/>
          <a:ea typeface="+mn-ea"/>
          <a:cs typeface="+mn-cs"/>
        </a:defRPr>
      </a:lvl7pPr>
      <a:lvl8pPr marL="583273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306" kern="1200">
          <a:solidFill>
            <a:schemeClr val="tx1"/>
          </a:solidFill>
          <a:latin typeface="+mn-lt"/>
          <a:ea typeface="+mn-ea"/>
          <a:cs typeface="+mn-cs"/>
        </a:defRPr>
      </a:lvl8pPr>
      <a:lvl9pPr marL="661043" indent="-38885" algn="l" defTabSz="155539" rtl="0" eaLnBrk="1" latinLnBrk="0" hangingPunct="1">
        <a:lnSpc>
          <a:spcPct val="90000"/>
        </a:lnSpc>
        <a:spcBef>
          <a:spcPts val="85"/>
        </a:spcBef>
        <a:buFont typeface="Arial" panose="020B0604020202020204" pitchFamily="34" charset="0"/>
        <a:buChar char="•"/>
        <a:defRPr sz="3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1pPr>
      <a:lvl2pPr marL="77770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2pPr>
      <a:lvl3pPr marL="155539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3pPr>
      <a:lvl4pPr marL="233309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4pPr>
      <a:lvl5pPr marL="311079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5pPr>
      <a:lvl6pPr marL="388849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6pPr>
      <a:lvl7pPr marL="466618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7pPr>
      <a:lvl8pPr marL="544388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8pPr>
      <a:lvl9pPr marL="622158" algn="l" defTabSz="155539" rtl="0" eaLnBrk="1" latinLnBrk="0" hangingPunct="1">
        <a:defRPr sz="3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623DAB-A4E1-DF1C-9B96-E2C1CE9DE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856996"/>
              </p:ext>
            </p:extLst>
          </p:nvPr>
        </p:nvGraphicFramePr>
        <p:xfrm>
          <a:off x="0" y="-1"/>
          <a:ext cx="4140200" cy="1166002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849086">
                  <a:extLst>
                    <a:ext uri="{9D8B030D-6E8A-4147-A177-3AD203B41FA5}">
                      <a16:colId xmlns:a16="http://schemas.microsoft.com/office/drawing/2014/main" val="1267378530"/>
                    </a:ext>
                  </a:extLst>
                </a:gridCol>
                <a:gridCol w="548519">
                  <a:extLst>
                    <a:ext uri="{9D8B030D-6E8A-4147-A177-3AD203B41FA5}">
                      <a16:colId xmlns:a16="http://schemas.microsoft.com/office/drawing/2014/main" val="3011250887"/>
                    </a:ext>
                  </a:extLst>
                </a:gridCol>
                <a:gridCol w="548519">
                  <a:extLst>
                    <a:ext uri="{9D8B030D-6E8A-4147-A177-3AD203B41FA5}">
                      <a16:colId xmlns:a16="http://schemas.microsoft.com/office/drawing/2014/main" val="807424066"/>
                    </a:ext>
                  </a:extLst>
                </a:gridCol>
                <a:gridCol w="548519">
                  <a:extLst>
                    <a:ext uri="{9D8B030D-6E8A-4147-A177-3AD203B41FA5}">
                      <a16:colId xmlns:a16="http://schemas.microsoft.com/office/drawing/2014/main" val="3006605763"/>
                    </a:ext>
                  </a:extLst>
                </a:gridCol>
                <a:gridCol w="548519">
                  <a:extLst>
                    <a:ext uri="{9D8B030D-6E8A-4147-A177-3AD203B41FA5}">
                      <a16:colId xmlns:a16="http://schemas.microsoft.com/office/drawing/2014/main" val="999509121"/>
                    </a:ext>
                  </a:extLst>
                </a:gridCol>
                <a:gridCol w="548519">
                  <a:extLst>
                    <a:ext uri="{9D8B030D-6E8A-4147-A177-3AD203B41FA5}">
                      <a16:colId xmlns:a16="http://schemas.microsoft.com/office/drawing/2014/main" val="13591480"/>
                    </a:ext>
                  </a:extLst>
                </a:gridCol>
                <a:gridCol w="548519">
                  <a:extLst>
                    <a:ext uri="{9D8B030D-6E8A-4147-A177-3AD203B41FA5}">
                      <a16:colId xmlns:a16="http://schemas.microsoft.com/office/drawing/2014/main" val="1740131756"/>
                    </a:ext>
                  </a:extLst>
                </a:gridCol>
              </a:tblGrid>
              <a:tr h="583001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Percentiles</a:t>
                      </a:r>
                    </a:p>
                    <a:p>
                      <a:pPr algn="ctr"/>
                      <a:r>
                        <a:rPr lang="en-US" sz="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(in %)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99.726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99.945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99.973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99.986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99.995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99.997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27578"/>
                  </a:ext>
                </a:extLst>
              </a:tr>
              <a:tr h="583001"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Equivalent Return Period (in years)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10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" panose="020B0504020202020204" pitchFamily="34" charset="0"/>
                        </a:rPr>
                        <a:t>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776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34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Next LT Pro</vt:lpstr>
      <vt:lpstr>Avenir Next LT Pro Demi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4</cp:revision>
  <dcterms:created xsi:type="dcterms:W3CDTF">2025-05-13T10:40:36Z</dcterms:created>
  <dcterms:modified xsi:type="dcterms:W3CDTF">2026-01-22T12:40:33Z</dcterms:modified>
</cp:coreProperties>
</file>