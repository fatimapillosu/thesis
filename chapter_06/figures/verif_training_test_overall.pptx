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</p:sldIdLst>
  <p:sldSz cx="4140200" cy="59039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F2F2F2"/>
    <a:srgbClr val="E4E4E4"/>
    <a:srgbClr val="333333"/>
    <a:srgbClr val="FEFAF4"/>
    <a:srgbClr val="FCEEDC"/>
    <a:srgbClr val="F9DEBD"/>
    <a:srgbClr val="E98A15"/>
    <a:srgbClr val="2CA5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3C141E-0375-439C-ABB4-2AEF7A1F8DC9}" v="8" dt="2026-01-15T15:15:18.3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15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33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modSld">
      <pc:chgData name="Fatima Pillosu" userId="a6295d4dc9e22643" providerId="LiveId" clId="{87453732-75AC-4426-B5D3-B7C69C2D4F54}" dt="2026-01-15T15:15:52.884" v="120" actId="14100"/>
      <pc:docMkLst>
        <pc:docMk/>
      </pc:docMkLst>
      <pc:sldChg chg="addSp modSp mod">
        <pc:chgData name="Fatima Pillosu" userId="a6295d4dc9e22643" providerId="LiveId" clId="{87453732-75AC-4426-B5D3-B7C69C2D4F54}" dt="2026-01-15T15:15:52.884" v="120" actId="14100"/>
        <pc:sldMkLst>
          <pc:docMk/>
          <pc:sldMk cId="1077421182" sldId="256"/>
        </pc:sldMkLst>
        <pc:spChg chg="add mod">
          <ac:chgData name="Fatima Pillosu" userId="a6295d4dc9e22643" providerId="LiveId" clId="{87453732-75AC-4426-B5D3-B7C69C2D4F54}" dt="2026-01-15T15:11:24.927" v="13" actId="1076"/>
          <ac:spMkLst>
            <pc:docMk/>
            <pc:sldMk cId="1077421182" sldId="256"/>
            <ac:spMk id="2" creationId="{F594DD68-6077-B8F7-4559-E4BBDC6E9D6F}"/>
          </ac:spMkLst>
        </pc:spChg>
        <pc:spChg chg="mod">
          <ac:chgData name="Fatima Pillosu" userId="a6295d4dc9e22643" providerId="LiveId" clId="{87453732-75AC-4426-B5D3-B7C69C2D4F54}" dt="2026-01-15T15:12:53.972" v="59" actId="1038"/>
          <ac:spMkLst>
            <pc:docMk/>
            <pc:sldMk cId="1077421182" sldId="256"/>
            <ac:spMk id="5" creationId="{088AC917-5E14-0216-E94F-0A6308FF7DD7}"/>
          </ac:spMkLst>
        </pc:spChg>
        <pc:spChg chg="mod">
          <ac:chgData name="Fatima Pillosu" userId="a6295d4dc9e22643" providerId="LiveId" clId="{87453732-75AC-4426-B5D3-B7C69C2D4F54}" dt="2026-01-15T15:12:53.972" v="59" actId="1038"/>
          <ac:spMkLst>
            <pc:docMk/>
            <pc:sldMk cId="1077421182" sldId="256"/>
            <ac:spMk id="8" creationId="{E89F48B4-118E-1E08-9F04-54DC1299C344}"/>
          </ac:spMkLst>
        </pc:spChg>
        <pc:spChg chg="mod">
          <ac:chgData name="Fatima Pillosu" userId="a6295d4dc9e22643" providerId="LiveId" clId="{87453732-75AC-4426-B5D3-B7C69C2D4F54}" dt="2026-01-15T15:12:53.972" v="59" actId="1038"/>
          <ac:spMkLst>
            <pc:docMk/>
            <pc:sldMk cId="1077421182" sldId="256"/>
            <ac:spMk id="11" creationId="{32783AA5-937C-5379-74F8-AED22201A808}"/>
          </ac:spMkLst>
        </pc:spChg>
        <pc:spChg chg="mod">
          <ac:chgData name="Fatima Pillosu" userId="a6295d4dc9e22643" providerId="LiveId" clId="{87453732-75AC-4426-B5D3-B7C69C2D4F54}" dt="2026-01-15T15:13:09.285" v="88" actId="1036"/>
          <ac:spMkLst>
            <pc:docMk/>
            <pc:sldMk cId="1077421182" sldId="256"/>
            <ac:spMk id="14" creationId="{0B191BFA-9513-623C-547C-5559F1D0DB0B}"/>
          </ac:spMkLst>
        </pc:spChg>
        <pc:spChg chg="add mod">
          <ac:chgData name="Fatima Pillosu" userId="a6295d4dc9e22643" providerId="LiveId" clId="{87453732-75AC-4426-B5D3-B7C69C2D4F54}" dt="2026-01-15T15:11:42.715" v="15" actId="1076"/>
          <ac:spMkLst>
            <pc:docMk/>
            <pc:sldMk cId="1077421182" sldId="256"/>
            <ac:spMk id="15" creationId="{A1FA5D73-76D9-F5FC-CD81-0ADF5B5B845B}"/>
          </ac:spMkLst>
        </pc:spChg>
        <pc:spChg chg="add mod">
          <ac:chgData name="Fatima Pillosu" userId="a6295d4dc9e22643" providerId="LiveId" clId="{87453732-75AC-4426-B5D3-B7C69C2D4F54}" dt="2026-01-15T15:12:12.756" v="34" actId="20577"/>
          <ac:spMkLst>
            <pc:docMk/>
            <pc:sldMk cId="1077421182" sldId="256"/>
            <ac:spMk id="18" creationId="{11317708-710B-0818-A9AD-4B69D3FE07B9}"/>
          </ac:spMkLst>
        </pc:spChg>
        <pc:spChg chg="add mod">
          <ac:chgData name="Fatima Pillosu" userId="a6295d4dc9e22643" providerId="LiveId" clId="{87453732-75AC-4426-B5D3-B7C69C2D4F54}" dt="2026-01-15T15:13:01.294" v="72" actId="1038"/>
          <ac:spMkLst>
            <pc:docMk/>
            <pc:sldMk cId="1077421182" sldId="256"/>
            <ac:spMk id="19" creationId="{0181E6C9-305B-B00E-0E3B-2E6DB4B1BD3D}"/>
          </ac:spMkLst>
        </pc:spChg>
        <pc:spChg chg="add mod">
          <ac:chgData name="Fatima Pillosu" userId="a6295d4dc9e22643" providerId="LiveId" clId="{87453732-75AC-4426-B5D3-B7C69C2D4F54}" dt="2026-01-15T15:13:29.050" v="108" actId="1037"/>
          <ac:spMkLst>
            <pc:docMk/>
            <pc:sldMk cId="1077421182" sldId="256"/>
            <ac:spMk id="20" creationId="{C179A471-9FB0-A3D7-54EB-9A69D4D86A00}"/>
          </ac:spMkLst>
        </pc:spChg>
        <pc:cxnChg chg="add mod">
          <ac:chgData name="Fatima Pillosu" userId="a6295d4dc9e22643" providerId="LiveId" clId="{87453732-75AC-4426-B5D3-B7C69C2D4F54}" dt="2026-01-15T15:15:41.170" v="119" actId="14100"/>
          <ac:cxnSpMkLst>
            <pc:docMk/>
            <pc:sldMk cId="1077421182" sldId="256"/>
            <ac:cxnSpMk id="16" creationId="{2D6DAAB9-15DB-5843-6C26-5E435F057C02}"/>
          </ac:cxnSpMkLst>
        </pc:cxnChg>
        <pc:cxnChg chg="add mod">
          <ac:chgData name="Fatima Pillosu" userId="a6295d4dc9e22643" providerId="LiveId" clId="{87453732-75AC-4426-B5D3-B7C69C2D4F54}" dt="2026-01-15T15:15:41.170" v="119" actId="14100"/>
          <ac:cxnSpMkLst>
            <pc:docMk/>
            <pc:sldMk cId="1077421182" sldId="256"/>
            <ac:cxnSpMk id="17" creationId="{CC9A6D3A-471B-B14B-87B6-D81E209C7208}"/>
          </ac:cxnSpMkLst>
        </pc:cxnChg>
        <pc:cxnChg chg="add mod">
          <ac:chgData name="Fatima Pillosu" userId="a6295d4dc9e22643" providerId="LiveId" clId="{87453732-75AC-4426-B5D3-B7C69C2D4F54}" dt="2026-01-15T15:15:52.884" v="120" actId="14100"/>
          <ac:cxnSpMkLst>
            <pc:docMk/>
            <pc:sldMk cId="1077421182" sldId="256"/>
            <ac:cxnSpMk id="21" creationId="{EBDDB212-98B2-67C0-8D05-CE6A3A1111F1}"/>
          </ac:cxnSpMkLst>
        </pc:cxnChg>
        <pc:cxnChg chg="add mod">
          <ac:chgData name="Fatima Pillosu" userId="a6295d4dc9e22643" providerId="LiveId" clId="{87453732-75AC-4426-B5D3-B7C69C2D4F54}" dt="2026-01-15T15:15:52.884" v="120" actId="14100"/>
          <ac:cxnSpMkLst>
            <pc:docMk/>
            <pc:sldMk cId="1077421182" sldId="256"/>
            <ac:cxnSpMk id="22" creationId="{AD131F48-62C9-B745-AC6F-44AC717CC55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515" y="966220"/>
            <a:ext cx="3519170" cy="2055436"/>
          </a:xfrm>
        </p:spPr>
        <p:txBody>
          <a:bodyPr anchor="b"/>
          <a:lstStyle>
            <a:lvl1pPr algn="ctr"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525" y="3100921"/>
            <a:ext cx="3105150" cy="1425412"/>
          </a:xfrm>
        </p:spPr>
        <p:txBody>
          <a:bodyPr/>
          <a:lstStyle>
            <a:lvl1pPr marL="0" indent="0" algn="ctr">
              <a:buNone/>
              <a:defRPr sz="1087"/>
            </a:lvl1pPr>
            <a:lvl2pPr marL="207020" indent="0" algn="ctr">
              <a:buNone/>
              <a:defRPr sz="906"/>
            </a:lvl2pPr>
            <a:lvl3pPr marL="414040" indent="0" algn="ctr">
              <a:buNone/>
              <a:defRPr sz="815"/>
            </a:lvl3pPr>
            <a:lvl4pPr marL="621060" indent="0" algn="ctr">
              <a:buNone/>
              <a:defRPr sz="724"/>
            </a:lvl4pPr>
            <a:lvl5pPr marL="828081" indent="0" algn="ctr">
              <a:buNone/>
              <a:defRPr sz="724"/>
            </a:lvl5pPr>
            <a:lvl6pPr marL="1035101" indent="0" algn="ctr">
              <a:buNone/>
              <a:defRPr sz="724"/>
            </a:lvl6pPr>
            <a:lvl7pPr marL="1242121" indent="0" algn="ctr">
              <a:buNone/>
              <a:defRPr sz="724"/>
            </a:lvl7pPr>
            <a:lvl8pPr marL="1449141" indent="0" algn="ctr">
              <a:buNone/>
              <a:defRPr sz="724"/>
            </a:lvl8pPr>
            <a:lvl9pPr marL="1656161" indent="0" algn="ctr">
              <a:buNone/>
              <a:defRPr sz="7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0250-0589-45C6-A87F-3E34BBC48915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C5EF-1341-4784-8F6C-C85C1C14B2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3175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0250-0589-45C6-A87F-3E34BBC48915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C5EF-1341-4784-8F6C-C85C1C14B2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2223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82" y="1471880"/>
            <a:ext cx="3570923" cy="2455863"/>
          </a:xfrm>
        </p:spPr>
        <p:txBody>
          <a:bodyPr anchor="b"/>
          <a:lstStyle>
            <a:lvl1pPr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482" y="3950977"/>
            <a:ext cx="3570923" cy="1291481"/>
          </a:xfrm>
        </p:spPr>
        <p:txBody>
          <a:bodyPr/>
          <a:lstStyle>
            <a:lvl1pPr marL="0" indent="0">
              <a:buNone/>
              <a:defRPr sz="1087">
                <a:solidFill>
                  <a:schemeClr val="tx1">
                    <a:tint val="82000"/>
                  </a:schemeClr>
                </a:solidFill>
              </a:defRPr>
            </a:lvl1pPr>
            <a:lvl2pPr marL="207020" indent="0">
              <a:buNone/>
              <a:defRPr sz="906">
                <a:solidFill>
                  <a:schemeClr val="tx1">
                    <a:tint val="82000"/>
                  </a:schemeClr>
                </a:solidFill>
              </a:defRPr>
            </a:lvl2pPr>
            <a:lvl3pPr marL="414040" indent="0">
              <a:buNone/>
              <a:defRPr sz="815">
                <a:solidFill>
                  <a:schemeClr val="tx1">
                    <a:tint val="82000"/>
                  </a:schemeClr>
                </a:solidFill>
              </a:defRPr>
            </a:lvl3pPr>
            <a:lvl4pPr marL="621060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4pPr>
            <a:lvl5pPr marL="82808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5pPr>
            <a:lvl6pPr marL="103510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6pPr>
            <a:lvl7pPr marL="124212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7pPr>
            <a:lvl8pPr marL="144914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8pPr>
            <a:lvl9pPr marL="165616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0250-0589-45C6-A87F-3E34BBC48915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C5EF-1341-4784-8F6C-C85C1C14B2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9276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4639" y="1571643"/>
            <a:ext cx="1759585" cy="37459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5976" y="1571643"/>
            <a:ext cx="1759585" cy="37459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0250-0589-45C6-A87F-3E34BBC48915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C5EF-1341-4784-8F6C-C85C1C14B2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2026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314330"/>
            <a:ext cx="3570923" cy="11411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179" y="1447279"/>
            <a:ext cx="1751498" cy="709289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179" y="2156568"/>
            <a:ext cx="1751498" cy="3171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95977" y="1447279"/>
            <a:ext cx="1760124" cy="709289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95977" y="2156568"/>
            <a:ext cx="1760124" cy="3171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0250-0589-45C6-A87F-3E34BBC48915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C5EF-1341-4784-8F6C-C85C1C14B2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100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0250-0589-45C6-A87F-3E34BBC48915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C5EF-1341-4784-8F6C-C85C1C14B2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4135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0250-0589-45C6-A87F-3E34BBC48915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C5EF-1341-4784-8F6C-C85C1C14B2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1502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393594"/>
            <a:ext cx="1335322" cy="1377580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0124" y="850055"/>
            <a:ext cx="2095976" cy="4195605"/>
          </a:xfrm>
        </p:spPr>
        <p:txBody>
          <a:bodyPr/>
          <a:lstStyle>
            <a:lvl1pPr>
              <a:defRPr sz="1449"/>
            </a:lvl1pPr>
            <a:lvl2pPr>
              <a:defRPr sz="1268"/>
            </a:lvl2pPr>
            <a:lvl3pPr>
              <a:defRPr sz="1087"/>
            </a:lvl3pPr>
            <a:lvl4pPr>
              <a:defRPr sz="906"/>
            </a:lvl4pPr>
            <a:lvl5pPr>
              <a:defRPr sz="906"/>
            </a:lvl5pPr>
            <a:lvl6pPr>
              <a:defRPr sz="906"/>
            </a:lvl6pPr>
            <a:lvl7pPr>
              <a:defRPr sz="906"/>
            </a:lvl7pPr>
            <a:lvl8pPr>
              <a:defRPr sz="906"/>
            </a:lvl8pPr>
            <a:lvl9pPr>
              <a:defRPr sz="9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771174"/>
            <a:ext cx="1335322" cy="3281319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0250-0589-45C6-A87F-3E34BBC48915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C5EF-1341-4784-8F6C-C85C1C14B2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7548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393594"/>
            <a:ext cx="1335322" cy="1377580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0124" y="850055"/>
            <a:ext cx="2095976" cy="4195605"/>
          </a:xfrm>
        </p:spPr>
        <p:txBody>
          <a:bodyPr anchor="t"/>
          <a:lstStyle>
            <a:lvl1pPr marL="0" indent="0">
              <a:buNone/>
              <a:defRPr sz="1449"/>
            </a:lvl1pPr>
            <a:lvl2pPr marL="207020" indent="0">
              <a:buNone/>
              <a:defRPr sz="1268"/>
            </a:lvl2pPr>
            <a:lvl3pPr marL="414040" indent="0">
              <a:buNone/>
              <a:defRPr sz="1087"/>
            </a:lvl3pPr>
            <a:lvl4pPr marL="621060" indent="0">
              <a:buNone/>
              <a:defRPr sz="906"/>
            </a:lvl4pPr>
            <a:lvl5pPr marL="828081" indent="0">
              <a:buNone/>
              <a:defRPr sz="906"/>
            </a:lvl5pPr>
            <a:lvl6pPr marL="1035101" indent="0">
              <a:buNone/>
              <a:defRPr sz="906"/>
            </a:lvl6pPr>
            <a:lvl7pPr marL="1242121" indent="0">
              <a:buNone/>
              <a:defRPr sz="906"/>
            </a:lvl7pPr>
            <a:lvl8pPr marL="1449141" indent="0">
              <a:buNone/>
              <a:defRPr sz="906"/>
            </a:lvl8pPr>
            <a:lvl9pPr marL="1656161" indent="0">
              <a:buNone/>
              <a:defRPr sz="9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771174"/>
            <a:ext cx="1335322" cy="3281319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0250-0589-45C6-A87F-3E34BBC48915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C5EF-1341-4784-8F6C-C85C1C14B2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8543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0250-0589-45C6-A87F-3E34BBC48915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C5EF-1341-4784-8F6C-C85C1C14B2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2698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62831" y="314329"/>
            <a:ext cx="892731" cy="50032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639" y="314329"/>
            <a:ext cx="2626439" cy="50032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0250-0589-45C6-A87F-3E34BBC48915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C5EF-1341-4784-8F6C-C85C1C14B2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4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639" y="314330"/>
            <a:ext cx="3570923" cy="1141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639" y="1571643"/>
            <a:ext cx="3570923" cy="3745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4639" y="5472054"/>
            <a:ext cx="931545" cy="3143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820250-0589-45C6-A87F-3E34BBC48915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441" y="5472054"/>
            <a:ext cx="1397318" cy="3143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24016" y="5472054"/>
            <a:ext cx="931545" cy="3143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19C5EF-1341-4784-8F6C-C85C1C14B2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772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414040" rtl="0" eaLnBrk="1" latinLnBrk="0" hangingPunct="1">
        <a:lnSpc>
          <a:spcPct val="90000"/>
        </a:lnSpc>
        <a:spcBef>
          <a:spcPct val="0"/>
        </a:spcBef>
        <a:buNone/>
        <a:defRPr sz="1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3510" indent="-103510" algn="l" defTabSz="414040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268" kern="1200">
          <a:solidFill>
            <a:schemeClr val="tx1"/>
          </a:solidFill>
          <a:latin typeface="+mn-lt"/>
          <a:ea typeface="+mn-ea"/>
          <a:cs typeface="+mn-cs"/>
        </a:defRPr>
      </a:lvl1pPr>
      <a:lvl2pPr marL="31053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2pPr>
      <a:lvl3pPr marL="51755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906" kern="1200">
          <a:solidFill>
            <a:schemeClr val="tx1"/>
          </a:solidFill>
          <a:latin typeface="+mn-lt"/>
          <a:ea typeface="+mn-ea"/>
          <a:cs typeface="+mn-cs"/>
        </a:defRPr>
      </a:lvl3pPr>
      <a:lvl4pPr marL="7245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93159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13861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34563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55265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7596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1pPr>
      <a:lvl2pPr marL="20702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2pPr>
      <a:lvl3pPr marL="41404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3pPr>
      <a:lvl4pPr marL="62106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82808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03510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24212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44914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65616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Picture 204" descr="A graph with blue and purple lines&#10;&#10;AI-generated content may be incorrect.">
            <a:extLst>
              <a:ext uri="{FF2B5EF4-FFF2-40B4-BE49-F238E27FC236}">
                <a16:creationId xmlns:a16="http://schemas.microsoft.com/office/drawing/2014/main" id="{61F458EB-8241-BB7B-F508-0038D2F3FB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40" t="2612" r="10735" b="23836"/>
          <a:stretch/>
        </p:blipFill>
        <p:spPr>
          <a:xfrm>
            <a:off x="648809" y="581227"/>
            <a:ext cx="821195" cy="1080000"/>
          </a:xfrm>
          <a:prstGeom prst="rect">
            <a:avLst/>
          </a:prstGeom>
        </p:spPr>
      </p:pic>
      <p:pic>
        <p:nvPicPr>
          <p:cNvPr id="206" name="Picture 205" descr="A graph with blue and purple lines&#10;&#10;AI-generated content may be incorrect.">
            <a:extLst>
              <a:ext uri="{FF2B5EF4-FFF2-40B4-BE49-F238E27FC236}">
                <a16:creationId xmlns:a16="http://schemas.microsoft.com/office/drawing/2014/main" id="{B1760ABD-9E87-189C-EDCB-2E309468CC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40" t="2612" r="10735" b="23836"/>
          <a:stretch/>
        </p:blipFill>
        <p:spPr>
          <a:xfrm>
            <a:off x="648809" y="1780520"/>
            <a:ext cx="821195" cy="1080000"/>
          </a:xfrm>
          <a:prstGeom prst="rect">
            <a:avLst/>
          </a:prstGeom>
        </p:spPr>
      </p:pic>
      <p:pic>
        <p:nvPicPr>
          <p:cNvPr id="207" name="Picture 206" descr="A graph with blue and purple lines&#10;&#10;AI-generated content may be incorrect.">
            <a:extLst>
              <a:ext uri="{FF2B5EF4-FFF2-40B4-BE49-F238E27FC236}">
                <a16:creationId xmlns:a16="http://schemas.microsoft.com/office/drawing/2014/main" id="{EE35B710-4E64-50C8-A8AA-14ABD233A5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7" t="2612" r="10736" b="23836"/>
          <a:stretch/>
        </p:blipFill>
        <p:spPr>
          <a:xfrm>
            <a:off x="648809" y="3043574"/>
            <a:ext cx="823652" cy="1080000"/>
          </a:xfrm>
          <a:prstGeom prst="rect">
            <a:avLst/>
          </a:prstGeom>
        </p:spPr>
      </p:pic>
      <p:pic>
        <p:nvPicPr>
          <p:cNvPr id="208" name="Picture 207" descr="A graph with blue and purple lines&#10;&#10;AI-generated content may be incorrect.">
            <a:extLst>
              <a:ext uri="{FF2B5EF4-FFF2-40B4-BE49-F238E27FC236}">
                <a16:creationId xmlns:a16="http://schemas.microsoft.com/office/drawing/2014/main" id="{552DE0A6-ACDE-EA18-BFDA-430051B444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7" t="2612" r="10736" b="23836"/>
          <a:stretch/>
        </p:blipFill>
        <p:spPr>
          <a:xfrm>
            <a:off x="648809" y="4277727"/>
            <a:ext cx="823652" cy="1080000"/>
          </a:xfrm>
          <a:prstGeom prst="rect">
            <a:avLst/>
          </a:prstGeom>
        </p:spPr>
      </p:pic>
      <p:sp>
        <p:nvSpPr>
          <p:cNvPr id="209" name="Rectangle 208">
            <a:extLst>
              <a:ext uri="{FF2B5EF4-FFF2-40B4-BE49-F238E27FC236}">
                <a16:creationId xmlns:a16="http://schemas.microsoft.com/office/drawing/2014/main" id="{73B4CEF0-7344-1176-C2AA-7C4FA2171FE1}"/>
              </a:ext>
            </a:extLst>
          </p:cNvPr>
          <p:cNvSpPr/>
          <p:nvPr/>
        </p:nvSpPr>
        <p:spPr>
          <a:xfrm>
            <a:off x="-78147" y="-55739"/>
            <a:ext cx="4335187" cy="38256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Verification results – Overall scores</a:t>
            </a:r>
          </a:p>
          <a:p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Evaluated over the </a:t>
            </a:r>
            <a:r>
              <a:rPr lang="en-GB" sz="1000" b="1" dirty="0">
                <a:solidFill>
                  <a:srgbClr val="800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training</a:t>
            </a:r>
            <a:r>
              <a:rPr lang="en-GB" sz="1000" dirty="0">
                <a:solidFill>
                  <a:srgbClr val="FF006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and </a:t>
            </a:r>
            <a:r>
              <a:rPr lang="en-GB" sz="1000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verification</a:t>
            </a: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datasets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11D0BEA8-4C97-735F-B454-B20FE6FD6664}"/>
              </a:ext>
            </a:extLst>
          </p:cNvPr>
          <p:cNvSpPr/>
          <p:nvPr/>
        </p:nvSpPr>
        <p:spPr>
          <a:xfrm>
            <a:off x="-132579" y="552799"/>
            <a:ext cx="360000" cy="236936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Loss Function - Balanced Data</a:t>
            </a:r>
            <a:endParaRPr lang="en-GB" sz="8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C958D7B8-BC29-7508-F405-77D6128B8AFF}"/>
              </a:ext>
            </a:extLst>
          </p:cNvPr>
          <p:cNvSpPr/>
          <p:nvPr/>
        </p:nvSpPr>
        <p:spPr>
          <a:xfrm>
            <a:off x="-132579" y="2985805"/>
            <a:ext cx="360000" cy="234503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Loss Function  - Imbalanced Data</a:t>
            </a:r>
            <a:endParaRPr lang="en-GB" sz="8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204795FA-B9E8-F8C0-D0CC-0DA8FCD26B47}"/>
              </a:ext>
            </a:extLst>
          </p:cNvPr>
          <p:cNvSpPr/>
          <p:nvPr/>
        </p:nvSpPr>
        <p:spPr>
          <a:xfrm rot="16200000">
            <a:off x="-278076" y="957800"/>
            <a:ext cx="1080001" cy="27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Evaluation metric </a:t>
            </a:r>
          </a:p>
          <a:p>
            <a:pPr algn="ctr"/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AUC-ROC</a:t>
            </a:r>
            <a:endParaRPr lang="en-GB" sz="8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F905F2F6-5287-BF9A-2843-E3939A3C8FE8}"/>
              </a:ext>
            </a:extLst>
          </p:cNvPr>
          <p:cNvSpPr/>
          <p:nvPr/>
        </p:nvSpPr>
        <p:spPr>
          <a:xfrm rot="5400000">
            <a:off x="1006690" y="37083"/>
            <a:ext cx="131616" cy="82119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AUC-ROC</a:t>
            </a:r>
            <a:endParaRPr lang="en-GB" sz="8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F93C654-DF21-285F-29DF-14068DF0E924}"/>
              </a:ext>
            </a:extLst>
          </p:cNvPr>
          <p:cNvSpPr/>
          <p:nvPr/>
        </p:nvSpPr>
        <p:spPr>
          <a:xfrm rot="2700000">
            <a:off x="672433" y="5239851"/>
            <a:ext cx="181750" cy="82159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GB - XGBoost</a:t>
            </a:r>
            <a:endParaRPr lang="en-GB" sz="7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8EC336CC-6D57-3EEF-2A6C-A56380CB8873}"/>
              </a:ext>
            </a:extLst>
          </p:cNvPr>
          <p:cNvSpPr/>
          <p:nvPr/>
        </p:nvSpPr>
        <p:spPr>
          <a:xfrm rot="2700000">
            <a:off x="950617" y="5239851"/>
            <a:ext cx="181750" cy="82159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GB - Catboost</a:t>
            </a:r>
            <a:endParaRPr lang="en-GB" sz="7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D7A2307-99C5-6B69-79DD-B0693D965F9C}"/>
              </a:ext>
            </a:extLst>
          </p:cNvPr>
          <p:cNvSpPr/>
          <p:nvPr/>
        </p:nvSpPr>
        <p:spPr>
          <a:xfrm rot="2700000">
            <a:off x="821255" y="5239851"/>
            <a:ext cx="181750" cy="82159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GB - LightGBM</a:t>
            </a:r>
            <a:endParaRPr lang="en-GB" sz="7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BBA8908B-35D8-5B89-D526-CE4ED5F9EE59}"/>
              </a:ext>
            </a:extLst>
          </p:cNvPr>
          <p:cNvSpPr/>
          <p:nvPr/>
        </p:nvSpPr>
        <p:spPr>
          <a:xfrm rot="2700000">
            <a:off x="523405" y="5239851"/>
            <a:ext cx="181750" cy="82159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RF - LightGBM</a:t>
            </a:r>
            <a:endParaRPr lang="en-GB" sz="7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F9D74EAF-3CFE-347D-2DD8-53F82E0D4697}"/>
              </a:ext>
            </a:extLst>
          </p:cNvPr>
          <p:cNvSpPr/>
          <p:nvPr/>
        </p:nvSpPr>
        <p:spPr>
          <a:xfrm rot="2700000">
            <a:off x="1110426" y="5239851"/>
            <a:ext cx="181750" cy="82159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Feed-Forward NN</a:t>
            </a:r>
            <a:endParaRPr lang="en-GB" sz="7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8E6D92FE-9CCF-E535-4712-749BC5D49097}"/>
              </a:ext>
            </a:extLst>
          </p:cNvPr>
          <p:cNvSpPr/>
          <p:nvPr/>
        </p:nvSpPr>
        <p:spPr>
          <a:xfrm>
            <a:off x="540810" y="447680"/>
            <a:ext cx="113823" cy="49587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9C1A1E7F-FA5E-4B5B-25C5-907F55A6CF15}"/>
              </a:ext>
            </a:extLst>
          </p:cNvPr>
          <p:cNvSpPr/>
          <p:nvPr/>
        </p:nvSpPr>
        <p:spPr>
          <a:xfrm rot="5400000">
            <a:off x="488331" y="497690"/>
            <a:ext cx="189979" cy="22033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7B0D5160-46AD-D54D-2173-441E44C8D34B}"/>
              </a:ext>
            </a:extLst>
          </p:cNvPr>
          <p:cNvSpPr/>
          <p:nvPr/>
        </p:nvSpPr>
        <p:spPr>
          <a:xfrm rot="5400000">
            <a:off x="488331" y="909826"/>
            <a:ext cx="189979" cy="22033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0.8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1362F491-3E57-1D9B-DB03-271E44F061A5}"/>
              </a:ext>
            </a:extLst>
          </p:cNvPr>
          <p:cNvSpPr/>
          <p:nvPr/>
        </p:nvSpPr>
        <p:spPr>
          <a:xfrm rot="5400000">
            <a:off x="488331" y="1115894"/>
            <a:ext cx="189979" cy="22033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0.7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C922A374-9135-45AE-F348-21470D4EBDF2}"/>
              </a:ext>
            </a:extLst>
          </p:cNvPr>
          <p:cNvSpPr/>
          <p:nvPr/>
        </p:nvSpPr>
        <p:spPr>
          <a:xfrm rot="5400000">
            <a:off x="488331" y="1321962"/>
            <a:ext cx="189979" cy="22033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0.6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5D0B19A4-B2A2-D20E-9F72-96A863DE9165}"/>
              </a:ext>
            </a:extLst>
          </p:cNvPr>
          <p:cNvSpPr/>
          <p:nvPr/>
        </p:nvSpPr>
        <p:spPr>
          <a:xfrm rot="5400000">
            <a:off x="488331" y="1528032"/>
            <a:ext cx="189979" cy="22033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CB3164D9-248A-ED3E-F9E7-F2107AE72F3E}"/>
              </a:ext>
            </a:extLst>
          </p:cNvPr>
          <p:cNvSpPr/>
          <p:nvPr/>
        </p:nvSpPr>
        <p:spPr>
          <a:xfrm rot="5400000">
            <a:off x="488330" y="703758"/>
            <a:ext cx="189979" cy="22033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0.9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AEF58A4C-D7E5-1DB7-8CBA-638A2D2BAD88}"/>
              </a:ext>
            </a:extLst>
          </p:cNvPr>
          <p:cNvSpPr/>
          <p:nvPr/>
        </p:nvSpPr>
        <p:spPr>
          <a:xfrm rot="16200000">
            <a:off x="-278076" y="2177173"/>
            <a:ext cx="1080000" cy="27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Evaluation metric</a:t>
            </a:r>
          </a:p>
          <a:p>
            <a:pPr algn="ctr"/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AUC-PR</a:t>
            </a:r>
            <a:endParaRPr lang="en-GB" sz="8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1B705EDE-2279-1B9A-3348-484B4D25E06B}"/>
              </a:ext>
            </a:extLst>
          </p:cNvPr>
          <p:cNvSpPr/>
          <p:nvPr/>
        </p:nvSpPr>
        <p:spPr>
          <a:xfrm rot="5400000">
            <a:off x="485874" y="1703226"/>
            <a:ext cx="189979" cy="22033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817946E3-6C8F-4D67-07DB-B8C82876D2A4}"/>
              </a:ext>
            </a:extLst>
          </p:cNvPr>
          <p:cNvSpPr/>
          <p:nvPr/>
        </p:nvSpPr>
        <p:spPr>
          <a:xfrm rot="5400000">
            <a:off x="485874" y="2115362"/>
            <a:ext cx="189979" cy="22033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0.8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3DA9995A-2F39-86B0-AE43-80C06021718C}"/>
              </a:ext>
            </a:extLst>
          </p:cNvPr>
          <p:cNvSpPr/>
          <p:nvPr/>
        </p:nvSpPr>
        <p:spPr>
          <a:xfrm rot="5400000">
            <a:off x="485874" y="2321430"/>
            <a:ext cx="189979" cy="22033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0.7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F8D21F9B-5C62-508B-72A4-FDE3701CFC1F}"/>
              </a:ext>
            </a:extLst>
          </p:cNvPr>
          <p:cNvSpPr/>
          <p:nvPr/>
        </p:nvSpPr>
        <p:spPr>
          <a:xfrm rot="5400000">
            <a:off x="485874" y="2527498"/>
            <a:ext cx="189979" cy="22033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0.6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B2214090-534F-3E76-D77A-656834F6C453}"/>
              </a:ext>
            </a:extLst>
          </p:cNvPr>
          <p:cNvSpPr/>
          <p:nvPr/>
        </p:nvSpPr>
        <p:spPr>
          <a:xfrm rot="5400000">
            <a:off x="485874" y="2733568"/>
            <a:ext cx="189979" cy="22033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91C38AA6-715D-A739-7922-B79CDE6205C3}"/>
              </a:ext>
            </a:extLst>
          </p:cNvPr>
          <p:cNvSpPr/>
          <p:nvPr/>
        </p:nvSpPr>
        <p:spPr>
          <a:xfrm rot="5400000">
            <a:off x="485873" y="1909294"/>
            <a:ext cx="189979" cy="22033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0.9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7BF1475F-5E3E-FB2E-6C3B-67741103E1B0}"/>
              </a:ext>
            </a:extLst>
          </p:cNvPr>
          <p:cNvSpPr/>
          <p:nvPr/>
        </p:nvSpPr>
        <p:spPr>
          <a:xfrm rot="5400000">
            <a:off x="485874" y="2962024"/>
            <a:ext cx="189979" cy="22033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17D045C9-2785-8D0B-48BC-9623A20A95BE}"/>
              </a:ext>
            </a:extLst>
          </p:cNvPr>
          <p:cNvSpPr/>
          <p:nvPr/>
        </p:nvSpPr>
        <p:spPr>
          <a:xfrm rot="5400000">
            <a:off x="485874" y="3374160"/>
            <a:ext cx="189979" cy="22033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0.8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FA1ADE2D-7850-5D25-BBF5-BDBEC7AC4EB2}"/>
              </a:ext>
            </a:extLst>
          </p:cNvPr>
          <p:cNvSpPr/>
          <p:nvPr/>
        </p:nvSpPr>
        <p:spPr>
          <a:xfrm rot="5400000">
            <a:off x="485874" y="3580228"/>
            <a:ext cx="189979" cy="22033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0.7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E91390B2-8AB6-5B18-1187-7AAF22EB9C01}"/>
              </a:ext>
            </a:extLst>
          </p:cNvPr>
          <p:cNvSpPr/>
          <p:nvPr/>
        </p:nvSpPr>
        <p:spPr>
          <a:xfrm rot="5400000">
            <a:off x="485874" y="3786296"/>
            <a:ext cx="189979" cy="22033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0.6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51D56ED1-D88E-B438-88A3-31C2A3C03D2F}"/>
              </a:ext>
            </a:extLst>
          </p:cNvPr>
          <p:cNvSpPr/>
          <p:nvPr/>
        </p:nvSpPr>
        <p:spPr>
          <a:xfrm rot="5400000">
            <a:off x="485874" y="3992366"/>
            <a:ext cx="189979" cy="22033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56AC75A2-3246-5725-FAD8-FE1062B2E193}"/>
              </a:ext>
            </a:extLst>
          </p:cNvPr>
          <p:cNvSpPr/>
          <p:nvPr/>
        </p:nvSpPr>
        <p:spPr>
          <a:xfrm rot="5400000">
            <a:off x="485874" y="3168092"/>
            <a:ext cx="189979" cy="22033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0.9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9066BB45-58DA-1A23-5E05-3896F36EA204}"/>
              </a:ext>
            </a:extLst>
          </p:cNvPr>
          <p:cNvSpPr/>
          <p:nvPr/>
        </p:nvSpPr>
        <p:spPr>
          <a:xfrm rot="5400000">
            <a:off x="485874" y="4197149"/>
            <a:ext cx="189979" cy="22033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877F3CAD-29B8-385F-F497-1C8B89B60F90}"/>
              </a:ext>
            </a:extLst>
          </p:cNvPr>
          <p:cNvSpPr/>
          <p:nvPr/>
        </p:nvSpPr>
        <p:spPr>
          <a:xfrm rot="5400000">
            <a:off x="485874" y="4610621"/>
            <a:ext cx="189979" cy="22033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0.8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2246992F-9F95-300A-7A7A-FBC532D42E51}"/>
              </a:ext>
            </a:extLst>
          </p:cNvPr>
          <p:cNvSpPr/>
          <p:nvPr/>
        </p:nvSpPr>
        <p:spPr>
          <a:xfrm rot="5400000">
            <a:off x="485874" y="4817357"/>
            <a:ext cx="189979" cy="22033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0.7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74B76ABE-B26C-DDC1-0625-C3C6CF6C464D}"/>
              </a:ext>
            </a:extLst>
          </p:cNvPr>
          <p:cNvSpPr/>
          <p:nvPr/>
        </p:nvSpPr>
        <p:spPr>
          <a:xfrm rot="5400000">
            <a:off x="485874" y="5024093"/>
            <a:ext cx="189979" cy="22033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0.6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FE4AD5B6-9606-CB67-B1BB-1A180E96829A}"/>
              </a:ext>
            </a:extLst>
          </p:cNvPr>
          <p:cNvSpPr/>
          <p:nvPr/>
        </p:nvSpPr>
        <p:spPr>
          <a:xfrm rot="5400000">
            <a:off x="485874" y="5230828"/>
            <a:ext cx="189979" cy="22033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33179324-EE31-86DC-725D-644F6C4CE99A}"/>
              </a:ext>
            </a:extLst>
          </p:cNvPr>
          <p:cNvSpPr/>
          <p:nvPr/>
        </p:nvSpPr>
        <p:spPr>
          <a:xfrm rot="5400000">
            <a:off x="485874" y="4403885"/>
            <a:ext cx="189979" cy="22033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0.9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E09B7D08-5A90-12A8-26DF-79EFC0B64551}"/>
              </a:ext>
            </a:extLst>
          </p:cNvPr>
          <p:cNvSpPr/>
          <p:nvPr/>
        </p:nvSpPr>
        <p:spPr>
          <a:xfrm rot="16200000">
            <a:off x="-278076" y="3448573"/>
            <a:ext cx="1080001" cy="27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Evaluation metric </a:t>
            </a:r>
          </a:p>
          <a:p>
            <a:pPr algn="ctr"/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AUC-ROC</a:t>
            </a:r>
            <a:endParaRPr lang="en-GB" sz="8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AB0A9411-88CA-B07E-0168-7427E4178170}"/>
              </a:ext>
            </a:extLst>
          </p:cNvPr>
          <p:cNvSpPr/>
          <p:nvPr/>
        </p:nvSpPr>
        <p:spPr>
          <a:xfrm rot="16200000">
            <a:off x="-278076" y="4667946"/>
            <a:ext cx="1080000" cy="27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Evaluation metric</a:t>
            </a:r>
          </a:p>
          <a:p>
            <a:pPr algn="ctr"/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AUC-PR</a:t>
            </a:r>
            <a:endParaRPr lang="en-GB" sz="8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5BC06B07-E0C4-1D8C-26E3-B0DB5E39B1F8}"/>
              </a:ext>
            </a:extLst>
          </p:cNvPr>
          <p:cNvSpPr/>
          <p:nvPr/>
        </p:nvSpPr>
        <p:spPr>
          <a:xfrm rot="2700000">
            <a:off x="366380" y="5239851"/>
            <a:ext cx="181750" cy="82159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RF - XGBoost</a:t>
            </a:r>
            <a:endParaRPr lang="en-GB" sz="7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236C3989-F0B5-3443-8EE7-10908DCA1FE0}"/>
              </a:ext>
            </a:extLst>
          </p:cNvPr>
          <p:cNvSpPr/>
          <p:nvPr/>
        </p:nvSpPr>
        <p:spPr>
          <a:xfrm rot="5400000">
            <a:off x="2322091" y="37083"/>
            <a:ext cx="131616" cy="82119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AUC-PR</a:t>
            </a:r>
            <a:endParaRPr lang="en-GB" sz="8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7EFF052B-0C1B-362D-FF6E-0B6C6B46315E}"/>
              </a:ext>
            </a:extLst>
          </p:cNvPr>
          <p:cNvSpPr/>
          <p:nvPr/>
        </p:nvSpPr>
        <p:spPr>
          <a:xfrm rot="5400000">
            <a:off x="3637491" y="37083"/>
            <a:ext cx="131616" cy="82119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FB</a:t>
            </a:r>
            <a:endParaRPr lang="en-GB" sz="8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D289F6C9-1074-AA42-1E52-617C2BC67E34}"/>
              </a:ext>
            </a:extLst>
          </p:cNvPr>
          <p:cNvSpPr/>
          <p:nvPr/>
        </p:nvSpPr>
        <p:spPr>
          <a:xfrm rot="2700000">
            <a:off x="1989731" y="5239851"/>
            <a:ext cx="181750" cy="82159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GB - XGBoost</a:t>
            </a:r>
            <a:endParaRPr lang="en-GB" sz="7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F863E9C7-8FB7-CE1F-3434-1CD0B672F969}"/>
              </a:ext>
            </a:extLst>
          </p:cNvPr>
          <p:cNvSpPr/>
          <p:nvPr/>
        </p:nvSpPr>
        <p:spPr>
          <a:xfrm rot="2700000">
            <a:off x="2267915" y="5239851"/>
            <a:ext cx="181750" cy="82159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GB - Catboost</a:t>
            </a:r>
            <a:endParaRPr lang="en-GB" sz="7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12ACEBA3-D642-F46B-B2CD-68FB1C88018B}"/>
              </a:ext>
            </a:extLst>
          </p:cNvPr>
          <p:cNvSpPr/>
          <p:nvPr/>
        </p:nvSpPr>
        <p:spPr>
          <a:xfrm rot="2700000">
            <a:off x="2138553" y="5239851"/>
            <a:ext cx="181750" cy="82159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GB - LightGBM</a:t>
            </a:r>
            <a:endParaRPr lang="en-GB" sz="7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1F76D0A3-4834-E813-D950-7D98972D5806}"/>
              </a:ext>
            </a:extLst>
          </p:cNvPr>
          <p:cNvSpPr/>
          <p:nvPr/>
        </p:nvSpPr>
        <p:spPr>
          <a:xfrm rot="2700000">
            <a:off x="1840703" y="5239851"/>
            <a:ext cx="181750" cy="82159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RF - LightGBM</a:t>
            </a:r>
            <a:endParaRPr lang="en-GB" sz="7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33C9AD4D-76E1-EA0E-31CD-96084ABB66DA}"/>
              </a:ext>
            </a:extLst>
          </p:cNvPr>
          <p:cNvSpPr/>
          <p:nvPr/>
        </p:nvSpPr>
        <p:spPr>
          <a:xfrm rot="2700000">
            <a:off x="2427724" y="5239851"/>
            <a:ext cx="181750" cy="82159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Feed-Forward NN</a:t>
            </a:r>
            <a:endParaRPr lang="en-GB" sz="7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28A1B6B6-19BE-648F-D13D-42B169466151}"/>
              </a:ext>
            </a:extLst>
          </p:cNvPr>
          <p:cNvSpPr/>
          <p:nvPr/>
        </p:nvSpPr>
        <p:spPr>
          <a:xfrm rot="2700000">
            <a:off x="1683678" y="5239851"/>
            <a:ext cx="181750" cy="82159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RF - XGBoost</a:t>
            </a:r>
            <a:endParaRPr lang="en-GB" sz="7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30DF65D3-3574-6230-2E5F-D4AC1D17F2D9}"/>
              </a:ext>
            </a:extLst>
          </p:cNvPr>
          <p:cNvSpPr/>
          <p:nvPr/>
        </p:nvSpPr>
        <p:spPr>
          <a:xfrm rot="2700000">
            <a:off x="3318013" y="5239851"/>
            <a:ext cx="181750" cy="82159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GB - XGBoost</a:t>
            </a:r>
            <a:endParaRPr lang="en-GB" sz="7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30C4FE0C-3DEA-008F-36C3-48FB0E0884CA}"/>
              </a:ext>
            </a:extLst>
          </p:cNvPr>
          <p:cNvSpPr/>
          <p:nvPr/>
        </p:nvSpPr>
        <p:spPr>
          <a:xfrm rot="2700000">
            <a:off x="3596197" y="5239851"/>
            <a:ext cx="181750" cy="82159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GB - Catboost</a:t>
            </a:r>
            <a:endParaRPr lang="en-GB" sz="7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8422E5D3-312F-BE99-6F11-0F80EE67A49B}"/>
              </a:ext>
            </a:extLst>
          </p:cNvPr>
          <p:cNvSpPr/>
          <p:nvPr/>
        </p:nvSpPr>
        <p:spPr>
          <a:xfrm rot="2700000">
            <a:off x="3466835" y="5239851"/>
            <a:ext cx="181750" cy="82159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GB - LightGBM</a:t>
            </a:r>
            <a:endParaRPr lang="en-GB" sz="7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66D87F7B-332B-2ADA-49AA-C875E9341562}"/>
              </a:ext>
            </a:extLst>
          </p:cNvPr>
          <p:cNvSpPr/>
          <p:nvPr/>
        </p:nvSpPr>
        <p:spPr>
          <a:xfrm rot="2700000">
            <a:off x="3168985" y="5239851"/>
            <a:ext cx="181750" cy="82159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RF - LightGBM</a:t>
            </a:r>
            <a:endParaRPr lang="en-GB" sz="7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4AD9315E-1557-7622-A160-510DD2D773DB}"/>
              </a:ext>
            </a:extLst>
          </p:cNvPr>
          <p:cNvSpPr/>
          <p:nvPr/>
        </p:nvSpPr>
        <p:spPr>
          <a:xfrm rot="2700000">
            <a:off x="3756006" y="5239851"/>
            <a:ext cx="181750" cy="82159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Feed-Forward NN</a:t>
            </a:r>
            <a:endParaRPr lang="en-GB" sz="7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D16D9ADA-9650-1708-658A-2299221146B9}"/>
              </a:ext>
            </a:extLst>
          </p:cNvPr>
          <p:cNvSpPr/>
          <p:nvPr/>
        </p:nvSpPr>
        <p:spPr>
          <a:xfrm rot="2700000">
            <a:off x="3011960" y="5239851"/>
            <a:ext cx="181750" cy="82159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RF - XGBoost</a:t>
            </a:r>
            <a:endParaRPr lang="en-GB" sz="7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AECBF742-738D-16F3-42E3-2B5E08479ACE}"/>
              </a:ext>
            </a:extLst>
          </p:cNvPr>
          <p:cNvSpPr/>
          <p:nvPr/>
        </p:nvSpPr>
        <p:spPr>
          <a:xfrm rot="5400000">
            <a:off x="1763585" y="453682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0.07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E6F12A7D-B2C0-E1D2-EE95-7CF7ECD783A7}"/>
              </a:ext>
            </a:extLst>
          </p:cNvPr>
          <p:cNvSpPr/>
          <p:nvPr/>
        </p:nvSpPr>
        <p:spPr>
          <a:xfrm rot="5400000">
            <a:off x="1763585" y="603852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0.06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91DDAEA7-6CB1-3B05-80F0-0ADC36002D98}"/>
              </a:ext>
            </a:extLst>
          </p:cNvPr>
          <p:cNvSpPr/>
          <p:nvPr/>
        </p:nvSpPr>
        <p:spPr>
          <a:xfrm rot="5400000">
            <a:off x="1763585" y="754022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0.05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F54B1E8F-F919-0C53-1D8F-3207F22F601F}"/>
              </a:ext>
            </a:extLst>
          </p:cNvPr>
          <p:cNvSpPr/>
          <p:nvPr/>
        </p:nvSpPr>
        <p:spPr>
          <a:xfrm rot="5400000">
            <a:off x="1763585" y="904192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0.04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080D85DB-4D0E-DF49-B733-23A5D10CC6A7}"/>
              </a:ext>
            </a:extLst>
          </p:cNvPr>
          <p:cNvSpPr/>
          <p:nvPr/>
        </p:nvSpPr>
        <p:spPr>
          <a:xfrm rot="5400000">
            <a:off x="1763585" y="1054362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0.03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59900547-1904-A5CD-2E13-FFC546E60D5E}"/>
              </a:ext>
            </a:extLst>
          </p:cNvPr>
          <p:cNvSpPr/>
          <p:nvPr/>
        </p:nvSpPr>
        <p:spPr>
          <a:xfrm rot="5400000">
            <a:off x="1763585" y="1204532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0.02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247BD177-2798-A78C-8463-66D8A2547C59}"/>
              </a:ext>
            </a:extLst>
          </p:cNvPr>
          <p:cNvSpPr/>
          <p:nvPr/>
        </p:nvSpPr>
        <p:spPr>
          <a:xfrm rot="5400000">
            <a:off x="1763585" y="1354702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0.01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86F38C3D-1D6E-AEA0-FEBC-C872837CF97C}"/>
              </a:ext>
            </a:extLst>
          </p:cNvPr>
          <p:cNvSpPr/>
          <p:nvPr/>
        </p:nvSpPr>
        <p:spPr>
          <a:xfrm rot="5400000">
            <a:off x="1763585" y="1504872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3A3EDEE7-BFFC-C414-3108-A376446FAF1B}"/>
              </a:ext>
            </a:extLst>
          </p:cNvPr>
          <p:cNvSpPr/>
          <p:nvPr/>
        </p:nvSpPr>
        <p:spPr>
          <a:xfrm rot="5400000">
            <a:off x="1761889" y="1649896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0.07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AD697449-16DE-2D22-7FD3-BFE962BE2BF3}"/>
              </a:ext>
            </a:extLst>
          </p:cNvPr>
          <p:cNvSpPr/>
          <p:nvPr/>
        </p:nvSpPr>
        <p:spPr>
          <a:xfrm rot="5400000">
            <a:off x="1761889" y="1800506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0.06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0D2AF962-0127-918B-A663-55683B31ABE7}"/>
              </a:ext>
            </a:extLst>
          </p:cNvPr>
          <p:cNvSpPr/>
          <p:nvPr/>
        </p:nvSpPr>
        <p:spPr>
          <a:xfrm rot="5400000">
            <a:off x="1761889" y="1951116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0.05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A0C1D3B6-AAB5-FC22-5CBB-4A0B964F87DD}"/>
              </a:ext>
            </a:extLst>
          </p:cNvPr>
          <p:cNvSpPr/>
          <p:nvPr/>
        </p:nvSpPr>
        <p:spPr>
          <a:xfrm rot="5400000">
            <a:off x="1761889" y="2101726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0.04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0C58D9D0-C718-5A79-C56C-F980B01CE5EA}"/>
              </a:ext>
            </a:extLst>
          </p:cNvPr>
          <p:cNvSpPr/>
          <p:nvPr/>
        </p:nvSpPr>
        <p:spPr>
          <a:xfrm rot="5400000">
            <a:off x="1761889" y="2252336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0.03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10988766-2B52-5FC5-AF03-BCB1CD0EF9B6}"/>
              </a:ext>
            </a:extLst>
          </p:cNvPr>
          <p:cNvSpPr/>
          <p:nvPr/>
        </p:nvSpPr>
        <p:spPr>
          <a:xfrm rot="5400000">
            <a:off x="1761889" y="2402946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0.02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C12ED5F3-1DE3-90AA-AE25-1BECC66D96D6}"/>
              </a:ext>
            </a:extLst>
          </p:cNvPr>
          <p:cNvSpPr/>
          <p:nvPr/>
        </p:nvSpPr>
        <p:spPr>
          <a:xfrm rot="5400000">
            <a:off x="1761889" y="2553556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0.01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284DCE09-CFC5-4CB5-EF68-87C73FF2C96F}"/>
              </a:ext>
            </a:extLst>
          </p:cNvPr>
          <p:cNvSpPr/>
          <p:nvPr/>
        </p:nvSpPr>
        <p:spPr>
          <a:xfrm rot="5400000">
            <a:off x="1761889" y="2704169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9F49069D-A5EA-AEFE-622C-ACFFAFC213A7}"/>
              </a:ext>
            </a:extLst>
          </p:cNvPr>
          <p:cNvSpPr/>
          <p:nvPr/>
        </p:nvSpPr>
        <p:spPr>
          <a:xfrm rot="5400000">
            <a:off x="1761889" y="2914524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0.07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D4777A91-37F4-BE7F-F721-064F2DFBBD2B}"/>
              </a:ext>
            </a:extLst>
          </p:cNvPr>
          <p:cNvSpPr/>
          <p:nvPr/>
        </p:nvSpPr>
        <p:spPr>
          <a:xfrm rot="5400000">
            <a:off x="1761889" y="3064694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0.06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BF87EC11-3C1F-88FC-5B11-85476540E8C8}"/>
              </a:ext>
            </a:extLst>
          </p:cNvPr>
          <p:cNvSpPr/>
          <p:nvPr/>
        </p:nvSpPr>
        <p:spPr>
          <a:xfrm rot="5400000">
            <a:off x="1761889" y="3214864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0.05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4D487DBF-93E9-8A93-89C7-07F93FC20286}"/>
              </a:ext>
            </a:extLst>
          </p:cNvPr>
          <p:cNvSpPr/>
          <p:nvPr/>
        </p:nvSpPr>
        <p:spPr>
          <a:xfrm rot="5400000">
            <a:off x="1761889" y="3365034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0.04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6C923F18-3DA2-6BB3-056A-D95B8BAE89AB}"/>
              </a:ext>
            </a:extLst>
          </p:cNvPr>
          <p:cNvSpPr/>
          <p:nvPr/>
        </p:nvSpPr>
        <p:spPr>
          <a:xfrm rot="5400000">
            <a:off x="1761889" y="3515204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0.03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030850AB-2E9E-E5D2-CBA7-E87750F702D2}"/>
              </a:ext>
            </a:extLst>
          </p:cNvPr>
          <p:cNvSpPr/>
          <p:nvPr/>
        </p:nvSpPr>
        <p:spPr>
          <a:xfrm rot="5400000">
            <a:off x="1761889" y="3665374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0.02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FF892D68-907E-98DB-5C39-8B2B5F8EFCB2}"/>
              </a:ext>
            </a:extLst>
          </p:cNvPr>
          <p:cNvSpPr/>
          <p:nvPr/>
        </p:nvSpPr>
        <p:spPr>
          <a:xfrm rot="5400000">
            <a:off x="1761889" y="3815544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0.01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0BB1EAA9-E0D8-B3F1-C7EF-8B2A736FC345}"/>
              </a:ext>
            </a:extLst>
          </p:cNvPr>
          <p:cNvSpPr/>
          <p:nvPr/>
        </p:nvSpPr>
        <p:spPr>
          <a:xfrm rot="5400000">
            <a:off x="1761889" y="3965715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E99FAD1C-BDCD-24AA-5BFF-680DBC719FB3}"/>
              </a:ext>
            </a:extLst>
          </p:cNvPr>
          <p:cNvSpPr/>
          <p:nvPr/>
        </p:nvSpPr>
        <p:spPr>
          <a:xfrm rot="5400000">
            <a:off x="1761888" y="4146819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0.07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4D317A73-9F83-EF68-9A61-160D6145E870}"/>
              </a:ext>
            </a:extLst>
          </p:cNvPr>
          <p:cNvSpPr/>
          <p:nvPr/>
        </p:nvSpPr>
        <p:spPr>
          <a:xfrm rot="5400000">
            <a:off x="1761888" y="4297429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0.06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6559EF61-E6A9-3181-8392-52C5C2060ACE}"/>
              </a:ext>
            </a:extLst>
          </p:cNvPr>
          <p:cNvSpPr/>
          <p:nvPr/>
        </p:nvSpPr>
        <p:spPr>
          <a:xfrm rot="5400000">
            <a:off x="1761888" y="4448039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0.05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59A8CC4B-CF00-1CF0-F9E1-5DF2E244D4E7}"/>
              </a:ext>
            </a:extLst>
          </p:cNvPr>
          <p:cNvSpPr/>
          <p:nvPr/>
        </p:nvSpPr>
        <p:spPr>
          <a:xfrm rot="5400000">
            <a:off x="1761888" y="4598649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0.04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A74BD051-00BB-9A55-9D06-E7CEC2E9612C}"/>
              </a:ext>
            </a:extLst>
          </p:cNvPr>
          <p:cNvSpPr/>
          <p:nvPr/>
        </p:nvSpPr>
        <p:spPr>
          <a:xfrm rot="5400000">
            <a:off x="1761888" y="4749259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0.03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60303516-DB2D-2BC1-D927-2C61C32D1BE5}"/>
              </a:ext>
            </a:extLst>
          </p:cNvPr>
          <p:cNvSpPr/>
          <p:nvPr/>
        </p:nvSpPr>
        <p:spPr>
          <a:xfrm rot="5400000">
            <a:off x="1761888" y="4899869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0.02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15FD3697-C9EB-3F58-C3D2-BE88B64A8216}"/>
              </a:ext>
            </a:extLst>
          </p:cNvPr>
          <p:cNvSpPr/>
          <p:nvPr/>
        </p:nvSpPr>
        <p:spPr>
          <a:xfrm rot="5400000">
            <a:off x="1761888" y="5050479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0.01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F6F79706-9911-7779-94AB-03F4D52E68B1}"/>
              </a:ext>
            </a:extLst>
          </p:cNvPr>
          <p:cNvSpPr/>
          <p:nvPr/>
        </p:nvSpPr>
        <p:spPr>
          <a:xfrm rot="5400000">
            <a:off x="1761888" y="5201092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94" name="Picture 293" descr="A graph with blue and purple lines&#10;&#10;AI-generated content may be incorrect.">
            <a:extLst>
              <a:ext uri="{FF2B5EF4-FFF2-40B4-BE49-F238E27FC236}">
                <a16:creationId xmlns:a16="http://schemas.microsoft.com/office/drawing/2014/main" id="{CC6B6E7D-52A0-8818-D813-FE3AE4BF16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88" t="2671" r="10481" b="23710"/>
          <a:stretch/>
        </p:blipFill>
        <p:spPr>
          <a:xfrm>
            <a:off x="3299481" y="581227"/>
            <a:ext cx="832590" cy="1080000"/>
          </a:xfrm>
          <a:prstGeom prst="rect">
            <a:avLst/>
          </a:prstGeom>
        </p:spPr>
      </p:pic>
      <p:pic>
        <p:nvPicPr>
          <p:cNvPr id="295" name="Picture 294" descr="A graph with blue and purple lines&#10;&#10;AI-generated content may be incorrect.">
            <a:extLst>
              <a:ext uri="{FF2B5EF4-FFF2-40B4-BE49-F238E27FC236}">
                <a16:creationId xmlns:a16="http://schemas.microsoft.com/office/drawing/2014/main" id="{925CAC98-EFEB-5F74-2738-FAE64508CB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88" t="2671" r="10481" b="23710"/>
          <a:stretch/>
        </p:blipFill>
        <p:spPr>
          <a:xfrm>
            <a:off x="3299481" y="1780520"/>
            <a:ext cx="832590" cy="1080000"/>
          </a:xfrm>
          <a:prstGeom prst="rect">
            <a:avLst/>
          </a:prstGeom>
        </p:spPr>
      </p:pic>
      <p:pic>
        <p:nvPicPr>
          <p:cNvPr id="296" name="Picture 295" descr="A graph with blue and purple lines&#10;&#10;AI-generated content may be incorrect.">
            <a:extLst>
              <a:ext uri="{FF2B5EF4-FFF2-40B4-BE49-F238E27FC236}">
                <a16:creationId xmlns:a16="http://schemas.microsoft.com/office/drawing/2014/main" id="{41E76222-24D5-E634-1E95-5E370EC6E7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88" t="2671" r="10481" b="23710"/>
          <a:stretch/>
        </p:blipFill>
        <p:spPr>
          <a:xfrm>
            <a:off x="3299481" y="3043574"/>
            <a:ext cx="832590" cy="1080000"/>
          </a:xfrm>
          <a:prstGeom prst="rect">
            <a:avLst/>
          </a:prstGeom>
        </p:spPr>
      </p:pic>
      <p:pic>
        <p:nvPicPr>
          <p:cNvPr id="297" name="Picture 296" descr="A graph with blue and purple lines&#10;&#10;AI-generated content may be incorrect.">
            <a:extLst>
              <a:ext uri="{FF2B5EF4-FFF2-40B4-BE49-F238E27FC236}">
                <a16:creationId xmlns:a16="http://schemas.microsoft.com/office/drawing/2014/main" id="{B188B0C3-2824-0B8E-3A52-915231421F9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88" t="2671" r="10481" b="23710"/>
          <a:stretch/>
        </p:blipFill>
        <p:spPr>
          <a:xfrm>
            <a:off x="3299481" y="4277727"/>
            <a:ext cx="832590" cy="1080000"/>
          </a:xfrm>
          <a:prstGeom prst="rect">
            <a:avLst/>
          </a:prstGeom>
        </p:spPr>
      </p:pic>
      <p:sp>
        <p:nvSpPr>
          <p:cNvPr id="298" name="Rectangle 297">
            <a:extLst>
              <a:ext uri="{FF2B5EF4-FFF2-40B4-BE49-F238E27FC236}">
                <a16:creationId xmlns:a16="http://schemas.microsoft.com/office/drawing/2014/main" id="{FCCC057A-8189-5476-FE49-5468F08AA0BF}"/>
              </a:ext>
            </a:extLst>
          </p:cNvPr>
          <p:cNvSpPr/>
          <p:nvPr/>
        </p:nvSpPr>
        <p:spPr>
          <a:xfrm rot="5400000">
            <a:off x="3090888" y="467025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116AB80D-F1A4-CED0-5A84-C00D73AD1E9E}"/>
              </a:ext>
            </a:extLst>
          </p:cNvPr>
          <p:cNvSpPr/>
          <p:nvPr/>
        </p:nvSpPr>
        <p:spPr>
          <a:xfrm rot="5400000">
            <a:off x="3090888" y="595244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1.75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C478F387-3783-AF73-4618-28BD76E36A1A}"/>
              </a:ext>
            </a:extLst>
          </p:cNvPr>
          <p:cNvSpPr/>
          <p:nvPr/>
        </p:nvSpPr>
        <p:spPr>
          <a:xfrm rot="5400000">
            <a:off x="3090888" y="723463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1.5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F584008E-75BA-886B-D034-EE4B01396BD6}"/>
              </a:ext>
            </a:extLst>
          </p:cNvPr>
          <p:cNvSpPr/>
          <p:nvPr/>
        </p:nvSpPr>
        <p:spPr>
          <a:xfrm rot="5400000">
            <a:off x="3090888" y="979901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4A60554B-A82E-8A13-8885-CE0485457670}"/>
              </a:ext>
            </a:extLst>
          </p:cNvPr>
          <p:cNvSpPr/>
          <p:nvPr/>
        </p:nvSpPr>
        <p:spPr>
          <a:xfrm rot="5400000">
            <a:off x="3090888" y="1236339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5E47FEC6-0D01-177B-616F-F2FC445048F1}"/>
              </a:ext>
            </a:extLst>
          </p:cNvPr>
          <p:cNvSpPr/>
          <p:nvPr/>
        </p:nvSpPr>
        <p:spPr>
          <a:xfrm rot="5400000">
            <a:off x="3090888" y="1492778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D00944E4-1E04-AB22-1A46-AD08A0C3CA24}"/>
              </a:ext>
            </a:extLst>
          </p:cNvPr>
          <p:cNvSpPr/>
          <p:nvPr/>
        </p:nvSpPr>
        <p:spPr>
          <a:xfrm rot="5400000">
            <a:off x="3090888" y="851682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1.25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B4855E27-F8B6-6E98-EBFC-0B9EA6CDFB27}"/>
              </a:ext>
            </a:extLst>
          </p:cNvPr>
          <p:cNvSpPr/>
          <p:nvPr/>
        </p:nvSpPr>
        <p:spPr>
          <a:xfrm rot="5400000">
            <a:off x="3090888" y="1108120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0.75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0CCA95F8-FAB5-D8A7-84A3-0CAAEA01371A}"/>
              </a:ext>
            </a:extLst>
          </p:cNvPr>
          <p:cNvSpPr/>
          <p:nvPr/>
        </p:nvSpPr>
        <p:spPr>
          <a:xfrm rot="5400000">
            <a:off x="3090888" y="1364558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0.25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360557DE-A811-EA43-6229-F31D6528D462}"/>
              </a:ext>
            </a:extLst>
          </p:cNvPr>
          <p:cNvSpPr/>
          <p:nvPr/>
        </p:nvSpPr>
        <p:spPr>
          <a:xfrm rot="5400000">
            <a:off x="3090888" y="1666318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C2EA3A5D-C275-310A-6082-2AEB6CD21588}"/>
              </a:ext>
            </a:extLst>
          </p:cNvPr>
          <p:cNvSpPr/>
          <p:nvPr/>
        </p:nvSpPr>
        <p:spPr>
          <a:xfrm rot="5400000">
            <a:off x="3090888" y="1794537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1.75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316E5925-747E-450D-E996-F07914CF5C54}"/>
              </a:ext>
            </a:extLst>
          </p:cNvPr>
          <p:cNvSpPr/>
          <p:nvPr/>
        </p:nvSpPr>
        <p:spPr>
          <a:xfrm rot="5400000">
            <a:off x="3090888" y="1922756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1.5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31C171AF-7405-9FF0-4B69-9C4CF0573742}"/>
              </a:ext>
            </a:extLst>
          </p:cNvPr>
          <p:cNvSpPr/>
          <p:nvPr/>
        </p:nvSpPr>
        <p:spPr>
          <a:xfrm rot="5400000">
            <a:off x="3090888" y="2179194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C00D082E-388E-4107-2E06-C0E5F8A8FCDA}"/>
              </a:ext>
            </a:extLst>
          </p:cNvPr>
          <p:cNvSpPr/>
          <p:nvPr/>
        </p:nvSpPr>
        <p:spPr>
          <a:xfrm rot="5400000">
            <a:off x="3090888" y="2435632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7760D3D3-7F00-D138-B9B1-4EA6132AE348}"/>
              </a:ext>
            </a:extLst>
          </p:cNvPr>
          <p:cNvSpPr/>
          <p:nvPr/>
        </p:nvSpPr>
        <p:spPr>
          <a:xfrm rot="5400000">
            <a:off x="3090888" y="2692071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CC7C05E1-148C-3A66-883D-97D7DE169831}"/>
              </a:ext>
            </a:extLst>
          </p:cNvPr>
          <p:cNvSpPr/>
          <p:nvPr/>
        </p:nvSpPr>
        <p:spPr>
          <a:xfrm rot="5400000">
            <a:off x="3090888" y="2050975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1.25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4158EEC8-A3E4-4BD8-8490-19655B5A4D12}"/>
              </a:ext>
            </a:extLst>
          </p:cNvPr>
          <p:cNvSpPr/>
          <p:nvPr/>
        </p:nvSpPr>
        <p:spPr>
          <a:xfrm rot="5400000">
            <a:off x="3090888" y="2307413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0.75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E877F1F9-F456-BA95-96DF-443C1E5A9106}"/>
              </a:ext>
            </a:extLst>
          </p:cNvPr>
          <p:cNvSpPr/>
          <p:nvPr/>
        </p:nvSpPr>
        <p:spPr>
          <a:xfrm rot="5400000">
            <a:off x="3090888" y="2563851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0.25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879DB1E5-3097-1450-39AB-8745E89C02A6}"/>
              </a:ext>
            </a:extLst>
          </p:cNvPr>
          <p:cNvSpPr/>
          <p:nvPr/>
        </p:nvSpPr>
        <p:spPr>
          <a:xfrm rot="5400000">
            <a:off x="3090888" y="2929372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109E4421-C281-0897-399A-D5D86FC1F8BD}"/>
              </a:ext>
            </a:extLst>
          </p:cNvPr>
          <p:cNvSpPr/>
          <p:nvPr/>
        </p:nvSpPr>
        <p:spPr>
          <a:xfrm rot="5400000">
            <a:off x="3090888" y="3057591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1.75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DD3FBA5F-1AE6-8591-B413-8356311E6698}"/>
              </a:ext>
            </a:extLst>
          </p:cNvPr>
          <p:cNvSpPr/>
          <p:nvPr/>
        </p:nvSpPr>
        <p:spPr>
          <a:xfrm rot="5400000">
            <a:off x="3090888" y="3185810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1.5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7D693464-FF67-E598-F805-61E3528782A8}"/>
              </a:ext>
            </a:extLst>
          </p:cNvPr>
          <p:cNvSpPr/>
          <p:nvPr/>
        </p:nvSpPr>
        <p:spPr>
          <a:xfrm rot="5400000">
            <a:off x="3090888" y="3442248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F3F6ACAB-134F-6DA9-6243-46F16F70DC61}"/>
              </a:ext>
            </a:extLst>
          </p:cNvPr>
          <p:cNvSpPr/>
          <p:nvPr/>
        </p:nvSpPr>
        <p:spPr>
          <a:xfrm rot="5400000">
            <a:off x="3090888" y="3698686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5DC6CA7A-8721-CA9B-CAC2-9D9E4C3C9CD9}"/>
              </a:ext>
            </a:extLst>
          </p:cNvPr>
          <p:cNvSpPr/>
          <p:nvPr/>
        </p:nvSpPr>
        <p:spPr>
          <a:xfrm rot="5400000">
            <a:off x="3090888" y="3955125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94A145D8-E173-49F5-7B4B-722ED023D3F2}"/>
              </a:ext>
            </a:extLst>
          </p:cNvPr>
          <p:cNvSpPr/>
          <p:nvPr/>
        </p:nvSpPr>
        <p:spPr>
          <a:xfrm rot="5400000">
            <a:off x="3090888" y="3314029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1.25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541B290E-18AC-89DB-E79D-953EAD8B7694}"/>
              </a:ext>
            </a:extLst>
          </p:cNvPr>
          <p:cNvSpPr/>
          <p:nvPr/>
        </p:nvSpPr>
        <p:spPr>
          <a:xfrm rot="5400000">
            <a:off x="3090888" y="3570467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0.75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B2F65CD0-E60C-AE84-1873-A21710B74B29}"/>
              </a:ext>
            </a:extLst>
          </p:cNvPr>
          <p:cNvSpPr/>
          <p:nvPr/>
        </p:nvSpPr>
        <p:spPr>
          <a:xfrm rot="5400000">
            <a:off x="3090888" y="3826905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0.25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15EA5EE0-3095-B1C5-897E-C4A7E64B9D38}"/>
              </a:ext>
            </a:extLst>
          </p:cNvPr>
          <p:cNvSpPr/>
          <p:nvPr/>
        </p:nvSpPr>
        <p:spPr>
          <a:xfrm rot="5400000">
            <a:off x="3090888" y="4163525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9A59A307-6792-6531-A45A-75B10523DB91}"/>
              </a:ext>
            </a:extLst>
          </p:cNvPr>
          <p:cNvSpPr/>
          <p:nvPr/>
        </p:nvSpPr>
        <p:spPr>
          <a:xfrm rot="5400000">
            <a:off x="3090888" y="4291744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1.75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7936A872-480F-55BE-9333-722A284DAE9F}"/>
              </a:ext>
            </a:extLst>
          </p:cNvPr>
          <p:cNvSpPr/>
          <p:nvPr/>
        </p:nvSpPr>
        <p:spPr>
          <a:xfrm rot="5400000">
            <a:off x="3090888" y="4419963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1.5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5A194348-966B-E224-FC85-74ED33D9B170}"/>
              </a:ext>
            </a:extLst>
          </p:cNvPr>
          <p:cNvSpPr/>
          <p:nvPr/>
        </p:nvSpPr>
        <p:spPr>
          <a:xfrm rot="5400000">
            <a:off x="3090888" y="4676401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982A8DA2-CB08-20A4-11D0-EFA739D9216E}"/>
              </a:ext>
            </a:extLst>
          </p:cNvPr>
          <p:cNvSpPr/>
          <p:nvPr/>
        </p:nvSpPr>
        <p:spPr>
          <a:xfrm rot="5400000">
            <a:off x="3090888" y="4932839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2CB700D3-E84A-237A-AD6A-29DD34F7F6A8}"/>
              </a:ext>
            </a:extLst>
          </p:cNvPr>
          <p:cNvSpPr/>
          <p:nvPr/>
        </p:nvSpPr>
        <p:spPr>
          <a:xfrm rot="5400000">
            <a:off x="3090888" y="5189278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57287129-A8D4-CF92-F5FA-CD609781431D}"/>
              </a:ext>
            </a:extLst>
          </p:cNvPr>
          <p:cNvSpPr/>
          <p:nvPr/>
        </p:nvSpPr>
        <p:spPr>
          <a:xfrm rot="5400000">
            <a:off x="3090888" y="4548182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1.25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CCA13B24-6A03-1389-3910-4327014F91DD}"/>
              </a:ext>
            </a:extLst>
          </p:cNvPr>
          <p:cNvSpPr/>
          <p:nvPr/>
        </p:nvSpPr>
        <p:spPr>
          <a:xfrm rot="5400000">
            <a:off x="3090888" y="4804620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0.75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E298F493-7DB3-1F09-ACE5-7D36C1FFBF0A}"/>
              </a:ext>
            </a:extLst>
          </p:cNvPr>
          <p:cNvSpPr/>
          <p:nvPr/>
        </p:nvSpPr>
        <p:spPr>
          <a:xfrm rot="5400000">
            <a:off x="3090888" y="5061058"/>
            <a:ext cx="189979" cy="2860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0.25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34" name="Picture 333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70AB5CB0-F46A-6FDA-FAEA-321287F426C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83" t="3630" r="10507" b="24285"/>
          <a:stretch/>
        </p:blipFill>
        <p:spPr>
          <a:xfrm>
            <a:off x="1975373" y="581227"/>
            <a:ext cx="821195" cy="1080000"/>
          </a:xfrm>
          <a:prstGeom prst="rect">
            <a:avLst/>
          </a:prstGeom>
        </p:spPr>
      </p:pic>
      <p:pic>
        <p:nvPicPr>
          <p:cNvPr id="335" name="Picture 334" descr="A graph with blue and purple lines&#10;&#10;AI-generated content may be incorrect.">
            <a:extLst>
              <a:ext uri="{FF2B5EF4-FFF2-40B4-BE49-F238E27FC236}">
                <a16:creationId xmlns:a16="http://schemas.microsoft.com/office/drawing/2014/main" id="{CDCD772A-C09B-53B6-7BC5-0B26529674D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83" t="3630" r="10507" b="24285"/>
          <a:stretch/>
        </p:blipFill>
        <p:spPr>
          <a:xfrm>
            <a:off x="1975373" y="1780520"/>
            <a:ext cx="821195" cy="1080000"/>
          </a:xfrm>
          <a:prstGeom prst="rect">
            <a:avLst/>
          </a:prstGeom>
        </p:spPr>
      </p:pic>
      <p:pic>
        <p:nvPicPr>
          <p:cNvPr id="336" name="Picture 335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1F5D6664-7DE7-453C-A207-19B0CE0E84D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83" t="3630" r="10507" b="24285"/>
          <a:stretch/>
        </p:blipFill>
        <p:spPr>
          <a:xfrm>
            <a:off x="1975373" y="3043574"/>
            <a:ext cx="821195" cy="1080000"/>
          </a:xfrm>
          <a:prstGeom prst="rect">
            <a:avLst/>
          </a:prstGeom>
        </p:spPr>
      </p:pic>
      <p:pic>
        <p:nvPicPr>
          <p:cNvPr id="337" name="Picture 336" descr="A graph with blue and purple lines&#10;&#10;AI-generated content may be incorrect.">
            <a:extLst>
              <a:ext uri="{FF2B5EF4-FFF2-40B4-BE49-F238E27FC236}">
                <a16:creationId xmlns:a16="http://schemas.microsoft.com/office/drawing/2014/main" id="{C1166BFA-FB85-F47B-CDF1-B97A0CAE536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83" t="3630" r="10507" b="24285"/>
          <a:stretch/>
        </p:blipFill>
        <p:spPr>
          <a:xfrm>
            <a:off x="1975373" y="4277727"/>
            <a:ext cx="821195" cy="108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B96693-491A-CE74-303A-FB083B7FCD91}"/>
              </a:ext>
            </a:extLst>
          </p:cNvPr>
          <p:cNvSpPr txBox="1"/>
          <p:nvPr/>
        </p:nvSpPr>
        <p:spPr>
          <a:xfrm>
            <a:off x="1160270" y="1356492"/>
            <a:ext cx="232756" cy="215444"/>
          </a:xfrm>
          <a:prstGeom prst="rect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a</a:t>
            </a:r>
            <a:endParaRPr lang="en-GB" sz="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CE4E53-5951-CD3B-2856-7F75D61FC7AD}"/>
              </a:ext>
            </a:extLst>
          </p:cNvPr>
          <p:cNvSpPr txBox="1"/>
          <p:nvPr/>
        </p:nvSpPr>
        <p:spPr>
          <a:xfrm>
            <a:off x="2489279" y="1356492"/>
            <a:ext cx="235962" cy="215444"/>
          </a:xfrm>
          <a:prstGeom prst="rect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e</a:t>
            </a:r>
            <a:endParaRPr lang="en-GB" sz="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8AC917-5E14-0216-E94F-0A6308FF7DD7}"/>
              </a:ext>
            </a:extLst>
          </p:cNvPr>
          <p:cNvSpPr txBox="1"/>
          <p:nvPr/>
        </p:nvSpPr>
        <p:spPr>
          <a:xfrm>
            <a:off x="3888763" y="1356492"/>
            <a:ext cx="207108" cy="215444"/>
          </a:xfrm>
          <a:prstGeom prst="rect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endParaRPr lang="en-GB" sz="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C240FB-1907-4A81-AD5E-44A53BF56BA5}"/>
              </a:ext>
            </a:extLst>
          </p:cNvPr>
          <p:cNvSpPr txBox="1"/>
          <p:nvPr/>
        </p:nvSpPr>
        <p:spPr>
          <a:xfrm>
            <a:off x="1160270" y="2575769"/>
            <a:ext cx="237566" cy="215444"/>
          </a:xfrm>
          <a:prstGeom prst="rect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b</a:t>
            </a:r>
            <a:endParaRPr lang="en-GB" sz="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65A606-BCDA-0420-3BE5-DC8782B718DB}"/>
              </a:ext>
            </a:extLst>
          </p:cNvPr>
          <p:cNvSpPr txBox="1"/>
          <p:nvPr/>
        </p:nvSpPr>
        <p:spPr>
          <a:xfrm>
            <a:off x="2489279" y="2575769"/>
            <a:ext cx="215123" cy="215444"/>
          </a:xfrm>
          <a:prstGeom prst="rect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f</a:t>
            </a:r>
            <a:endParaRPr lang="en-GB" sz="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9F48B4-118E-1E08-9F04-54DC1299C344}"/>
              </a:ext>
            </a:extLst>
          </p:cNvPr>
          <p:cNvSpPr txBox="1"/>
          <p:nvPr/>
        </p:nvSpPr>
        <p:spPr>
          <a:xfrm>
            <a:off x="3888763" y="2575769"/>
            <a:ext cx="208711" cy="215444"/>
          </a:xfrm>
          <a:prstGeom prst="rect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endParaRPr lang="en-GB" sz="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BF399B-43DB-1959-8B0D-2127CF7FC5B2}"/>
              </a:ext>
            </a:extLst>
          </p:cNvPr>
          <p:cNvSpPr txBox="1"/>
          <p:nvPr/>
        </p:nvSpPr>
        <p:spPr>
          <a:xfrm>
            <a:off x="1160270" y="3824743"/>
            <a:ext cx="227948" cy="215444"/>
          </a:xfrm>
          <a:prstGeom prst="rect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c</a:t>
            </a:r>
            <a:endParaRPr lang="en-GB" sz="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74F444-D386-A3CA-BA88-683B4926A331}"/>
              </a:ext>
            </a:extLst>
          </p:cNvPr>
          <p:cNvSpPr txBox="1"/>
          <p:nvPr/>
        </p:nvSpPr>
        <p:spPr>
          <a:xfrm>
            <a:off x="2489279" y="3824743"/>
            <a:ext cx="232756" cy="215444"/>
          </a:xfrm>
          <a:prstGeom prst="rect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g</a:t>
            </a:r>
            <a:endParaRPr lang="en-GB" sz="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783AA5-937C-5379-74F8-AED22201A808}"/>
              </a:ext>
            </a:extLst>
          </p:cNvPr>
          <p:cNvSpPr txBox="1"/>
          <p:nvPr/>
        </p:nvSpPr>
        <p:spPr>
          <a:xfrm>
            <a:off x="3888763" y="3824743"/>
            <a:ext cx="229550" cy="215444"/>
          </a:xfrm>
          <a:prstGeom prst="rect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k</a:t>
            </a:r>
            <a:endParaRPr lang="en-GB" sz="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110985-DEB9-2B35-3A26-07F923B17020}"/>
              </a:ext>
            </a:extLst>
          </p:cNvPr>
          <p:cNvSpPr txBox="1"/>
          <p:nvPr/>
        </p:nvSpPr>
        <p:spPr>
          <a:xfrm>
            <a:off x="1160270" y="5065766"/>
            <a:ext cx="237566" cy="215444"/>
          </a:xfrm>
          <a:prstGeom prst="rect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d</a:t>
            </a:r>
            <a:endParaRPr lang="en-GB" sz="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D5088E-6C0A-A786-F657-716D7DD77729}"/>
              </a:ext>
            </a:extLst>
          </p:cNvPr>
          <p:cNvSpPr txBox="1"/>
          <p:nvPr/>
        </p:nvSpPr>
        <p:spPr>
          <a:xfrm>
            <a:off x="2489279" y="5065766"/>
            <a:ext cx="237566" cy="215444"/>
          </a:xfrm>
          <a:prstGeom prst="rect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h</a:t>
            </a:r>
            <a:endParaRPr lang="en-GB" sz="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191BFA-9513-623C-547C-5559F1D0DB0B}"/>
              </a:ext>
            </a:extLst>
          </p:cNvPr>
          <p:cNvSpPr txBox="1"/>
          <p:nvPr/>
        </p:nvSpPr>
        <p:spPr>
          <a:xfrm>
            <a:off x="3888763" y="4973558"/>
            <a:ext cx="207108" cy="215444"/>
          </a:xfrm>
          <a:prstGeom prst="rect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l</a:t>
            </a:r>
            <a:endParaRPr lang="en-GB" sz="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94DD68-6077-B8F7-4559-E4BBDC6E9D6F}"/>
              </a:ext>
            </a:extLst>
          </p:cNvPr>
          <p:cNvSpPr/>
          <p:nvPr/>
        </p:nvSpPr>
        <p:spPr>
          <a:xfrm rot="5400000">
            <a:off x="721117" y="4866202"/>
            <a:ext cx="181750" cy="82159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No skill</a:t>
            </a:r>
            <a:endParaRPr lang="en-GB" sz="7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FA5D73-76D9-F5FC-CD81-0ADF5B5B845B}"/>
              </a:ext>
            </a:extLst>
          </p:cNvPr>
          <p:cNvSpPr/>
          <p:nvPr/>
        </p:nvSpPr>
        <p:spPr>
          <a:xfrm rot="5400000">
            <a:off x="2033760" y="4875915"/>
            <a:ext cx="181750" cy="82159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No skill</a:t>
            </a:r>
            <a:endParaRPr lang="en-GB" sz="7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C9A6D3A-471B-B14B-87B6-D81E209C7208}"/>
              </a:ext>
            </a:extLst>
          </p:cNvPr>
          <p:cNvCxnSpPr>
            <a:stCxn id="297" idx="1"/>
            <a:endCxn id="297" idx="3"/>
          </p:cNvCxnSpPr>
          <p:nvPr/>
        </p:nvCxnSpPr>
        <p:spPr>
          <a:xfrm>
            <a:off x="3299481" y="4817727"/>
            <a:ext cx="828000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1317708-710B-0818-A9AD-4B69D3FE07B9}"/>
              </a:ext>
            </a:extLst>
          </p:cNvPr>
          <p:cNvSpPr/>
          <p:nvPr/>
        </p:nvSpPr>
        <p:spPr>
          <a:xfrm rot="5400000">
            <a:off x="3620101" y="4467655"/>
            <a:ext cx="181750" cy="82159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Perfect bias</a:t>
            </a:r>
            <a:endParaRPr lang="en-GB" sz="7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81E6C9-305B-B00E-0E3B-2E6DB4B1BD3D}"/>
              </a:ext>
            </a:extLst>
          </p:cNvPr>
          <p:cNvSpPr/>
          <p:nvPr/>
        </p:nvSpPr>
        <p:spPr>
          <a:xfrm rot="5400000">
            <a:off x="3541000" y="4845858"/>
            <a:ext cx="181750" cy="82159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Underprediction</a:t>
            </a:r>
            <a:endParaRPr lang="en-GB" sz="7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79A471-9FB0-A3D7-54EB-9A69D4D86A00}"/>
              </a:ext>
            </a:extLst>
          </p:cNvPr>
          <p:cNvSpPr/>
          <p:nvPr/>
        </p:nvSpPr>
        <p:spPr>
          <a:xfrm rot="5400000">
            <a:off x="3601608" y="3951733"/>
            <a:ext cx="181750" cy="82159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Overprediction</a:t>
            </a:r>
            <a:endParaRPr lang="en-GB" sz="7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D6DAAB9-15DB-5843-6C26-5E435F057C02}"/>
              </a:ext>
            </a:extLst>
          </p:cNvPr>
          <p:cNvCxnSpPr/>
          <p:nvPr/>
        </p:nvCxnSpPr>
        <p:spPr>
          <a:xfrm>
            <a:off x="3307610" y="3580013"/>
            <a:ext cx="828000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BDDB212-98B2-67C0-8D05-CE6A3A1111F1}"/>
              </a:ext>
            </a:extLst>
          </p:cNvPr>
          <p:cNvCxnSpPr/>
          <p:nvPr/>
        </p:nvCxnSpPr>
        <p:spPr>
          <a:xfrm>
            <a:off x="3312462" y="2318493"/>
            <a:ext cx="820800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D131F48-62C9-B745-AC6F-44AC717CC559}"/>
              </a:ext>
            </a:extLst>
          </p:cNvPr>
          <p:cNvCxnSpPr/>
          <p:nvPr/>
        </p:nvCxnSpPr>
        <p:spPr>
          <a:xfrm>
            <a:off x="3307610" y="1120641"/>
            <a:ext cx="820800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421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200</Words>
  <Application>Microsoft Office PowerPoint</Application>
  <PresentationFormat>Custom</PresentationFormat>
  <Paragraphs>142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Pillosu</dc:creator>
  <cp:lastModifiedBy>Fatima Maria Pillosu</cp:lastModifiedBy>
  <cp:revision>2</cp:revision>
  <dcterms:created xsi:type="dcterms:W3CDTF">2025-07-03T10:20:20Z</dcterms:created>
  <dcterms:modified xsi:type="dcterms:W3CDTF">2026-01-15T15:15:58Z</dcterms:modified>
</cp:coreProperties>
</file>