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6" r:id="rId2"/>
  </p:sldIdLst>
  <p:sldSz cx="4140200" cy="2087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2BB"/>
    <a:srgbClr val="5CB48E"/>
    <a:srgbClr val="DE5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7E21DF-2D91-46CA-98F5-69AE5D7B18F8}" v="9" dt="2026-01-26T16:00:39.4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43" autoAdjust="0"/>
    <p:restoredTop sz="94660"/>
  </p:normalViewPr>
  <p:slideViewPr>
    <p:cSldViewPr snapToGrid="0">
      <p:cViewPr varScale="1">
        <p:scale>
          <a:sx n="310" d="100"/>
          <a:sy n="310" d="100"/>
        </p:scale>
        <p:origin x="105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26T16:00:45.763" v="614" actId="1035"/>
      <pc:docMkLst>
        <pc:docMk/>
      </pc:docMkLst>
      <pc:sldChg chg="addSp delSp modSp mod">
        <pc:chgData name="Fatima Pillosu" userId="a6295d4dc9e22643" providerId="LiveId" clId="{87453732-75AC-4426-B5D3-B7C69C2D4F54}" dt="2026-01-26T16:00:45.763" v="614" actId="1035"/>
        <pc:sldMkLst>
          <pc:docMk/>
          <pc:sldMk cId="445470335" sldId="256"/>
        </pc:sldMkLst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2" creationId="{539947CB-ED39-536C-6C0B-2EB551D05FFE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3" creationId="{D7DE0A7F-FCD3-FD48-0A9C-2B36992C28EF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4" creationId="{FDD47B8C-923F-C61A-E03C-069006159CDB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5" creationId="{AF6F7306-7237-ACF1-4BD0-361B5EB6DD34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7" creationId="{14EFAF95-6DE1-56F0-5604-18B87190C743}"/>
          </ac:spMkLst>
        </pc:spChg>
        <pc:spChg chg="add mod">
          <ac:chgData name="Fatima Pillosu" userId="a6295d4dc9e22643" providerId="LiveId" clId="{87453732-75AC-4426-B5D3-B7C69C2D4F54}" dt="2026-01-26T15:57:08.392" v="531" actId="164"/>
          <ac:spMkLst>
            <pc:docMk/>
            <pc:sldMk cId="445470335" sldId="256"/>
            <ac:spMk id="8" creationId="{F4B0B3BD-E28C-3EA5-DFB4-786F273A8F4D}"/>
          </ac:spMkLst>
        </pc:spChg>
        <pc:spChg chg="mod">
          <ac:chgData name="Fatima Pillosu" userId="a6295d4dc9e22643" providerId="LiveId" clId="{87453732-75AC-4426-B5D3-B7C69C2D4F54}" dt="2026-01-26T15:58:18.164" v="541" actId="207"/>
          <ac:spMkLst>
            <pc:docMk/>
            <pc:sldMk cId="445470335" sldId="256"/>
            <ac:spMk id="13" creationId="{539947CB-ED39-536C-6C0B-2EB551D05FFE}"/>
          </ac:spMkLst>
        </pc:spChg>
        <pc:spChg chg="mod">
          <ac:chgData name="Fatima Pillosu" userId="a6295d4dc9e22643" providerId="LiveId" clId="{87453732-75AC-4426-B5D3-B7C69C2D4F54}" dt="2026-01-26T15:58:18.164" v="541" actId="207"/>
          <ac:spMkLst>
            <pc:docMk/>
            <pc:sldMk cId="445470335" sldId="256"/>
            <ac:spMk id="14" creationId="{D7DE0A7F-FCD3-FD48-0A9C-2B36992C28EF}"/>
          </ac:spMkLst>
        </pc:spChg>
        <pc:spChg chg="mod">
          <ac:chgData name="Fatima Pillosu" userId="a6295d4dc9e22643" providerId="LiveId" clId="{87453732-75AC-4426-B5D3-B7C69C2D4F54}" dt="2026-01-26T15:58:18.164" v="541" actId="207"/>
          <ac:spMkLst>
            <pc:docMk/>
            <pc:sldMk cId="445470335" sldId="256"/>
            <ac:spMk id="15" creationId="{FDD47B8C-923F-C61A-E03C-069006159CDB}"/>
          </ac:spMkLst>
        </pc:spChg>
        <pc:spChg chg="mod">
          <ac:chgData name="Fatima Pillosu" userId="a6295d4dc9e22643" providerId="LiveId" clId="{87453732-75AC-4426-B5D3-B7C69C2D4F54}" dt="2026-01-26T15:57:26.345" v="534"/>
          <ac:spMkLst>
            <pc:docMk/>
            <pc:sldMk cId="445470335" sldId="256"/>
            <ac:spMk id="16" creationId="{AF6F7306-7237-ACF1-4BD0-361B5EB6DD34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17" creationId="{539947CB-ED39-536C-6C0B-2EB551D05FFE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18" creationId="{D7DE0A7F-FCD3-FD48-0A9C-2B36992C28EF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19" creationId="{FDD47B8C-923F-C61A-E03C-069006159CDB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20" creationId="{AF6F7306-7237-ACF1-4BD0-361B5EB6DD34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22" creationId="{14EFAF95-6DE1-56F0-5604-18B87190C743}"/>
          </ac:spMkLst>
        </pc:spChg>
        <pc:spChg chg="mod">
          <ac:chgData name="Fatima Pillosu" userId="a6295d4dc9e22643" providerId="LiveId" clId="{87453732-75AC-4426-B5D3-B7C69C2D4F54}" dt="2026-01-26T15:57:26.345" v="534"/>
          <ac:spMkLst>
            <pc:docMk/>
            <pc:sldMk cId="445470335" sldId="256"/>
            <ac:spMk id="24" creationId="{14EFAF95-6DE1-56F0-5604-18B87190C743}"/>
          </ac:spMkLst>
        </pc:spChg>
        <pc:spChg chg="mod">
          <ac:chgData name="Fatima Pillosu" userId="a6295d4dc9e22643" providerId="LiveId" clId="{87453732-75AC-4426-B5D3-B7C69C2D4F54}" dt="2026-01-26T15:57:26.345" v="534"/>
          <ac:spMkLst>
            <pc:docMk/>
            <pc:sldMk cId="445470335" sldId="256"/>
            <ac:spMk id="25" creationId="{F4B0B3BD-E28C-3EA5-DFB4-786F273A8F4D}"/>
          </ac:spMkLst>
        </pc:spChg>
        <pc:spChg chg="add del mod">
          <ac:chgData name="Fatima Pillosu" userId="a6295d4dc9e22643" providerId="LiveId" clId="{87453732-75AC-4426-B5D3-B7C69C2D4F54}" dt="2026-01-26T16:00:31.845" v="607" actId="21"/>
          <ac:spMkLst>
            <pc:docMk/>
            <pc:sldMk cId="445470335" sldId="256"/>
            <ac:spMk id="28" creationId="{755373BA-31C0-2D0F-0B4F-E9754078968B}"/>
          </ac:spMkLst>
        </pc:spChg>
        <pc:spChg chg="add del">
          <ac:chgData name="Fatima Pillosu" userId="a6295d4dc9e22643" providerId="LiveId" clId="{87453732-75AC-4426-B5D3-B7C69C2D4F54}" dt="2026-01-26T16:00:27.662" v="606" actId="478"/>
          <ac:spMkLst>
            <pc:docMk/>
            <pc:sldMk cId="445470335" sldId="256"/>
            <ac:spMk id="29" creationId="{D77AF837-716C-1588-FF6F-23D682027D71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31" creationId="{539947CB-ED39-536C-6C0B-2EB551D05FFE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32" creationId="{D7DE0A7F-FCD3-FD48-0A9C-2B36992C28EF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33" creationId="{FDD47B8C-923F-C61A-E03C-069006159CDB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34" creationId="{AF6F7306-7237-ACF1-4BD0-361B5EB6DD34}"/>
          </ac:spMkLst>
        </pc:spChg>
        <pc:spChg chg="add del mod">
          <ac:chgData name="Fatima Pillosu" userId="a6295d4dc9e22643" providerId="LiveId" clId="{87453732-75AC-4426-B5D3-B7C69C2D4F54}" dt="2026-01-26T15:56:31.064" v="528" actId="21"/>
          <ac:spMkLst>
            <pc:docMk/>
            <pc:sldMk cId="445470335" sldId="256"/>
            <ac:spMk id="35" creationId="{F4B0B3BD-E28C-3EA5-DFB4-786F273A8F4D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39" creationId="{14EFAF95-6DE1-56F0-5604-18B87190C743}"/>
          </ac:spMkLst>
        </pc:spChg>
        <pc:spChg chg="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40" creationId="{F4B0B3BD-E28C-3EA5-DFB4-786F273A8F4D}"/>
          </ac:spMkLst>
        </pc:spChg>
        <pc:spChg chg="add mod">
          <ac:chgData name="Fatima Pillosu" userId="a6295d4dc9e22643" providerId="LiveId" clId="{87453732-75AC-4426-B5D3-B7C69C2D4F54}" dt="2026-01-26T16:00:39.488" v="608"/>
          <ac:spMkLst>
            <pc:docMk/>
            <pc:sldMk cId="445470335" sldId="256"/>
            <ac:spMk id="43" creationId="{755373BA-31C0-2D0F-0B4F-E9754078968B}"/>
          </ac:spMkLst>
        </pc:spChg>
        <pc:grpChg chg="add del mod">
          <ac:chgData name="Fatima Pillosu" userId="a6295d4dc9e22643" providerId="LiveId" clId="{87453732-75AC-4426-B5D3-B7C69C2D4F54}" dt="2026-01-26T15:57:16.707" v="533" actId="21"/>
          <ac:grpSpMkLst>
            <pc:docMk/>
            <pc:sldMk cId="445470335" sldId="256"/>
            <ac:grpSpMk id="11" creationId="{E90E6E01-8CF5-4E96-8B34-4501EF00DCBA}"/>
          </ac:grpSpMkLst>
        </pc:grpChg>
        <pc:grpChg chg="add del mod">
          <ac:chgData name="Fatima Pillosu" userId="a6295d4dc9e22643" providerId="LiveId" clId="{87453732-75AC-4426-B5D3-B7C69C2D4F54}" dt="2026-01-26T16:00:31.845" v="607" actId="21"/>
          <ac:grpSpMkLst>
            <pc:docMk/>
            <pc:sldMk cId="445470335" sldId="256"/>
            <ac:grpSpMk id="12" creationId="{E90E6E01-8CF5-4E96-8B34-4501EF00DCBA}"/>
          </ac:grpSpMkLst>
        </pc:grpChg>
        <pc:grpChg chg="mod">
          <ac:chgData name="Fatima Pillosu" userId="a6295d4dc9e22643" providerId="LiveId" clId="{87453732-75AC-4426-B5D3-B7C69C2D4F54}" dt="2026-01-26T16:00:45.763" v="614" actId="1035"/>
          <ac:grpSpMkLst>
            <pc:docMk/>
            <pc:sldMk cId="445470335" sldId="256"/>
            <ac:grpSpMk id="30" creationId="{E90E6E01-8CF5-4E96-8B34-4501EF00DCBA}"/>
          </ac:grpSpMkLst>
        </pc:grpChg>
        <pc:picChg chg="add mod">
          <ac:chgData name="Fatima Pillosu" userId="a6295d4dc9e22643" providerId="LiveId" clId="{87453732-75AC-4426-B5D3-B7C69C2D4F54}" dt="2026-01-26T15:57:08.392" v="531" actId="164"/>
          <ac:picMkLst>
            <pc:docMk/>
            <pc:sldMk cId="445470335" sldId="256"/>
            <ac:picMk id="6" creationId="{2E65243E-E0E5-70E1-BD42-77525EC94B42}"/>
          </ac:picMkLst>
        </pc:picChg>
        <pc:picChg chg="add mod">
          <ac:chgData name="Fatima Pillosu" userId="a6295d4dc9e22643" providerId="LiveId" clId="{87453732-75AC-4426-B5D3-B7C69C2D4F54}" dt="2026-01-26T15:57:08.392" v="531" actId="164"/>
          <ac:picMkLst>
            <pc:docMk/>
            <pc:sldMk cId="445470335" sldId="256"/>
            <ac:picMk id="9" creationId="{3C84D770-A2A7-7A68-64A2-76AC8DEA743A}"/>
          </ac:picMkLst>
        </pc:picChg>
        <pc:picChg chg="add mod">
          <ac:chgData name="Fatima Pillosu" userId="a6295d4dc9e22643" providerId="LiveId" clId="{87453732-75AC-4426-B5D3-B7C69C2D4F54}" dt="2026-01-26T15:57:08.392" v="531" actId="164"/>
          <ac:picMkLst>
            <pc:docMk/>
            <pc:sldMk cId="445470335" sldId="256"/>
            <ac:picMk id="10" creationId="{CAE3763B-0C01-2DF0-2543-B1907A30238C}"/>
          </ac:picMkLst>
        </pc:picChg>
        <pc:picChg chg="add del mod">
          <ac:chgData name="Fatima Pillosu" userId="a6295d4dc9e22643" providerId="LiveId" clId="{87453732-75AC-4426-B5D3-B7C69C2D4F54}" dt="2026-01-26T15:56:31.064" v="528" actId="21"/>
          <ac:picMkLst>
            <pc:docMk/>
            <pc:sldMk cId="445470335" sldId="256"/>
            <ac:picMk id="21" creationId="{2E65243E-E0E5-70E1-BD42-77525EC94B42}"/>
          </ac:picMkLst>
        </pc:picChg>
        <pc:picChg chg="mod">
          <ac:chgData name="Fatima Pillosu" userId="a6295d4dc9e22643" providerId="LiveId" clId="{87453732-75AC-4426-B5D3-B7C69C2D4F54}" dt="2026-01-26T15:57:26.345" v="534"/>
          <ac:picMkLst>
            <pc:docMk/>
            <pc:sldMk cId="445470335" sldId="256"/>
            <ac:picMk id="23" creationId="{2E65243E-E0E5-70E1-BD42-77525EC94B42}"/>
          </ac:picMkLst>
        </pc:picChg>
        <pc:picChg chg="mod">
          <ac:chgData name="Fatima Pillosu" userId="a6295d4dc9e22643" providerId="LiveId" clId="{87453732-75AC-4426-B5D3-B7C69C2D4F54}" dt="2026-01-26T15:57:26.345" v="534"/>
          <ac:picMkLst>
            <pc:docMk/>
            <pc:sldMk cId="445470335" sldId="256"/>
            <ac:picMk id="26" creationId="{3C84D770-A2A7-7A68-64A2-76AC8DEA743A}"/>
          </ac:picMkLst>
        </pc:picChg>
        <pc:picChg chg="mod">
          <ac:chgData name="Fatima Pillosu" userId="a6295d4dc9e22643" providerId="LiveId" clId="{87453732-75AC-4426-B5D3-B7C69C2D4F54}" dt="2026-01-26T15:57:26.345" v="534"/>
          <ac:picMkLst>
            <pc:docMk/>
            <pc:sldMk cId="445470335" sldId="256"/>
            <ac:picMk id="27" creationId="{CAE3763B-0C01-2DF0-2543-B1907A30238C}"/>
          </ac:picMkLst>
        </pc:picChg>
        <pc:picChg chg="add del mod">
          <ac:chgData name="Fatima Pillosu" userId="a6295d4dc9e22643" providerId="LiveId" clId="{87453732-75AC-4426-B5D3-B7C69C2D4F54}" dt="2026-01-26T15:56:31.064" v="528" actId="21"/>
          <ac:picMkLst>
            <pc:docMk/>
            <pc:sldMk cId="445470335" sldId="256"/>
            <ac:picMk id="36" creationId="{3C84D770-A2A7-7A68-64A2-76AC8DEA743A}"/>
          </ac:picMkLst>
        </pc:picChg>
        <pc:picChg chg="add del mod">
          <ac:chgData name="Fatima Pillosu" userId="a6295d4dc9e22643" providerId="LiveId" clId="{87453732-75AC-4426-B5D3-B7C69C2D4F54}" dt="2026-01-26T15:56:31.064" v="528" actId="21"/>
          <ac:picMkLst>
            <pc:docMk/>
            <pc:sldMk cId="445470335" sldId="256"/>
            <ac:picMk id="37" creationId="{CAE3763B-0C01-2DF0-2543-B1907A30238C}"/>
          </ac:picMkLst>
        </pc:picChg>
        <pc:picChg chg="mod">
          <ac:chgData name="Fatima Pillosu" userId="a6295d4dc9e22643" providerId="LiveId" clId="{87453732-75AC-4426-B5D3-B7C69C2D4F54}" dt="2026-01-26T16:00:39.488" v="608"/>
          <ac:picMkLst>
            <pc:docMk/>
            <pc:sldMk cId="445470335" sldId="256"/>
            <ac:picMk id="38" creationId="{2E65243E-E0E5-70E1-BD42-77525EC94B42}"/>
          </ac:picMkLst>
        </pc:picChg>
        <pc:picChg chg="mod">
          <ac:chgData name="Fatima Pillosu" userId="a6295d4dc9e22643" providerId="LiveId" clId="{87453732-75AC-4426-B5D3-B7C69C2D4F54}" dt="2026-01-26T16:00:39.488" v="608"/>
          <ac:picMkLst>
            <pc:docMk/>
            <pc:sldMk cId="445470335" sldId="256"/>
            <ac:picMk id="41" creationId="{3C84D770-A2A7-7A68-64A2-76AC8DEA743A}"/>
          </ac:picMkLst>
        </pc:picChg>
        <pc:picChg chg="mod">
          <ac:chgData name="Fatima Pillosu" userId="a6295d4dc9e22643" providerId="LiveId" clId="{87453732-75AC-4426-B5D3-B7C69C2D4F54}" dt="2026-01-26T16:00:39.488" v="608"/>
          <ac:picMkLst>
            <pc:docMk/>
            <pc:sldMk cId="445470335" sldId="256"/>
            <ac:picMk id="42" creationId="{CAE3763B-0C01-2DF0-2543-B1907A30238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2550A0-474C-420B-A2D7-93745FDCC2EA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9888" y="1143000"/>
            <a:ext cx="6118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B67194-2E74-42E8-88EC-9228ADE9933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787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69888" y="1143000"/>
            <a:ext cx="61182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B67194-2E74-42E8-88EC-9228ADE9933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6099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7525" y="341645"/>
            <a:ext cx="3105150" cy="726781"/>
          </a:xfrm>
        </p:spPr>
        <p:txBody>
          <a:bodyPr anchor="b"/>
          <a:lstStyle>
            <a:lvl1pPr algn="ctr">
              <a:defRPr sz="18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1096454"/>
            <a:ext cx="3105150" cy="504011"/>
          </a:xfrm>
        </p:spPr>
        <p:txBody>
          <a:bodyPr/>
          <a:lstStyle>
            <a:lvl1pPr marL="0" indent="0" algn="ctr">
              <a:buNone/>
              <a:defRPr sz="731"/>
            </a:lvl1pPr>
            <a:lvl2pPr marL="139172" indent="0" algn="ctr">
              <a:buNone/>
              <a:defRPr sz="609"/>
            </a:lvl2pPr>
            <a:lvl3pPr marL="278343" indent="0" algn="ctr">
              <a:buNone/>
              <a:defRPr sz="548"/>
            </a:lvl3pPr>
            <a:lvl4pPr marL="417515" indent="0" algn="ctr">
              <a:buNone/>
              <a:defRPr sz="487"/>
            </a:lvl4pPr>
            <a:lvl5pPr marL="556687" indent="0" algn="ctr">
              <a:buNone/>
              <a:defRPr sz="487"/>
            </a:lvl5pPr>
            <a:lvl6pPr marL="695858" indent="0" algn="ctr">
              <a:buNone/>
              <a:defRPr sz="487"/>
            </a:lvl6pPr>
            <a:lvl7pPr marL="835030" indent="0" algn="ctr">
              <a:buNone/>
              <a:defRPr sz="487"/>
            </a:lvl7pPr>
            <a:lvl8pPr marL="974202" indent="0" algn="ctr">
              <a:buNone/>
              <a:defRPr sz="487"/>
            </a:lvl8pPr>
            <a:lvl9pPr marL="1113373" indent="0" algn="ctr">
              <a:buNone/>
              <a:defRPr sz="48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7586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323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520441"/>
            <a:ext cx="3570923" cy="868368"/>
          </a:xfrm>
        </p:spPr>
        <p:txBody>
          <a:bodyPr anchor="b"/>
          <a:lstStyle>
            <a:lvl1pPr>
              <a:defRPr sz="182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1397025"/>
            <a:ext cx="3570923" cy="456654"/>
          </a:xfrm>
        </p:spPr>
        <p:txBody>
          <a:bodyPr/>
          <a:lstStyle>
            <a:lvl1pPr marL="0" indent="0">
              <a:buNone/>
              <a:defRPr sz="731">
                <a:solidFill>
                  <a:schemeClr val="tx1">
                    <a:tint val="82000"/>
                  </a:schemeClr>
                </a:solidFill>
              </a:defRPr>
            </a:lvl1pPr>
            <a:lvl2pPr marL="139172" indent="0">
              <a:buNone/>
              <a:defRPr sz="609">
                <a:solidFill>
                  <a:schemeClr val="tx1">
                    <a:tint val="82000"/>
                  </a:schemeClr>
                </a:solidFill>
              </a:defRPr>
            </a:lvl2pPr>
            <a:lvl3pPr marL="278343" indent="0">
              <a:buNone/>
              <a:defRPr sz="548">
                <a:solidFill>
                  <a:schemeClr val="tx1">
                    <a:tint val="82000"/>
                  </a:schemeClr>
                </a:solidFill>
              </a:defRPr>
            </a:lvl3pPr>
            <a:lvl4pPr marL="417515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4pPr>
            <a:lvl5pPr marL="556687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5pPr>
            <a:lvl6pPr marL="695858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6pPr>
            <a:lvl7pPr marL="835030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7pPr>
            <a:lvl8pPr marL="974202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8pPr>
            <a:lvl9pPr marL="1113373" indent="0">
              <a:buNone/>
              <a:defRPr sz="48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7970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555717"/>
            <a:ext cx="1759585" cy="1324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555717"/>
            <a:ext cx="1759585" cy="1324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3140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11144"/>
            <a:ext cx="3570923" cy="4034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8" y="511743"/>
            <a:ext cx="1751499" cy="250797"/>
          </a:xfrm>
        </p:spPr>
        <p:txBody>
          <a:bodyPr anchor="b"/>
          <a:lstStyle>
            <a:lvl1pPr marL="0" indent="0">
              <a:buNone/>
              <a:defRPr sz="731" b="1"/>
            </a:lvl1pPr>
            <a:lvl2pPr marL="139172" indent="0">
              <a:buNone/>
              <a:defRPr sz="609" b="1"/>
            </a:lvl2pPr>
            <a:lvl3pPr marL="278343" indent="0">
              <a:buNone/>
              <a:defRPr sz="548" b="1"/>
            </a:lvl3pPr>
            <a:lvl4pPr marL="417515" indent="0">
              <a:buNone/>
              <a:defRPr sz="487" b="1"/>
            </a:lvl4pPr>
            <a:lvl5pPr marL="556687" indent="0">
              <a:buNone/>
              <a:defRPr sz="487" b="1"/>
            </a:lvl5pPr>
            <a:lvl6pPr marL="695858" indent="0">
              <a:buNone/>
              <a:defRPr sz="487" b="1"/>
            </a:lvl6pPr>
            <a:lvl7pPr marL="835030" indent="0">
              <a:buNone/>
              <a:defRPr sz="487" b="1"/>
            </a:lvl7pPr>
            <a:lvl8pPr marL="974202" indent="0">
              <a:buNone/>
              <a:defRPr sz="487" b="1"/>
            </a:lvl8pPr>
            <a:lvl9pPr marL="1113373" indent="0">
              <a:buNone/>
              <a:defRPr sz="4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8" y="762540"/>
            <a:ext cx="1751499" cy="11215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6" y="511743"/>
            <a:ext cx="1760124" cy="250797"/>
          </a:xfrm>
        </p:spPr>
        <p:txBody>
          <a:bodyPr anchor="b"/>
          <a:lstStyle>
            <a:lvl1pPr marL="0" indent="0">
              <a:buNone/>
              <a:defRPr sz="731" b="1"/>
            </a:lvl1pPr>
            <a:lvl2pPr marL="139172" indent="0">
              <a:buNone/>
              <a:defRPr sz="609" b="1"/>
            </a:lvl2pPr>
            <a:lvl3pPr marL="278343" indent="0">
              <a:buNone/>
              <a:defRPr sz="548" b="1"/>
            </a:lvl3pPr>
            <a:lvl4pPr marL="417515" indent="0">
              <a:buNone/>
              <a:defRPr sz="487" b="1"/>
            </a:lvl4pPr>
            <a:lvl5pPr marL="556687" indent="0">
              <a:buNone/>
              <a:defRPr sz="487" b="1"/>
            </a:lvl5pPr>
            <a:lvl6pPr marL="695858" indent="0">
              <a:buNone/>
              <a:defRPr sz="487" b="1"/>
            </a:lvl6pPr>
            <a:lvl7pPr marL="835030" indent="0">
              <a:buNone/>
              <a:defRPr sz="487" b="1"/>
            </a:lvl7pPr>
            <a:lvl8pPr marL="974202" indent="0">
              <a:buNone/>
              <a:defRPr sz="487" b="1"/>
            </a:lvl8pPr>
            <a:lvl9pPr marL="1113373" indent="0">
              <a:buNone/>
              <a:defRPr sz="4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6" y="762540"/>
            <a:ext cx="1760124" cy="11215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2892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9480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38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39171"/>
            <a:ext cx="1335322" cy="487098"/>
          </a:xfrm>
        </p:spPr>
        <p:txBody>
          <a:bodyPr anchor="b"/>
          <a:lstStyle>
            <a:lvl1pPr>
              <a:defRPr sz="9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300570"/>
            <a:ext cx="2095976" cy="1483523"/>
          </a:xfrm>
        </p:spPr>
        <p:txBody>
          <a:bodyPr/>
          <a:lstStyle>
            <a:lvl1pPr>
              <a:defRPr sz="974"/>
            </a:lvl1pPr>
            <a:lvl2pPr>
              <a:defRPr sz="852"/>
            </a:lvl2pPr>
            <a:lvl3pPr>
              <a:defRPr sz="731"/>
            </a:lvl3pPr>
            <a:lvl4pPr>
              <a:defRPr sz="609"/>
            </a:lvl4pPr>
            <a:lvl5pPr>
              <a:defRPr sz="609"/>
            </a:lvl5pPr>
            <a:lvl6pPr>
              <a:defRPr sz="609"/>
            </a:lvl6pPr>
            <a:lvl7pPr>
              <a:defRPr sz="609"/>
            </a:lvl7pPr>
            <a:lvl8pPr>
              <a:defRPr sz="609"/>
            </a:lvl8pPr>
            <a:lvl9pPr>
              <a:defRPr sz="60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626269"/>
            <a:ext cx="1335322" cy="1160241"/>
          </a:xfrm>
        </p:spPr>
        <p:txBody>
          <a:bodyPr/>
          <a:lstStyle>
            <a:lvl1pPr marL="0" indent="0">
              <a:buNone/>
              <a:defRPr sz="487"/>
            </a:lvl1pPr>
            <a:lvl2pPr marL="139172" indent="0">
              <a:buNone/>
              <a:defRPr sz="426"/>
            </a:lvl2pPr>
            <a:lvl3pPr marL="278343" indent="0">
              <a:buNone/>
              <a:defRPr sz="365"/>
            </a:lvl3pPr>
            <a:lvl4pPr marL="417515" indent="0">
              <a:buNone/>
              <a:defRPr sz="304"/>
            </a:lvl4pPr>
            <a:lvl5pPr marL="556687" indent="0">
              <a:buNone/>
              <a:defRPr sz="304"/>
            </a:lvl5pPr>
            <a:lvl6pPr marL="695858" indent="0">
              <a:buNone/>
              <a:defRPr sz="304"/>
            </a:lvl6pPr>
            <a:lvl7pPr marL="835030" indent="0">
              <a:buNone/>
              <a:defRPr sz="304"/>
            </a:lvl7pPr>
            <a:lvl8pPr marL="974202" indent="0">
              <a:buNone/>
              <a:defRPr sz="304"/>
            </a:lvl8pPr>
            <a:lvl9pPr marL="1113373" indent="0">
              <a:buNone/>
              <a:defRPr sz="30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2490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139171"/>
            <a:ext cx="1335322" cy="487098"/>
          </a:xfrm>
        </p:spPr>
        <p:txBody>
          <a:bodyPr anchor="b"/>
          <a:lstStyle>
            <a:lvl1pPr>
              <a:defRPr sz="9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300570"/>
            <a:ext cx="2095976" cy="1483523"/>
          </a:xfrm>
        </p:spPr>
        <p:txBody>
          <a:bodyPr anchor="t"/>
          <a:lstStyle>
            <a:lvl1pPr marL="0" indent="0">
              <a:buNone/>
              <a:defRPr sz="974"/>
            </a:lvl1pPr>
            <a:lvl2pPr marL="139172" indent="0">
              <a:buNone/>
              <a:defRPr sz="852"/>
            </a:lvl2pPr>
            <a:lvl3pPr marL="278343" indent="0">
              <a:buNone/>
              <a:defRPr sz="731"/>
            </a:lvl3pPr>
            <a:lvl4pPr marL="417515" indent="0">
              <a:buNone/>
              <a:defRPr sz="609"/>
            </a:lvl4pPr>
            <a:lvl5pPr marL="556687" indent="0">
              <a:buNone/>
              <a:defRPr sz="609"/>
            </a:lvl5pPr>
            <a:lvl6pPr marL="695858" indent="0">
              <a:buNone/>
              <a:defRPr sz="609"/>
            </a:lvl6pPr>
            <a:lvl7pPr marL="835030" indent="0">
              <a:buNone/>
              <a:defRPr sz="609"/>
            </a:lvl7pPr>
            <a:lvl8pPr marL="974202" indent="0">
              <a:buNone/>
              <a:defRPr sz="609"/>
            </a:lvl8pPr>
            <a:lvl9pPr marL="1113373" indent="0">
              <a:buNone/>
              <a:defRPr sz="60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626269"/>
            <a:ext cx="1335322" cy="1160241"/>
          </a:xfrm>
        </p:spPr>
        <p:txBody>
          <a:bodyPr/>
          <a:lstStyle>
            <a:lvl1pPr marL="0" indent="0">
              <a:buNone/>
              <a:defRPr sz="487"/>
            </a:lvl1pPr>
            <a:lvl2pPr marL="139172" indent="0">
              <a:buNone/>
              <a:defRPr sz="426"/>
            </a:lvl2pPr>
            <a:lvl3pPr marL="278343" indent="0">
              <a:buNone/>
              <a:defRPr sz="365"/>
            </a:lvl3pPr>
            <a:lvl4pPr marL="417515" indent="0">
              <a:buNone/>
              <a:defRPr sz="304"/>
            </a:lvl4pPr>
            <a:lvl5pPr marL="556687" indent="0">
              <a:buNone/>
              <a:defRPr sz="304"/>
            </a:lvl5pPr>
            <a:lvl6pPr marL="695858" indent="0">
              <a:buNone/>
              <a:defRPr sz="304"/>
            </a:lvl6pPr>
            <a:lvl7pPr marL="835030" indent="0">
              <a:buNone/>
              <a:defRPr sz="304"/>
            </a:lvl7pPr>
            <a:lvl8pPr marL="974202" indent="0">
              <a:buNone/>
              <a:defRPr sz="304"/>
            </a:lvl8pPr>
            <a:lvl9pPr marL="1113373" indent="0">
              <a:buNone/>
              <a:defRPr sz="30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3086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5762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0" y="111143"/>
            <a:ext cx="892731" cy="17691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111143"/>
            <a:ext cx="2626439" cy="17691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69702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111144"/>
            <a:ext cx="3570923" cy="403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555717"/>
            <a:ext cx="3570923" cy="13245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1934862"/>
            <a:ext cx="931545" cy="111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991D17-A80B-440D-B07A-8FE6A2A163B8}" type="datetimeFigureOut">
              <a:rPr lang="it-IT" smtClean="0"/>
              <a:t>26/01/2026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1934862"/>
            <a:ext cx="1397318" cy="111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1934862"/>
            <a:ext cx="931545" cy="1111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4EA1A-14E4-476C-A210-57948B511293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526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78343" rtl="0" eaLnBrk="1" latinLnBrk="0" hangingPunct="1">
        <a:lnSpc>
          <a:spcPct val="90000"/>
        </a:lnSpc>
        <a:spcBef>
          <a:spcPct val="0"/>
        </a:spcBef>
        <a:buNone/>
        <a:defRPr sz="13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9586" indent="-69586" algn="l" defTabSz="278343" rtl="0" eaLnBrk="1" latinLnBrk="0" hangingPunct="1">
        <a:lnSpc>
          <a:spcPct val="90000"/>
        </a:lnSpc>
        <a:spcBef>
          <a:spcPts val="304"/>
        </a:spcBef>
        <a:buFont typeface="Arial" panose="020B0604020202020204" pitchFamily="34" charset="0"/>
        <a:buChar char="•"/>
        <a:defRPr sz="852" kern="1200">
          <a:solidFill>
            <a:schemeClr val="tx1"/>
          </a:solidFill>
          <a:latin typeface="+mn-lt"/>
          <a:ea typeface="+mn-ea"/>
          <a:cs typeface="+mn-cs"/>
        </a:defRPr>
      </a:lvl1pPr>
      <a:lvl2pPr marL="208758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731" kern="1200">
          <a:solidFill>
            <a:schemeClr val="tx1"/>
          </a:solidFill>
          <a:latin typeface="+mn-lt"/>
          <a:ea typeface="+mn-ea"/>
          <a:cs typeface="+mn-cs"/>
        </a:defRPr>
      </a:lvl2pPr>
      <a:lvl3pPr marL="347929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609" kern="1200">
          <a:solidFill>
            <a:schemeClr val="tx1"/>
          </a:solidFill>
          <a:latin typeface="+mn-lt"/>
          <a:ea typeface="+mn-ea"/>
          <a:cs typeface="+mn-cs"/>
        </a:defRPr>
      </a:lvl3pPr>
      <a:lvl4pPr marL="487101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4pPr>
      <a:lvl5pPr marL="626273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5pPr>
      <a:lvl6pPr marL="765444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6pPr>
      <a:lvl7pPr marL="904616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7pPr>
      <a:lvl8pPr marL="1043788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8pPr>
      <a:lvl9pPr marL="1182959" indent="-69586" algn="l" defTabSz="278343" rtl="0" eaLnBrk="1" latinLnBrk="0" hangingPunct="1">
        <a:lnSpc>
          <a:spcPct val="90000"/>
        </a:lnSpc>
        <a:spcBef>
          <a:spcPts val="152"/>
        </a:spcBef>
        <a:buFont typeface="Arial" panose="020B0604020202020204" pitchFamily="34" charset="0"/>
        <a:buChar char="•"/>
        <a:defRPr sz="5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1pPr>
      <a:lvl2pPr marL="139172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2pPr>
      <a:lvl3pPr marL="278343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3pPr>
      <a:lvl4pPr marL="417515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4pPr>
      <a:lvl5pPr marL="556687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5pPr>
      <a:lvl6pPr marL="695858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6pPr>
      <a:lvl7pPr marL="835030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7pPr>
      <a:lvl8pPr marL="974202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8pPr>
      <a:lvl9pPr marL="1113373" algn="l" defTabSz="278343" rtl="0" eaLnBrk="1" latinLnBrk="0" hangingPunct="1">
        <a:defRPr sz="54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0E6E01-8CF5-4E96-8B34-4501EF00DCBA}"/>
              </a:ext>
            </a:extLst>
          </p:cNvPr>
          <p:cNvGrpSpPr/>
          <p:nvPr/>
        </p:nvGrpSpPr>
        <p:grpSpPr>
          <a:xfrm>
            <a:off x="724060" y="366368"/>
            <a:ext cx="2814673" cy="1700073"/>
            <a:chOff x="51759" y="17040"/>
            <a:chExt cx="2975400" cy="1700073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39947CB-ED39-536C-6C0B-2EB551D05FFE}"/>
                </a:ext>
              </a:extLst>
            </p:cNvPr>
            <p:cNvSpPr txBox="1"/>
            <p:nvPr/>
          </p:nvSpPr>
          <p:spPr>
            <a:xfrm>
              <a:off x="610604" y="56207"/>
              <a:ext cx="24165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Family: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 </a:t>
              </a:r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Bagging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Algorithm: 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Random Forest 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Implementation(s): XGBoost - RF | LightGBM - RF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7DE0A7F-FCD3-FD48-0A9C-2B36992C28EF}"/>
                </a:ext>
              </a:extLst>
            </p:cNvPr>
            <p:cNvSpPr txBox="1"/>
            <p:nvPr/>
          </p:nvSpPr>
          <p:spPr>
            <a:xfrm>
              <a:off x="610604" y="633561"/>
              <a:ext cx="24165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Family: Boosting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Algorithm: 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Gradient Boosting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Implementation(s): XGBoost | LightGBM | CatBoost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DD47B8C-923F-C61A-E03C-069006159CDB}"/>
                </a:ext>
              </a:extLst>
            </p:cNvPr>
            <p:cNvSpPr txBox="1"/>
            <p:nvPr/>
          </p:nvSpPr>
          <p:spPr>
            <a:xfrm>
              <a:off x="610604" y="1216280"/>
              <a:ext cx="24165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Family: Neural networks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Algorithm: </a:t>
              </a:r>
              <a:r>
                <a:rPr lang="en-GB" sz="8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Feed-forward neural network </a:t>
              </a:r>
            </a:p>
            <a:p>
              <a:r>
                <a:rPr lang="en-GB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Implementation(s): Keras + TensorFlow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F6F7306-7237-ACF1-4BD0-361B5EB6DD34}"/>
                </a:ext>
              </a:extLst>
            </p:cNvPr>
            <p:cNvSpPr/>
            <p:nvPr/>
          </p:nvSpPr>
          <p:spPr>
            <a:xfrm>
              <a:off x="51759" y="1177113"/>
              <a:ext cx="540000" cy="540000"/>
            </a:xfrm>
            <a:prstGeom prst="ellipse">
              <a:avLst/>
            </a:prstGeom>
            <a:solidFill>
              <a:srgbClr val="5CB48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2E65243E-E0E5-70E1-BD42-77525EC94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DDB"/>
                </a:clrFrom>
                <a:clrTo>
                  <a:srgbClr val="FFFDDB">
                    <a:alpha val="0"/>
                  </a:srgbClr>
                </a:clrTo>
              </a:clrChange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colorTemperature colorTemp="112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125550" y="1267113"/>
              <a:ext cx="392417" cy="360000"/>
            </a:xfrm>
            <a:prstGeom prst="rect">
              <a:avLst/>
            </a:prstGeom>
          </p:spPr>
        </p:pic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4EFAF95-6DE1-56F0-5604-18B87190C743}"/>
                </a:ext>
              </a:extLst>
            </p:cNvPr>
            <p:cNvSpPr/>
            <p:nvPr/>
          </p:nvSpPr>
          <p:spPr>
            <a:xfrm>
              <a:off x="52258" y="597076"/>
              <a:ext cx="540000" cy="54000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4B0B3BD-E28C-3EA5-DFB4-786F273A8F4D}"/>
                </a:ext>
              </a:extLst>
            </p:cNvPr>
            <p:cNvSpPr/>
            <p:nvPr/>
          </p:nvSpPr>
          <p:spPr>
            <a:xfrm>
              <a:off x="51759" y="17040"/>
              <a:ext cx="540000" cy="540000"/>
            </a:xfrm>
            <a:prstGeom prst="ellipse">
              <a:avLst/>
            </a:prstGeom>
            <a:solidFill>
              <a:srgbClr val="DE5C2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3C84D770-A2A7-7A68-64A2-76AC8DEA7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2361" t="16528" r="11986" b="16667"/>
            <a:stretch>
              <a:fillRect/>
            </a:stretch>
          </p:blipFill>
          <p:spPr>
            <a:xfrm>
              <a:off x="117920" y="107040"/>
              <a:ext cx="407678" cy="360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CAE3763B-0C01-2DF0-2543-B1907A302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26549" y="687076"/>
              <a:ext cx="391418" cy="360000"/>
            </a:xfrm>
            <a:prstGeom prst="rect">
              <a:avLst/>
            </a:prstGeom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755373BA-31C0-2D0F-0B4F-E9754078968B}"/>
              </a:ext>
            </a:extLst>
          </p:cNvPr>
          <p:cNvSpPr txBox="1"/>
          <p:nvPr/>
        </p:nvSpPr>
        <p:spPr>
          <a:xfrm>
            <a:off x="-82463" y="-71328"/>
            <a:ext cx="438261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Ensemble data-driven model architectures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45470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56</Words>
  <Application>Microsoft Office PowerPoint</Application>
  <PresentationFormat>Custom</PresentationFormat>
  <Paragraphs>12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Maria Pillosu</dc:creator>
  <cp:lastModifiedBy>Fatima Maria Pillosu</cp:lastModifiedBy>
  <cp:revision>1</cp:revision>
  <dcterms:created xsi:type="dcterms:W3CDTF">2025-11-19T09:38:45Z</dcterms:created>
  <dcterms:modified xsi:type="dcterms:W3CDTF">2026-01-26T16:00:49Z</dcterms:modified>
</cp:coreProperties>
</file>