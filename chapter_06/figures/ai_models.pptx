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2987675" cy="1728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A2BB"/>
    <a:srgbClr val="5CB48E"/>
    <a:srgbClr val="DE5C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56BF9-2C3D-4E41-A7D8-2F606427876B}" v="7" dt="2025-11-19T15:51:50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660"/>
  </p:normalViewPr>
  <p:slideViewPr>
    <p:cSldViewPr snapToGrid="0">
      <p:cViewPr varScale="1">
        <p:scale>
          <a:sx n="366" d="100"/>
          <a:sy n="366" d="100"/>
        </p:scale>
        <p:origin x="164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5-11-19T16:02:07.822" v="527" actId="20577"/>
      <pc:docMkLst>
        <pc:docMk/>
      </pc:docMkLst>
      <pc:sldChg chg="addSp delSp modSp mod">
        <pc:chgData name="Fatima Pillosu" userId="a6295d4dc9e22643" providerId="LiveId" clId="{87453732-75AC-4426-B5D3-B7C69C2D4F54}" dt="2025-11-19T16:02:07.822" v="527" actId="20577"/>
        <pc:sldMkLst>
          <pc:docMk/>
          <pc:sldMk cId="445470335" sldId="256"/>
        </pc:sldMkLst>
        <pc:spChg chg="add del mod">
          <ac:chgData name="Fatima Pillosu" userId="a6295d4dc9e22643" providerId="LiveId" clId="{87453732-75AC-4426-B5D3-B7C69C2D4F54}" dt="2025-11-19T15:25:31.238" v="39" actId="478"/>
          <ac:spMkLst>
            <pc:docMk/>
            <pc:sldMk cId="445470335" sldId="256"/>
            <ac:spMk id="2" creationId="{BE23CF9C-DF5C-B1A7-DEC1-49EAAF70AF55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4" creationId="{539947CB-ED39-536C-6C0B-2EB551D05FFE}"/>
          </ac:spMkLst>
        </pc:spChg>
        <pc:spChg chg="add del mod">
          <ac:chgData name="Fatima Pillosu" userId="a6295d4dc9e22643" providerId="LiveId" clId="{87453732-75AC-4426-B5D3-B7C69C2D4F54}" dt="2025-11-19T15:23:55.361" v="9" actId="478"/>
          <ac:spMkLst>
            <pc:docMk/>
            <pc:sldMk cId="445470335" sldId="256"/>
            <ac:spMk id="5" creationId="{8F511433-B364-9A87-DA5F-12F0EE6EB340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6" creationId="{D7DE0A7F-FCD3-FD48-0A9C-2B36992C28EF}"/>
          </ac:spMkLst>
        </pc:spChg>
        <pc:spChg chg="add del mod">
          <ac:chgData name="Fatima Pillosu" userId="a6295d4dc9e22643" providerId="LiveId" clId="{87453732-75AC-4426-B5D3-B7C69C2D4F54}" dt="2025-11-19T15:23:56.183" v="10" actId="478"/>
          <ac:spMkLst>
            <pc:docMk/>
            <pc:sldMk cId="445470335" sldId="256"/>
            <ac:spMk id="8" creationId="{6601D026-32BE-9F49-EAB4-5732D77734A8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9" creationId="{FDD47B8C-923F-C61A-E03C-069006159CDB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11" creationId="{AF6F7306-7237-ACF1-4BD0-361B5EB6DD34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12" creationId="{14EFAF95-6DE1-56F0-5604-18B87190C743}"/>
          </ac:spMkLst>
        </pc:spChg>
        <pc:spChg chg="add del mod">
          <ac:chgData name="Fatima Pillosu" userId="a6295d4dc9e22643" providerId="LiveId" clId="{87453732-75AC-4426-B5D3-B7C69C2D4F54}" dt="2025-11-19T15:35:57.587" v="267" actId="21"/>
          <ac:spMkLst>
            <pc:docMk/>
            <pc:sldMk cId="445470335" sldId="256"/>
            <ac:spMk id="13" creationId="{F4B0B3BD-E28C-3EA5-DFB4-786F273A8F4D}"/>
          </ac:spMkLst>
        </pc:spChg>
        <pc:spChg chg="add del">
          <ac:chgData name="Fatima Pillosu" userId="a6295d4dc9e22643" providerId="LiveId" clId="{87453732-75AC-4426-B5D3-B7C69C2D4F54}" dt="2025-11-19T15:35:54.290" v="266" actId="478"/>
          <ac:spMkLst>
            <pc:docMk/>
            <pc:sldMk cId="445470335" sldId="256"/>
            <ac:spMk id="16" creationId="{0C6DF999-13A2-A106-D403-1798A895AC24}"/>
          </ac:spMkLst>
        </pc:spChg>
        <pc:spChg chg="add mod">
          <ac:chgData name="Fatima Pillosu" userId="a6295d4dc9e22643" providerId="LiveId" clId="{87453732-75AC-4426-B5D3-B7C69C2D4F54}" dt="2025-11-19T15:57:51.048" v="523" actId="1037"/>
          <ac:spMkLst>
            <pc:docMk/>
            <pc:sldMk cId="445470335" sldId="256"/>
            <ac:spMk id="17" creationId="{539947CB-ED39-536C-6C0B-2EB551D05FFE}"/>
          </ac:spMkLst>
        </pc:spChg>
        <pc:spChg chg="add mod">
          <ac:chgData name="Fatima Pillosu" userId="a6295d4dc9e22643" providerId="LiveId" clId="{87453732-75AC-4426-B5D3-B7C69C2D4F54}" dt="2025-11-19T15:57:51.048" v="523" actId="1037"/>
          <ac:spMkLst>
            <pc:docMk/>
            <pc:sldMk cId="445470335" sldId="256"/>
            <ac:spMk id="18" creationId="{D7DE0A7F-FCD3-FD48-0A9C-2B36992C28EF}"/>
          </ac:spMkLst>
        </pc:spChg>
        <pc:spChg chg="add mod">
          <ac:chgData name="Fatima Pillosu" userId="a6295d4dc9e22643" providerId="LiveId" clId="{87453732-75AC-4426-B5D3-B7C69C2D4F54}" dt="2025-11-19T16:02:07.822" v="527" actId="20577"/>
          <ac:spMkLst>
            <pc:docMk/>
            <pc:sldMk cId="445470335" sldId="256"/>
            <ac:spMk id="19" creationId="{FDD47B8C-923F-C61A-E03C-069006159CDB}"/>
          </ac:spMkLst>
        </pc:spChg>
        <pc:spChg chg="add mod">
          <ac:chgData name="Fatima Pillosu" userId="a6295d4dc9e22643" providerId="LiveId" clId="{87453732-75AC-4426-B5D3-B7C69C2D4F54}" dt="2025-11-19T15:58:03.086" v="526" actId="1038"/>
          <ac:spMkLst>
            <pc:docMk/>
            <pc:sldMk cId="445470335" sldId="256"/>
            <ac:spMk id="20" creationId="{AF6F7306-7237-ACF1-4BD0-361B5EB6DD34}"/>
          </ac:spMkLst>
        </pc:spChg>
        <pc:spChg chg="add mod">
          <ac:chgData name="Fatima Pillosu" userId="a6295d4dc9e22643" providerId="LiveId" clId="{87453732-75AC-4426-B5D3-B7C69C2D4F54}" dt="2025-11-19T15:58:03.086" v="526" actId="1038"/>
          <ac:spMkLst>
            <pc:docMk/>
            <pc:sldMk cId="445470335" sldId="256"/>
            <ac:spMk id="22" creationId="{14EFAF95-6DE1-56F0-5604-18B87190C743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23" creationId="{BE23CF9C-DF5C-B1A7-DEC1-49EAAF70AF55}"/>
          </ac:spMkLst>
        </pc:spChg>
        <pc:spChg chg="del">
          <ac:chgData name="Fatima Pillosu" userId="a6295d4dc9e22643" providerId="LiveId" clId="{87453732-75AC-4426-B5D3-B7C69C2D4F54}" dt="2025-11-19T15:22:55.931" v="0" actId="478"/>
          <ac:spMkLst>
            <pc:docMk/>
            <pc:sldMk cId="445470335" sldId="256"/>
            <ac:spMk id="24" creationId="{AF56B1E7-4C44-D1B9-1304-A5C1AA2724CB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26" creationId="{539947CB-ED39-536C-6C0B-2EB551D05FFE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27" creationId="{8F511433-B364-9A87-DA5F-12F0EE6EB340}"/>
          </ac:spMkLst>
        </pc:spChg>
        <pc:spChg chg="del">
          <ac:chgData name="Fatima Pillosu" userId="a6295d4dc9e22643" providerId="LiveId" clId="{87453732-75AC-4426-B5D3-B7C69C2D4F54}" dt="2025-11-19T15:22:56.998" v="1" actId="478"/>
          <ac:spMkLst>
            <pc:docMk/>
            <pc:sldMk cId="445470335" sldId="256"/>
            <ac:spMk id="28" creationId="{9C382BFC-9009-1534-0A11-2C0B9009A230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29" creationId="{D7DE0A7F-FCD3-FD48-0A9C-2B36992C28EF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31" creationId="{6601D026-32BE-9F49-EAB4-5732D77734A8}"/>
          </ac:spMkLst>
        </pc:spChg>
        <pc:spChg chg="del">
          <ac:chgData name="Fatima Pillosu" userId="a6295d4dc9e22643" providerId="LiveId" clId="{87453732-75AC-4426-B5D3-B7C69C2D4F54}" dt="2025-11-19T15:22:57.883" v="2" actId="478"/>
          <ac:spMkLst>
            <pc:docMk/>
            <pc:sldMk cId="445470335" sldId="256"/>
            <ac:spMk id="32" creationId="{13129964-7EB3-414A-CEE1-9F7124430F79}"/>
          </ac:spMkLst>
        </pc:spChg>
        <pc:spChg chg="del">
          <ac:chgData name="Fatima Pillosu" userId="a6295d4dc9e22643" providerId="LiveId" clId="{87453732-75AC-4426-B5D3-B7C69C2D4F54}" dt="2025-11-19T15:23:00.133" v="3" actId="21"/>
          <ac:spMkLst>
            <pc:docMk/>
            <pc:sldMk cId="445470335" sldId="256"/>
            <ac:spMk id="33" creationId="{FDD47B8C-923F-C61A-E03C-069006159CDB}"/>
          </ac:spMkLst>
        </pc:spChg>
        <pc:spChg chg="add mod">
          <ac:chgData name="Fatima Pillosu" userId="a6295d4dc9e22643" providerId="LiveId" clId="{87453732-75AC-4426-B5D3-B7C69C2D4F54}" dt="2025-11-19T15:58:03.086" v="526" actId="1038"/>
          <ac:spMkLst>
            <pc:docMk/>
            <pc:sldMk cId="445470335" sldId="256"/>
            <ac:spMk id="35" creationId="{F4B0B3BD-E28C-3EA5-DFB4-786F273A8F4D}"/>
          </ac:spMkLst>
        </pc:spChg>
        <pc:picChg chg="add del mod ord">
          <ac:chgData name="Fatima Pillosu" userId="a6295d4dc9e22643" providerId="LiveId" clId="{87453732-75AC-4426-B5D3-B7C69C2D4F54}" dt="2025-11-19T15:35:57.587" v="267" actId="21"/>
          <ac:picMkLst>
            <pc:docMk/>
            <pc:sldMk cId="445470335" sldId="256"/>
            <ac:picMk id="3" creationId="{3C84D770-A2A7-7A68-64A2-76AC8DEA743A}"/>
          </ac:picMkLst>
        </pc:picChg>
        <pc:picChg chg="add del mod ord">
          <ac:chgData name="Fatima Pillosu" userId="a6295d4dc9e22643" providerId="LiveId" clId="{87453732-75AC-4426-B5D3-B7C69C2D4F54}" dt="2025-11-19T15:35:57.587" v="267" actId="21"/>
          <ac:picMkLst>
            <pc:docMk/>
            <pc:sldMk cId="445470335" sldId="256"/>
            <ac:picMk id="7" creationId="{CAE3763B-0C01-2DF0-2543-B1907A30238C}"/>
          </ac:picMkLst>
        </pc:picChg>
        <pc:picChg chg="add del mod ord">
          <ac:chgData name="Fatima Pillosu" userId="a6295d4dc9e22643" providerId="LiveId" clId="{87453732-75AC-4426-B5D3-B7C69C2D4F54}" dt="2025-11-19T15:35:57.587" v="267" actId="21"/>
          <ac:picMkLst>
            <pc:docMk/>
            <pc:sldMk cId="445470335" sldId="256"/>
            <ac:picMk id="10" creationId="{2E65243E-E0E5-70E1-BD42-77525EC94B42}"/>
          </ac:picMkLst>
        </pc:picChg>
        <pc:picChg chg="add del mod">
          <ac:chgData name="Fatima Pillosu" userId="a6295d4dc9e22643" providerId="LiveId" clId="{87453732-75AC-4426-B5D3-B7C69C2D4F54}" dt="2025-11-19T15:35:34.368" v="264" actId="478"/>
          <ac:picMkLst>
            <pc:docMk/>
            <pc:sldMk cId="445470335" sldId="256"/>
            <ac:picMk id="15" creationId="{91070146-940B-0334-A5BF-6665024E9DE9}"/>
          </ac:picMkLst>
        </pc:picChg>
        <pc:picChg chg="add mod">
          <ac:chgData name="Fatima Pillosu" userId="a6295d4dc9e22643" providerId="LiveId" clId="{87453732-75AC-4426-B5D3-B7C69C2D4F54}" dt="2025-11-19T15:58:03.086" v="526" actId="1038"/>
          <ac:picMkLst>
            <pc:docMk/>
            <pc:sldMk cId="445470335" sldId="256"/>
            <ac:picMk id="21" creationId="{2E65243E-E0E5-70E1-BD42-77525EC94B42}"/>
          </ac:picMkLst>
        </pc:picChg>
        <pc:picChg chg="del">
          <ac:chgData name="Fatima Pillosu" userId="a6295d4dc9e22643" providerId="LiveId" clId="{87453732-75AC-4426-B5D3-B7C69C2D4F54}" dt="2025-11-19T15:23:00.133" v="3" actId="21"/>
          <ac:picMkLst>
            <pc:docMk/>
            <pc:sldMk cId="445470335" sldId="256"/>
            <ac:picMk id="25" creationId="{3C84D770-A2A7-7A68-64A2-76AC8DEA743A}"/>
          </ac:picMkLst>
        </pc:picChg>
        <pc:picChg chg="del">
          <ac:chgData name="Fatima Pillosu" userId="a6295d4dc9e22643" providerId="LiveId" clId="{87453732-75AC-4426-B5D3-B7C69C2D4F54}" dt="2025-11-19T15:23:00.133" v="3" actId="21"/>
          <ac:picMkLst>
            <pc:docMk/>
            <pc:sldMk cId="445470335" sldId="256"/>
            <ac:picMk id="30" creationId="{CAE3763B-0C01-2DF0-2543-B1907A30238C}"/>
          </ac:picMkLst>
        </pc:picChg>
        <pc:picChg chg="del">
          <ac:chgData name="Fatima Pillosu" userId="a6295d4dc9e22643" providerId="LiveId" clId="{87453732-75AC-4426-B5D3-B7C69C2D4F54}" dt="2025-11-19T15:23:00.133" v="3" actId="21"/>
          <ac:picMkLst>
            <pc:docMk/>
            <pc:sldMk cId="445470335" sldId="256"/>
            <ac:picMk id="34" creationId="{2E65243E-E0E5-70E1-BD42-77525EC94B42}"/>
          </ac:picMkLst>
        </pc:picChg>
        <pc:picChg chg="add mod">
          <ac:chgData name="Fatima Pillosu" userId="a6295d4dc9e22643" providerId="LiveId" clId="{87453732-75AC-4426-B5D3-B7C69C2D4F54}" dt="2025-11-19T15:58:03.086" v="526" actId="1038"/>
          <ac:picMkLst>
            <pc:docMk/>
            <pc:sldMk cId="445470335" sldId="256"/>
            <ac:picMk id="36" creationId="{3C84D770-A2A7-7A68-64A2-76AC8DEA743A}"/>
          </ac:picMkLst>
        </pc:picChg>
        <pc:picChg chg="add mod">
          <ac:chgData name="Fatima Pillosu" userId="a6295d4dc9e22643" providerId="LiveId" clId="{87453732-75AC-4426-B5D3-B7C69C2D4F54}" dt="2025-11-19T15:58:03.086" v="526" actId="1038"/>
          <ac:picMkLst>
            <pc:docMk/>
            <pc:sldMk cId="445470335" sldId="256"/>
            <ac:picMk id="37" creationId="{CAE3763B-0C01-2DF0-2543-B1907A3023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550A0-474C-420B-A2D7-93745FDCC2EA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43000"/>
            <a:ext cx="5334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67194-2E74-42E8-88EC-9228ADE9933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7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67194-2E74-42E8-88EC-9228ADE9933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609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460" y="282929"/>
            <a:ext cx="2240756" cy="601874"/>
          </a:xfrm>
        </p:spPr>
        <p:txBody>
          <a:bodyPr anchor="b"/>
          <a:lstStyle>
            <a:lvl1pPr algn="ctr">
              <a:defRPr sz="1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460" y="908014"/>
            <a:ext cx="2240756" cy="417390"/>
          </a:xfrm>
        </p:spPr>
        <p:txBody>
          <a:bodyPr/>
          <a:lstStyle>
            <a:lvl1pPr marL="0" indent="0" algn="ctr">
              <a:buNone/>
              <a:defRPr sz="588"/>
            </a:lvl1pPr>
            <a:lvl2pPr marL="112060" indent="0" algn="ctr">
              <a:buNone/>
              <a:defRPr sz="490"/>
            </a:lvl2pPr>
            <a:lvl3pPr marL="224119" indent="0" algn="ctr">
              <a:buNone/>
              <a:defRPr sz="441"/>
            </a:lvl3pPr>
            <a:lvl4pPr marL="336179" indent="0" algn="ctr">
              <a:buNone/>
              <a:defRPr sz="392"/>
            </a:lvl4pPr>
            <a:lvl5pPr marL="448239" indent="0" algn="ctr">
              <a:buNone/>
              <a:defRPr sz="392"/>
            </a:lvl5pPr>
            <a:lvl6pPr marL="560299" indent="0" algn="ctr">
              <a:buNone/>
              <a:defRPr sz="392"/>
            </a:lvl6pPr>
            <a:lvl7pPr marL="672358" indent="0" algn="ctr">
              <a:buNone/>
              <a:defRPr sz="392"/>
            </a:lvl7pPr>
            <a:lvl8pPr marL="784418" indent="0" algn="ctr">
              <a:buNone/>
              <a:defRPr sz="392"/>
            </a:lvl8pPr>
            <a:lvl9pPr marL="896478" indent="0" algn="ctr">
              <a:buNone/>
              <a:defRPr sz="3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441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632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846" y="430997"/>
            <a:ext cx="2576870" cy="719128"/>
          </a:xfrm>
        </p:spPr>
        <p:txBody>
          <a:bodyPr anchor="b"/>
          <a:lstStyle>
            <a:lvl1pPr>
              <a:defRPr sz="1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846" y="1156928"/>
            <a:ext cx="2576870" cy="378172"/>
          </a:xfrm>
        </p:spPr>
        <p:txBody>
          <a:bodyPr/>
          <a:lstStyle>
            <a:lvl1pPr marL="0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1pPr>
            <a:lvl2pPr marL="112060" indent="0">
              <a:buNone/>
              <a:defRPr sz="490">
                <a:solidFill>
                  <a:schemeClr val="tx1">
                    <a:tint val="82000"/>
                  </a:schemeClr>
                </a:solidFill>
              </a:defRPr>
            </a:lvl2pPr>
            <a:lvl3pPr marL="224119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3pPr>
            <a:lvl4pPr marL="336179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4pPr>
            <a:lvl5pPr marL="448239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5pPr>
            <a:lvl6pPr marL="560299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6pPr>
            <a:lvl7pPr marL="672358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7pPr>
            <a:lvl8pPr marL="784418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8pPr>
            <a:lvl9pPr marL="896478" indent="0">
              <a:buNone/>
              <a:defRPr sz="3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60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403" y="460210"/>
            <a:ext cx="1269762" cy="109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510" y="460210"/>
            <a:ext cx="1269762" cy="109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585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2" y="92042"/>
            <a:ext cx="2576870" cy="3341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92" y="423793"/>
            <a:ext cx="1263926" cy="207695"/>
          </a:xfrm>
        </p:spPr>
        <p:txBody>
          <a:bodyPr anchor="b"/>
          <a:lstStyle>
            <a:lvl1pPr marL="0" indent="0">
              <a:buNone/>
              <a:defRPr sz="588" b="1"/>
            </a:lvl1pPr>
            <a:lvl2pPr marL="112060" indent="0">
              <a:buNone/>
              <a:defRPr sz="490" b="1"/>
            </a:lvl2pPr>
            <a:lvl3pPr marL="224119" indent="0">
              <a:buNone/>
              <a:defRPr sz="441" b="1"/>
            </a:lvl3pPr>
            <a:lvl4pPr marL="336179" indent="0">
              <a:buNone/>
              <a:defRPr sz="392" b="1"/>
            </a:lvl4pPr>
            <a:lvl5pPr marL="448239" indent="0">
              <a:buNone/>
              <a:defRPr sz="392" b="1"/>
            </a:lvl5pPr>
            <a:lvl6pPr marL="560299" indent="0">
              <a:buNone/>
              <a:defRPr sz="392" b="1"/>
            </a:lvl6pPr>
            <a:lvl7pPr marL="672358" indent="0">
              <a:buNone/>
              <a:defRPr sz="392" b="1"/>
            </a:lvl7pPr>
            <a:lvl8pPr marL="784418" indent="0">
              <a:buNone/>
              <a:defRPr sz="392" b="1"/>
            </a:lvl8pPr>
            <a:lvl9pPr marL="896478" indent="0">
              <a:buNone/>
              <a:defRPr sz="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5792" y="631488"/>
            <a:ext cx="1263926" cy="928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12510" y="423793"/>
            <a:ext cx="1270151" cy="207695"/>
          </a:xfrm>
        </p:spPr>
        <p:txBody>
          <a:bodyPr anchor="b"/>
          <a:lstStyle>
            <a:lvl1pPr marL="0" indent="0">
              <a:buNone/>
              <a:defRPr sz="588" b="1"/>
            </a:lvl1pPr>
            <a:lvl2pPr marL="112060" indent="0">
              <a:buNone/>
              <a:defRPr sz="490" b="1"/>
            </a:lvl2pPr>
            <a:lvl3pPr marL="224119" indent="0">
              <a:buNone/>
              <a:defRPr sz="441" b="1"/>
            </a:lvl3pPr>
            <a:lvl4pPr marL="336179" indent="0">
              <a:buNone/>
              <a:defRPr sz="392" b="1"/>
            </a:lvl4pPr>
            <a:lvl5pPr marL="448239" indent="0">
              <a:buNone/>
              <a:defRPr sz="392" b="1"/>
            </a:lvl5pPr>
            <a:lvl6pPr marL="560299" indent="0">
              <a:buNone/>
              <a:defRPr sz="392" b="1"/>
            </a:lvl6pPr>
            <a:lvl7pPr marL="672358" indent="0">
              <a:buNone/>
              <a:defRPr sz="392" b="1"/>
            </a:lvl7pPr>
            <a:lvl8pPr marL="784418" indent="0">
              <a:buNone/>
              <a:defRPr sz="392" b="1"/>
            </a:lvl8pPr>
            <a:lvl9pPr marL="896478" indent="0">
              <a:buNone/>
              <a:defRPr sz="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12510" y="631488"/>
            <a:ext cx="1270151" cy="928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64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012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50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2" y="115252"/>
            <a:ext cx="963603" cy="403384"/>
          </a:xfrm>
        </p:spPr>
        <p:txBody>
          <a:bodyPr anchor="b"/>
          <a:lstStyle>
            <a:lvl1pPr>
              <a:defRPr sz="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151" y="248914"/>
            <a:ext cx="1512510" cy="1228560"/>
          </a:xfrm>
        </p:spPr>
        <p:txBody>
          <a:bodyPr/>
          <a:lstStyle>
            <a:lvl1pPr>
              <a:defRPr sz="784"/>
            </a:lvl1pPr>
            <a:lvl2pPr>
              <a:defRPr sz="686"/>
            </a:lvl2pPr>
            <a:lvl3pPr>
              <a:defRPr sz="588"/>
            </a:lvl3pPr>
            <a:lvl4pPr>
              <a:defRPr sz="490"/>
            </a:lvl4pPr>
            <a:lvl5pPr>
              <a:defRPr sz="490"/>
            </a:lvl5pPr>
            <a:lvl6pPr>
              <a:defRPr sz="490"/>
            </a:lvl6pPr>
            <a:lvl7pPr>
              <a:defRPr sz="490"/>
            </a:lvl7pPr>
            <a:lvl8pPr>
              <a:defRPr sz="490"/>
            </a:lvl8pPr>
            <a:lvl9pPr>
              <a:defRPr sz="4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5792" y="518636"/>
            <a:ext cx="963603" cy="960838"/>
          </a:xfrm>
        </p:spPr>
        <p:txBody>
          <a:bodyPr/>
          <a:lstStyle>
            <a:lvl1pPr marL="0" indent="0">
              <a:buNone/>
              <a:defRPr sz="392"/>
            </a:lvl1pPr>
            <a:lvl2pPr marL="112060" indent="0">
              <a:buNone/>
              <a:defRPr sz="343"/>
            </a:lvl2pPr>
            <a:lvl3pPr marL="224119" indent="0">
              <a:buNone/>
              <a:defRPr sz="294"/>
            </a:lvl3pPr>
            <a:lvl4pPr marL="336179" indent="0">
              <a:buNone/>
              <a:defRPr sz="245"/>
            </a:lvl4pPr>
            <a:lvl5pPr marL="448239" indent="0">
              <a:buNone/>
              <a:defRPr sz="245"/>
            </a:lvl5pPr>
            <a:lvl6pPr marL="560299" indent="0">
              <a:buNone/>
              <a:defRPr sz="245"/>
            </a:lvl6pPr>
            <a:lvl7pPr marL="672358" indent="0">
              <a:buNone/>
              <a:defRPr sz="245"/>
            </a:lvl7pPr>
            <a:lvl8pPr marL="784418" indent="0">
              <a:buNone/>
              <a:defRPr sz="245"/>
            </a:lvl8pPr>
            <a:lvl9pPr marL="896478" indent="0">
              <a:buNone/>
              <a:defRPr sz="2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49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2" y="115252"/>
            <a:ext cx="963603" cy="403384"/>
          </a:xfrm>
        </p:spPr>
        <p:txBody>
          <a:bodyPr anchor="b"/>
          <a:lstStyle>
            <a:lvl1pPr>
              <a:defRPr sz="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70151" y="248914"/>
            <a:ext cx="1512510" cy="1228560"/>
          </a:xfrm>
        </p:spPr>
        <p:txBody>
          <a:bodyPr anchor="t"/>
          <a:lstStyle>
            <a:lvl1pPr marL="0" indent="0">
              <a:buNone/>
              <a:defRPr sz="784"/>
            </a:lvl1pPr>
            <a:lvl2pPr marL="112060" indent="0">
              <a:buNone/>
              <a:defRPr sz="686"/>
            </a:lvl2pPr>
            <a:lvl3pPr marL="224119" indent="0">
              <a:buNone/>
              <a:defRPr sz="588"/>
            </a:lvl3pPr>
            <a:lvl4pPr marL="336179" indent="0">
              <a:buNone/>
              <a:defRPr sz="490"/>
            </a:lvl4pPr>
            <a:lvl5pPr marL="448239" indent="0">
              <a:buNone/>
              <a:defRPr sz="490"/>
            </a:lvl5pPr>
            <a:lvl6pPr marL="560299" indent="0">
              <a:buNone/>
              <a:defRPr sz="490"/>
            </a:lvl6pPr>
            <a:lvl7pPr marL="672358" indent="0">
              <a:buNone/>
              <a:defRPr sz="490"/>
            </a:lvl7pPr>
            <a:lvl8pPr marL="784418" indent="0">
              <a:buNone/>
              <a:defRPr sz="490"/>
            </a:lvl8pPr>
            <a:lvl9pPr marL="896478" indent="0">
              <a:buNone/>
              <a:defRPr sz="4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5792" y="518636"/>
            <a:ext cx="963603" cy="960838"/>
          </a:xfrm>
        </p:spPr>
        <p:txBody>
          <a:bodyPr/>
          <a:lstStyle>
            <a:lvl1pPr marL="0" indent="0">
              <a:buNone/>
              <a:defRPr sz="392"/>
            </a:lvl1pPr>
            <a:lvl2pPr marL="112060" indent="0">
              <a:buNone/>
              <a:defRPr sz="343"/>
            </a:lvl2pPr>
            <a:lvl3pPr marL="224119" indent="0">
              <a:buNone/>
              <a:defRPr sz="294"/>
            </a:lvl3pPr>
            <a:lvl4pPr marL="336179" indent="0">
              <a:buNone/>
              <a:defRPr sz="245"/>
            </a:lvl4pPr>
            <a:lvl5pPr marL="448239" indent="0">
              <a:buNone/>
              <a:defRPr sz="245"/>
            </a:lvl5pPr>
            <a:lvl6pPr marL="560299" indent="0">
              <a:buNone/>
              <a:defRPr sz="245"/>
            </a:lvl6pPr>
            <a:lvl7pPr marL="672358" indent="0">
              <a:buNone/>
              <a:defRPr sz="245"/>
            </a:lvl7pPr>
            <a:lvl8pPr marL="784418" indent="0">
              <a:buNone/>
              <a:defRPr sz="245"/>
            </a:lvl8pPr>
            <a:lvl9pPr marL="896478" indent="0">
              <a:buNone/>
              <a:defRPr sz="2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54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317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38055" y="92042"/>
            <a:ext cx="644217" cy="14650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403" y="92042"/>
            <a:ext cx="1895306" cy="14650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74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403" y="92042"/>
            <a:ext cx="2576870" cy="334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403" y="460210"/>
            <a:ext cx="2576870" cy="1096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403" y="1602330"/>
            <a:ext cx="672227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91D17-A80B-440D-B07A-8FE6A2A163B8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89668" y="1602330"/>
            <a:ext cx="1008340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10045" y="1602330"/>
            <a:ext cx="672227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4EA1A-14E4-476C-A210-57948B51129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29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24119" rtl="0" eaLnBrk="1" latinLnBrk="0" hangingPunct="1">
        <a:lnSpc>
          <a:spcPct val="90000"/>
        </a:lnSpc>
        <a:spcBef>
          <a:spcPct val="0"/>
        </a:spcBef>
        <a:buNone/>
        <a:defRPr sz="10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030" indent="-56030" algn="l" defTabSz="224119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sz="686" kern="1200">
          <a:solidFill>
            <a:schemeClr val="tx1"/>
          </a:solidFill>
          <a:latin typeface="+mn-lt"/>
          <a:ea typeface="+mn-ea"/>
          <a:cs typeface="+mn-cs"/>
        </a:defRPr>
      </a:lvl1pPr>
      <a:lvl2pPr marL="168090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2pPr>
      <a:lvl3pPr marL="280149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90" kern="1200">
          <a:solidFill>
            <a:schemeClr val="tx1"/>
          </a:solidFill>
          <a:latin typeface="+mn-lt"/>
          <a:ea typeface="+mn-ea"/>
          <a:cs typeface="+mn-cs"/>
        </a:defRPr>
      </a:lvl3pPr>
      <a:lvl4pPr marL="392209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4pPr>
      <a:lvl5pPr marL="504269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5pPr>
      <a:lvl6pPr marL="616328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6pPr>
      <a:lvl7pPr marL="728388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7pPr>
      <a:lvl8pPr marL="840448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8pPr>
      <a:lvl9pPr marL="952508" indent="-56030" algn="l" defTabSz="224119" rtl="0" eaLnBrk="1" latinLnBrk="0" hangingPunct="1">
        <a:lnSpc>
          <a:spcPct val="90000"/>
        </a:lnSpc>
        <a:spcBef>
          <a:spcPts val="123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12060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24119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3pPr>
      <a:lvl4pPr marL="336179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4pPr>
      <a:lvl5pPr marL="448239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5pPr>
      <a:lvl6pPr marL="560299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6pPr>
      <a:lvl7pPr marL="672358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7pPr>
      <a:lvl8pPr marL="784418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8pPr>
      <a:lvl9pPr marL="896478" algn="l" defTabSz="224119" rtl="0" eaLnBrk="1" latinLnBrk="0" hangingPunct="1">
        <a:defRPr sz="4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39947CB-ED39-536C-6C0B-2EB551D05FFE}"/>
              </a:ext>
            </a:extLst>
          </p:cNvPr>
          <p:cNvSpPr txBox="1"/>
          <p:nvPr/>
        </p:nvSpPr>
        <p:spPr>
          <a:xfrm>
            <a:off x="610604" y="56207"/>
            <a:ext cx="2513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Family:</a:t>
            </a:r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" panose="020B0504020202020204" pitchFamily="34" charset="0"/>
              </a:rPr>
              <a:t> 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Bagging</a:t>
            </a: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Algorithm: </a:t>
            </a:r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"/>
              </a:rPr>
              <a:t>Random Forest </a:t>
            </a: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Implementation(s): XGBoost - RF | LightGBM - RF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E0A7F-FCD3-FD48-0A9C-2B36992C28EF}"/>
              </a:ext>
            </a:extLst>
          </p:cNvPr>
          <p:cNvSpPr txBox="1"/>
          <p:nvPr/>
        </p:nvSpPr>
        <p:spPr>
          <a:xfrm>
            <a:off x="610604" y="633561"/>
            <a:ext cx="2513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Family: Boosting</a:t>
            </a: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Algorithm: </a:t>
            </a:r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" panose="020B0504020202020204" pitchFamily="34" charset="0"/>
              </a:rPr>
              <a:t>Gradient Boosting</a:t>
            </a: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Implementation(s): XGBoost | LightGBM | CatBoost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47B8C-923F-C61A-E03C-069006159CDB}"/>
              </a:ext>
            </a:extLst>
          </p:cNvPr>
          <p:cNvSpPr txBox="1"/>
          <p:nvPr/>
        </p:nvSpPr>
        <p:spPr>
          <a:xfrm>
            <a:off x="610604" y="1216280"/>
            <a:ext cx="2513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Family: </a:t>
            </a:r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Neural networks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rial Nova Light" panose="020B0304020202020204" pitchFamily="34" charset="0"/>
            </a:endParaRP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Algorithm: </a:t>
            </a:r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" panose="020B0504020202020204" pitchFamily="34" charset="0"/>
              </a:rPr>
              <a:t>Feed-forward neural network </a:t>
            </a:r>
          </a:p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ova Light" panose="020B0304020202020204" pitchFamily="34" charset="0"/>
              </a:rPr>
              <a:t>Implementation(s): Keras + TensorFlow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6F7306-7237-ACF1-4BD0-361B5EB6DD34}"/>
              </a:ext>
            </a:extLst>
          </p:cNvPr>
          <p:cNvSpPr/>
          <p:nvPr/>
        </p:nvSpPr>
        <p:spPr>
          <a:xfrm>
            <a:off x="51759" y="1177113"/>
            <a:ext cx="540000" cy="540000"/>
          </a:xfrm>
          <a:prstGeom prst="ellipse">
            <a:avLst/>
          </a:prstGeom>
          <a:solidFill>
            <a:srgbClr val="5CB4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65243E-E0E5-70E1-BD42-77525EC94B4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DDB"/>
              </a:clrFrom>
              <a:clrTo>
                <a:srgbClr val="FFFDDB">
                  <a:alpha val="0"/>
                </a:srgbClr>
              </a:clrTo>
            </a:clrChange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550" y="1267113"/>
            <a:ext cx="392417" cy="36000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14EFAF95-6DE1-56F0-5604-18B87190C743}"/>
              </a:ext>
            </a:extLst>
          </p:cNvPr>
          <p:cNvSpPr/>
          <p:nvPr/>
        </p:nvSpPr>
        <p:spPr>
          <a:xfrm>
            <a:off x="52258" y="597076"/>
            <a:ext cx="540000" cy="54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4B0B3BD-E28C-3EA5-DFB4-786F273A8F4D}"/>
              </a:ext>
            </a:extLst>
          </p:cNvPr>
          <p:cNvSpPr/>
          <p:nvPr/>
        </p:nvSpPr>
        <p:spPr>
          <a:xfrm>
            <a:off x="51759" y="17040"/>
            <a:ext cx="540000" cy="540000"/>
          </a:xfrm>
          <a:prstGeom prst="ellipse">
            <a:avLst/>
          </a:prstGeom>
          <a:solidFill>
            <a:srgbClr val="DE5C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C84D770-A2A7-7A68-64A2-76AC8DEA743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361" t="16528" r="11986" b="16667"/>
          <a:stretch>
            <a:fillRect/>
          </a:stretch>
        </p:blipFill>
        <p:spPr>
          <a:xfrm>
            <a:off x="117920" y="107040"/>
            <a:ext cx="407678" cy="360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E3763B-0C01-2DF0-2543-B1907A30238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549" y="687076"/>
            <a:ext cx="39141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7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Nova</vt:lpstr>
      <vt:lpstr>Arial Nova </vt:lpstr>
      <vt:lpstr>Arial Nova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2025-11-19T09:38:45Z</dcterms:created>
  <dcterms:modified xsi:type="dcterms:W3CDTF">2025-11-19T16:02:09Z</dcterms:modified>
</cp:coreProperties>
</file>