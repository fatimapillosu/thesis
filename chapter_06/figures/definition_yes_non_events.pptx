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1402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C1AF"/>
    <a:srgbClr val="C1E5EC"/>
    <a:srgbClr val="329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3ACC7-AB08-445B-9664-8E794370B18A}" v="4" dt="2026-01-26T17:19:47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5039" autoAdjust="0"/>
  </p:normalViewPr>
  <p:slideViewPr>
    <p:cSldViewPr snapToGrid="0">
      <p:cViewPr>
        <p:scale>
          <a:sx n="150" d="100"/>
          <a:sy n="150" d="100"/>
        </p:scale>
        <p:origin x="299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6T17:21:09.456" v="222" actId="12789"/>
      <pc:docMkLst>
        <pc:docMk/>
      </pc:docMkLst>
      <pc:sldChg chg="addSp delSp modSp mod">
        <pc:chgData name="Fatima Pillosu" userId="a6295d4dc9e22643" providerId="LiveId" clId="{87453732-75AC-4426-B5D3-B7C69C2D4F54}" dt="2026-01-26T17:21:09.456" v="222" actId="12789"/>
        <pc:sldMkLst>
          <pc:docMk/>
          <pc:sldMk cId="2922174619" sldId="256"/>
        </pc:sldMkLst>
        <pc:spChg chg="mod">
          <ac:chgData name="Fatima Pillosu" userId="a6295d4dc9e22643" providerId="LiveId" clId="{87453732-75AC-4426-B5D3-B7C69C2D4F54}" dt="2026-01-26T17:08:38.378" v="47" actId="20577"/>
          <ac:spMkLst>
            <pc:docMk/>
            <pc:sldMk cId="2922174619" sldId="256"/>
            <ac:spMk id="31" creationId="{4FF56070-D238-C224-AA97-E058A81BE633}"/>
          </ac:spMkLst>
        </pc:spChg>
        <pc:spChg chg="mod topLvl">
          <ac:chgData name="Fatima Pillosu" userId="a6295d4dc9e22643" providerId="LiveId" clId="{87453732-75AC-4426-B5D3-B7C69C2D4F54}" dt="2026-01-26T17:20:36.991" v="209" actId="1076"/>
          <ac:spMkLst>
            <pc:docMk/>
            <pc:sldMk cId="2922174619" sldId="256"/>
            <ac:spMk id="33" creationId="{0BB2AAB9-265F-B714-DBA2-FF13C3B6D595}"/>
          </ac:spMkLst>
        </pc:spChg>
        <pc:spChg chg="mod topLvl">
          <ac:chgData name="Fatima Pillosu" userId="a6295d4dc9e22643" providerId="LiveId" clId="{87453732-75AC-4426-B5D3-B7C69C2D4F54}" dt="2026-01-26T17:21:09.456" v="222" actId="12789"/>
          <ac:spMkLst>
            <pc:docMk/>
            <pc:sldMk cId="2922174619" sldId="256"/>
            <ac:spMk id="35" creationId="{5EA3B3E5-BDE1-8300-691A-8B995A0278E4}"/>
          </ac:spMkLst>
        </pc:spChg>
        <pc:spChg chg="mod topLvl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37" creationId="{A15B6D45-79F5-B9F8-C9E6-C2B4A302D2EA}"/>
          </ac:spMkLst>
        </pc:spChg>
        <pc:spChg chg="mod topLvl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38" creationId="{C12DC1C5-1801-3D4B-2A03-DAB145A118F6}"/>
          </ac:spMkLst>
        </pc:spChg>
        <pc:spChg chg="mod topLvl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45" creationId="{AEF2F405-62A6-9184-E2DA-F8586E4DAAA1}"/>
          </ac:spMkLst>
        </pc:spChg>
        <pc:spChg chg="mod topLvl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46" creationId="{3AC1E00C-7CC8-E558-16F9-CBB16592A278}"/>
          </ac:spMkLst>
        </pc:spChg>
        <pc:spChg chg="mod topLvl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47" creationId="{E2C60F2E-5AEC-FD98-E016-93A8494C37D8}"/>
          </ac:spMkLst>
        </pc:spChg>
        <pc:spChg chg="mod topLvl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48" creationId="{094E29AE-C474-3CCD-52C0-D085CCBD05CB}"/>
          </ac:spMkLst>
        </pc:spChg>
        <pc:spChg chg="mod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55" creationId="{3041A462-13E8-E68B-ED83-34E69527A7C3}"/>
          </ac:spMkLst>
        </pc:spChg>
        <pc:spChg chg="mod">
          <ac:chgData name="Fatima Pillosu" userId="a6295d4dc9e22643" providerId="LiveId" clId="{87453732-75AC-4426-B5D3-B7C69C2D4F54}" dt="2026-01-26T17:17:44.083" v="169" actId="165"/>
          <ac:spMkLst>
            <pc:docMk/>
            <pc:sldMk cId="2922174619" sldId="256"/>
            <ac:spMk id="56" creationId="{0ABB75E4-DC24-C31B-F4F0-D6035B2DC0CC}"/>
          </ac:spMkLst>
        </pc:spChg>
        <pc:grpChg chg="del">
          <ac:chgData name="Fatima Pillosu" userId="a6295d4dc9e22643" providerId="LiveId" clId="{87453732-75AC-4426-B5D3-B7C69C2D4F54}" dt="2026-01-26T17:17:51.430" v="170" actId="165"/>
          <ac:grpSpMkLst>
            <pc:docMk/>
            <pc:sldMk cId="2922174619" sldId="256"/>
            <ac:grpSpMk id="32" creationId="{5BA45A38-88EB-09EC-D8FE-F556596A2A90}"/>
          </ac:grpSpMkLst>
        </pc:grpChg>
        <pc:grpChg chg="add mod">
          <ac:chgData name="Fatima Pillosu" userId="a6295d4dc9e22643" providerId="LiveId" clId="{87453732-75AC-4426-B5D3-B7C69C2D4F54}" dt="2026-01-26T17:21:09.456" v="222" actId="12789"/>
          <ac:grpSpMkLst>
            <pc:docMk/>
            <pc:sldMk cId="2922174619" sldId="256"/>
            <ac:grpSpMk id="60" creationId="{15156BD9-4A15-13F8-0215-4C18A3782E88}"/>
          </ac:grpSpMkLst>
        </pc:grpChg>
        <pc:picChg chg="add del mod topLvl">
          <ac:chgData name="Fatima Pillosu" userId="a6295d4dc9e22643" providerId="LiveId" clId="{87453732-75AC-4426-B5D3-B7C69C2D4F54}" dt="2026-01-26T17:19:22.261" v="176" actId="478"/>
          <ac:picMkLst>
            <pc:docMk/>
            <pc:sldMk cId="2922174619" sldId="256"/>
            <ac:picMk id="34" creationId="{9DB3C0CB-F121-AB89-6F90-0A67900A971C}"/>
          </ac:picMkLst>
        </pc:picChg>
        <pc:picChg chg="add mod">
          <ac:chgData name="Fatima Pillosu" userId="a6295d4dc9e22643" providerId="LiveId" clId="{87453732-75AC-4426-B5D3-B7C69C2D4F54}" dt="2026-01-26T17:20:46.573" v="212" actId="1076"/>
          <ac:picMkLst>
            <pc:docMk/>
            <pc:sldMk cId="2922174619" sldId="256"/>
            <ac:picMk id="59" creationId="{05D4ABD8-8742-9AC4-8F92-D15C0F73C25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706933"/>
            <a:ext cx="3519170" cy="1503857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268784"/>
            <a:ext cx="3105150" cy="1042900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79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554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076899"/>
            <a:ext cx="3570923" cy="1796828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890725"/>
            <a:ext cx="3570923" cy="944910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84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149890"/>
            <a:ext cx="1759585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149890"/>
            <a:ext cx="1759585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223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29979"/>
            <a:ext cx="3570923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058899"/>
            <a:ext cx="1751498" cy="51895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577849"/>
            <a:ext cx="175149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058899"/>
            <a:ext cx="1760124" cy="51895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577849"/>
            <a:ext cx="1760124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6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85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379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87972"/>
            <a:ext cx="1335322" cy="1007904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621942"/>
            <a:ext cx="2095976" cy="3069707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295877"/>
            <a:ext cx="1335322" cy="2400771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311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87972"/>
            <a:ext cx="1335322" cy="1007904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621942"/>
            <a:ext cx="2095976" cy="3069707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295877"/>
            <a:ext cx="1335322" cy="2400771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642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02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29978"/>
            <a:ext cx="892731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29978"/>
            <a:ext cx="2626439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43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29979"/>
            <a:ext cx="3570923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149890"/>
            <a:ext cx="3570923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003619"/>
            <a:ext cx="9315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003619"/>
            <a:ext cx="139731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003619"/>
            <a:ext cx="9315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65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4FF56070-D238-C224-AA97-E058A81BE633}"/>
              </a:ext>
            </a:extLst>
          </p:cNvPr>
          <p:cNvSpPr txBox="1"/>
          <p:nvPr/>
        </p:nvSpPr>
        <p:spPr>
          <a:xfrm>
            <a:off x="-83152" y="-65388"/>
            <a:ext cx="420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Hydro-meteorological data-driven predictions of areas at risk of flash floods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Defining yes- and non-events</a:t>
            </a:r>
            <a:endParaRPr lang="en-GB" sz="1000" u="sng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A3B3E5-BDE1-8300-691A-8B995A0278E4}"/>
              </a:ext>
            </a:extLst>
          </p:cNvPr>
          <p:cNvSpPr/>
          <p:nvPr/>
        </p:nvSpPr>
        <p:spPr>
          <a:xfrm>
            <a:off x="1062979" y="342390"/>
            <a:ext cx="1997417" cy="553998"/>
          </a:xfrm>
          <a:prstGeom prst="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94F828A-EEDA-8FF4-1317-E8AF2D093D97}"/>
              </a:ext>
            </a:extLst>
          </p:cNvPr>
          <p:cNvCxnSpPr>
            <a:cxnSpLocks/>
          </p:cNvCxnSpPr>
          <p:nvPr/>
        </p:nvCxnSpPr>
        <p:spPr>
          <a:xfrm>
            <a:off x="2061687" y="896388"/>
            <a:ext cx="0" cy="27000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mond 36">
            <a:extLst>
              <a:ext uri="{FF2B5EF4-FFF2-40B4-BE49-F238E27FC236}">
                <a16:creationId xmlns:a16="http://schemas.microsoft.com/office/drawing/2014/main" id="{A15B6D45-79F5-B9F8-C9E6-C2B4A302D2EA}"/>
              </a:ext>
            </a:extLst>
          </p:cNvPr>
          <p:cNvSpPr/>
          <p:nvPr/>
        </p:nvSpPr>
        <p:spPr>
          <a:xfrm>
            <a:off x="1229411" y="1152390"/>
            <a:ext cx="1673724" cy="881092"/>
          </a:xfrm>
          <a:prstGeom prst="diamond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2DC1C5-1801-3D4B-2A03-DAB145A118F6}"/>
              </a:ext>
            </a:extLst>
          </p:cNvPr>
          <p:cNvSpPr txBox="1"/>
          <p:nvPr/>
        </p:nvSpPr>
        <p:spPr>
          <a:xfrm>
            <a:off x="1397385" y="1310593"/>
            <a:ext cx="1342978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Is the forecast</a:t>
            </a:r>
          </a:p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&gt;= probability threshold</a:t>
            </a:r>
          </a:p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(optimised on the F1-score)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DBA8D6-574F-BFA7-7C61-9430A7E58D71}"/>
              </a:ext>
            </a:extLst>
          </p:cNvPr>
          <p:cNvGrpSpPr/>
          <p:nvPr/>
        </p:nvGrpSpPr>
        <p:grpSpPr>
          <a:xfrm>
            <a:off x="737431" y="1591741"/>
            <a:ext cx="504428" cy="270000"/>
            <a:chOff x="990600" y="1829019"/>
            <a:chExt cx="504428" cy="270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AEF2FB-B8B7-FD51-6580-D8EE648BEC3C}"/>
                </a:ext>
              </a:extLst>
            </p:cNvPr>
            <p:cNvCxnSpPr/>
            <p:nvPr/>
          </p:nvCxnSpPr>
          <p:spPr>
            <a:xfrm flipH="1">
              <a:off x="990600" y="1830214"/>
              <a:ext cx="504428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299449E-5119-A4D6-3875-32AB3FABB6E3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1829019"/>
              <a:ext cx="0" cy="270000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DC0CBC-1589-645C-A091-E3BCB3E252AB}"/>
              </a:ext>
            </a:extLst>
          </p:cNvPr>
          <p:cNvGrpSpPr/>
          <p:nvPr/>
        </p:nvGrpSpPr>
        <p:grpSpPr>
          <a:xfrm flipH="1">
            <a:off x="2898341" y="1591741"/>
            <a:ext cx="504428" cy="270000"/>
            <a:chOff x="990600" y="1829019"/>
            <a:chExt cx="504428" cy="27000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9580AA1-A4FB-6BA6-E7AE-1F2DF9BCC18F}"/>
                </a:ext>
              </a:extLst>
            </p:cNvPr>
            <p:cNvCxnSpPr/>
            <p:nvPr/>
          </p:nvCxnSpPr>
          <p:spPr>
            <a:xfrm flipH="1">
              <a:off x="990600" y="1830214"/>
              <a:ext cx="504428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FA8F58F-F6C2-9656-2B09-A5ED3D712B43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1829019"/>
              <a:ext cx="0" cy="270000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EF2F405-62A6-9184-E2DA-F8586E4DAAA1}"/>
              </a:ext>
            </a:extLst>
          </p:cNvPr>
          <p:cNvSpPr txBox="1"/>
          <p:nvPr/>
        </p:nvSpPr>
        <p:spPr>
          <a:xfrm>
            <a:off x="143431" y="1861741"/>
            <a:ext cx="1188000" cy="461665"/>
          </a:xfrm>
          <a:prstGeom prst="rect">
            <a:avLst/>
          </a:prstGeom>
          <a:solidFill>
            <a:srgbClr val="DBC1AF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Non-event</a:t>
            </a:r>
          </a:p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(no flash flood risk)</a:t>
            </a:r>
          </a:p>
          <a:p>
            <a:pPr algn="ctr"/>
            <a:r>
              <a:rPr lang="en-US" sz="8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C1E00C-7CC8-E558-16F9-CBB16592A278}"/>
              </a:ext>
            </a:extLst>
          </p:cNvPr>
          <p:cNvSpPr txBox="1"/>
          <p:nvPr/>
        </p:nvSpPr>
        <p:spPr>
          <a:xfrm>
            <a:off x="786579" y="1385956"/>
            <a:ext cx="409203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C60F2E-5AEC-FD98-E016-93A8494C37D8}"/>
              </a:ext>
            </a:extLst>
          </p:cNvPr>
          <p:cNvSpPr txBox="1"/>
          <p:nvPr/>
        </p:nvSpPr>
        <p:spPr>
          <a:xfrm>
            <a:off x="2945953" y="1385956"/>
            <a:ext cx="409203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4E29AE-C474-3CCD-52C0-D085CCBD05CB}"/>
              </a:ext>
            </a:extLst>
          </p:cNvPr>
          <p:cNvSpPr txBox="1"/>
          <p:nvPr/>
        </p:nvSpPr>
        <p:spPr>
          <a:xfrm>
            <a:off x="2808769" y="1862800"/>
            <a:ext cx="1188000" cy="461665"/>
          </a:xfrm>
          <a:prstGeom prst="rect">
            <a:avLst/>
          </a:prstGeom>
          <a:solidFill>
            <a:srgbClr val="C1E5EC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Yes-event</a:t>
            </a:r>
          </a:p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(flash flood risk)</a:t>
            </a:r>
          </a:p>
          <a:p>
            <a:pPr algn="ctr"/>
            <a:r>
              <a:rPr lang="en-US" sz="800" b="1" dirty="0">
                <a:solidFill>
                  <a:srgbClr val="3299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935352-A1CB-CD98-5B07-68B96108C511}"/>
              </a:ext>
            </a:extLst>
          </p:cNvPr>
          <p:cNvCxnSpPr>
            <a:cxnSpLocks/>
          </p:cNvCxnSpPr>
          <p:nvPr/>
        </p:nvCxnSpPr>
        <p:spPr>
          <a:xfrm rot="16200000">
            <a:off x="3267769" y="2460549"/>
            <a:ext cx="270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8DFB1B9-2D33-4164-D9A3-A66D31087C2A}"/>
              </a:ext>
            </a:extLst>
          </p:cNvPr>
          <p:cNvCxnSpPr>
            <a:cxnSpLocks/>
          </p:cNvCxnSpPr>
          <p:nvPr/>
        </p:nvCxnSpPr>
        <p:spPr>
          <a:xfrm flipH="1">
            <a:off x="2061687" y="2588111"/>
            <a:ext cx="0" cy="27000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58CED55-193B-AED5-D807-6ACCF9F7F9B2}"/>
              </a:ext>
            </a:extLst>
          </p:cNvPr>
          <p:cNvCxnSpPr>
            <a:cxnSpLocks/>
          </p:cNvCxnSpPr>
          <p:nvPr/>
        </p:nvCxnSpPr>
        <p:spPr>
          <a:xfrm rot="16200000">
            <a:off x="602431" y="2458406"/>
            <a:ext cx="270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1AA77C9-2BA6-9449-258D-DEDF65B8D8A9}"/>
              </a:ext>
            </a:extLst>
          </p:cNvPr>
          <p:cNvCxnSpPr>
            <a:cxnSpLocks/>
          </p:cNvCxnSpPr>
          <p:nvPr/>
        </p:nvCxnSpPr>
        <p:spPr>
          <a:xfrm>
            <a:off x="737431" y="2593269"/>
            <a:ext cx="2665338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5FFF979-52C9-D42D-37D8-AF2C6E84A00C}"/>
              </a:ext>
            </a:extLst>
          </p:cNvPr>
          <p:cNvGrpSpPr/>
          <p:nvPr/>
        </p:nvGrpSpPr>
        <p:grpSpPr>
          <a:xfrm>
            <a:off x="737430" y="2866951"/>
            <a:ext cx="2665335" cy="1424422"/>
            <a:chOff x="761750" y="2947408"/>
            <a:chExt cx="2499577" cy="1424422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E52EE0A-1373-B866-C4C7-77A5B2CB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7449" y="3361613"/>
              <a:ext cx="2388178" cy="953815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041A462-13E8-E68B-ED83-34E69527A7C3}"/>
                </a:ext>
              </a:extLst>
            </p:cNvPr>
            <p:cNvSpPr txBox="1"/>
            <p:nvPr/>
          </p:nvSpPr>
          <p:spPr>
            <a:xfrm>
              <a:off x="1099301" y="2985356"/>
              <a:ext cx="1808696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Rainfall-based predictions of areas at risk of flash floods (binary field)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ABB75E4-DC24-C31B-F4F0-D6035B2DC0CC}"/>
                </a:ext>
              </a:extLst>
            </p:cNvPr>
            <p:cNvSpPr/>
            <p:nvPr/>
          </p:nvSpPr>
          <p:spPr>
            <a:xfrm>
              <a:off x="761750" y="2947408"/>
              <a:ext cx="2499577" cy="1424422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5156BD9-4A15-13F8-0215-4C18A3782E88}"/>
              </a:ext>
            </a:extLst>
          </p:cNvPr>
          <p:cNvGrpSpPr/>
          <p:nvPr/>
        </p:nvGrpSpPr>
        <p:grpSpPr>
          <a:xfrm>
            <a:off x="1154973" y="449700"/>
            <a:ext cx="1889629" cy="339379"/>
            <a:chOff x="1207200" y="436714"/>
            <a:chExt cx="1889629" cy="33937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B2AAB9-265F-B714-DBA2-FF13C3B6D595}"/>
                </a:ext>
              </a:extLst>
            </p:cNvPr>
            <p:cNvSpPr txBox="1"/>
            <p:nvPr/>
          </p:nvSpPr>
          <p:spPr>
            <a:xfrm>
              <a:off x="1803938" y="436714"/>
              <a:ext cx="1292891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Forecasts of probability of flash flood (%, grid-scale)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05D4ABD8-8742-9AC4-8F92-D15C0F73C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7200" y="447979"/>
              <a:ext cx="619771" cy="328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217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65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2</cp:revision>
  <dcterms:created xsi:type="dcterms:W3CDTF">2026-01-22T15:09:22Z</dcterms:created>
  <dcterms:modified xsi:type="dcterms:W3CDTF">2026-01-26T17:21:14Z</dcterms:modified>
</cp:coreProperties>
</file>