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4140200" cy="14763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96EA5D-C3BE-427B-8FE9-FA1A6A06E6F8}" v="2" dt="2026-01-26T22:56:17.9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3648" y="19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2:56:22.404" v="244" actId="1035"/>
      <pc:docMkLst>
        <pc:docMk/>
      </pc:docMkLst>
      <pc:sldChg chg="addSp delSp modSp mod">
        <pc:chgData name="Fatima Pillosu" userId="a6295d4dc9e22643" providerId="LiveId" clId="{87453732-75AC-4426-B5D3-B7C69C2D4F54}" dt="2026-01-26T22:56:22.404" v="244" actId="1035"/>
        <pc:sldMkLst>
          <pc:docMk/>
          <pc:sldMk cId="1573992039" sldId="256"/>
        </pc:sldMkLst>
        <pc:spChg chg="add del">
          <ac:chgData name="Fatima Pillosu" userId="a6295d4dc9e22643" providerId="LiveId" clId="{87453732-75AC-4426-B5D3-B7C69C2D4F54}" dt="2026-01-26T22:56:07.885" v="240" actId="478"/>
          <ac:spMkLst>
            <pc:docMk/>
            <pc:sldMk cId="1573992039" sldId="256"/>
            <ac:spMk id="2" creationId="{4C835313-E0D5-C4EE-7654-ED9A8FE275BF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" creationId="{8DD953F0-D574-7288-6232-DB349985D1C7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19" creationId="{0B7447C1-71A7-53DA-FA4A-60695C6142B4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21" creationId="{4B572820-B33D-97E7-3F9A-1E53270FD862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26" creationId="{6D8A9C3F-217E-9DEA-31D3-F668D73532C6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29" creationId="{B9FD6C18-DBDE-1EE4-FADB-2B22F8257AA8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34" creationId="{05F40DB0-4698-E06C-0A8E-89913B152B5D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36" creationId="{0DA10788-F022-5F4F-7E6A-BC6318793D52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45" creationId="{7439BC8B-CAC0-9D56-378A-90AA4CF80489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0" creationId="{551F3E36-7EC4-F8B9-3B05-22579CD90230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5" creationId="{9AFD7136-F527-E69D-7527-B98BDFD517F3}"/>
          </ac:spMkLst>
        </pc:spChg>
        <pc:spChg chg="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32" creationId="{DEE113C7-80D8-F2A4-39D3-70B57205EC60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3" creationId="{C8C3D13A-BFDD-54C1-8A04-DD3BB24773C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34" creationId="{255FCF48-52E3-4492-E94D-63EC8B3349BF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5" creationId="{8DD953F0-D574-7288-6232-DB349985D1C7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36" creationId="{0770A906-9CF0-0CA7-E0F3-6CE28EFD5D88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840" creationId="{32FBFAAE-FDB5-9C28-E4FB-9767C60AD9AD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41" creationId="{1245B2E3-697E-EF7F-6DE7-398837E648D8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50" creationId="{B2A59DDD-285A-7034-B1F5-70C3236EEB8E}"/>
          </ac:spMkLst>
        </pc:spChg>
        <pc:spChg chg="mod">
          <ac:chgData name="Fatima Pillosu" userId="a6295d4dc9e22643" providerId="LiveId" clId="{87453732-75AC-4426-B5D3-B7C69C2D4F54}" dt="2026-01-26T22:52:58.911" v="149" actId="20577"/>
          <ac:spMkLst>
            <pc:docMk/>
            <pc:sldMk cId="1573992039" sldId="256"/>
            <ac:spMk id="1046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051" creationId="{0EB5DAC0-7D5E-19E0-EF75-D601AE5E3294}"/>
          </ac:spMkLst>
        </pc:spChg>
        <pc:spChg chg="add del mod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52" creationId="{964EC952-07EF-AA5F-815E-D6BF5819DB79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056" creationId="{6C660C77-D465-82E3-BFA2-7CB49265F32B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59" creationId="{3D37103F-47C7-BE7F-806C-5E4BECD03EA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61" creationId="{DCB1B907-5B6C-8E3C-DD69-3607F5EC5EE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75" creationId="{9958E352-CA91-7654-2E99-B1A4B437CC31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81" creationId="{A8E03514-EE6D-3FE2-AF9C-5F1472E4287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88" creationId="{0B7447C1-71A7-53DA-FA4A-60695C6142B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91" creationId="{0559E9B8-ED2A-B7C5-CD99-FCCACB55B247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01" creationId="{AEF79955-9585-5CF1-C444-DDF210469501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2" creationId="{8ACFC326-BACC-6902-14F7-BFEEE6666E1E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7" creationId="{3F9004C2-032E-AE52-1A5E-5FEED9C5F2DC}"/>
          </ac:spMkLst>
        </pc:spChg>
        <pc:spChg chg="add 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8" creationId="{B2394BC8-687D-D688-2D19-7127147A70A1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13" creationId="{96350757-4EAD-7E70-7E51-6A44C861C034}"/>
          </ac:spMkLst>
        </pc:spChg>
        <pc:spChg chg="mod">
          <ac:chgData name="Fatima Pillosu" userId="a6295d4dc9e22643" providerId="LiveId" clId="{87453732-75AC-4426-B5D3-B7C69C2D4F54}" dt="2026-01-26T22:54:19.585" v="236" actId="20577"/>
          <ac:spMkLst>
            <pc:docMk/>
            <pc:sldMk cId="1573992039" sldId="256"/>
            <ac:spMk id="1114" creationId="{7439BC8B-CAC0-9D56-378A-90AA4CF8048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22" creationId="{4FB22F50-5C99-2B5F-1771-1D302FB37FCD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24" creationId="{B7776DAF-AB8C-150D-9732-CC67560B199A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28" creationId="{C28E69EA-3516-A310-AF50-988BB9504572}"/>
          </ac:spMkLst>
        </pc:spChg>
        <pc:spChg chg="del">
          <ac:chgData name="Fatima Pillosu" userId="a6295d4dc9e22643" providerId="LiveId" clId="{87453732-75AC-4426-B5D3-B7C69C2D4F54}" dt="2026-01-26T22:53:15.950" v="151" actId="478"/>
          <ac:spMkLst>
            <pc:docMk/>
            <pc:sldMk cId="1573992039" sldId="256"/>
            <ac:spMk id="1132" creationId="{24428639-C506-A03B-34DE-5B70BD1EE70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3" creationId="{EEE42CED-F621-12CD-E62E-637B87C9AF4B}"/>
          </ac:spMkLst>
        </pc:spChg>
        <pc:spChg chg="del">
          <ac:chgData name="Fatima Pillosu" userId="a6295d4dc9e22643" providerId="LiveId" clId="{87453732-75AC-4426-B5D3-B7C69C2D4F54}" dt="2026-01-26T22:53:16.744" v="152" actId="478"/>
          <ac:spMkLst>
            <pc:docMk/>
            <pc:sldMk cId="1573992039" sldId="256"/>
            <ac:spMk id="1134" creationId="{89989199-0FD7-8440-4D97-739D75B05086}"/>
          </ac:spMkLst>
        </pc:spChg>
        <pc:spChg chg="del">
          <ac:chgData name="Fatima Pillosu" userId="a6295d4dc9e22643" providerId="LiveId" clId="{87453732-75AC-4426-B5D3-B7C69C2D4F54}" dt="2026-01-26T22:53:17.746" v="153" actId="478"/>
          <ac:spMkLst>
            <pc:docMk/>
            <pc:sldMk cId="1573992039" sldId="256"/>
            <ac:spMk id="1135" creationId="{107BB34A-E1B0-63C0-B492-B989BD5053D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7" creationId="{282A075C-FC14-ED03-372D-F218BF14C255}"/>
          </ac:spMkLst>
        </pc:spChg>
        <pc:spChg chg="add mod">
          <ac:chgData name="Fatima Pillosu" userId="a6295d4dc9e22643" providerId="LiveId" clId="{87453732-75AC-4426-B5D3-B7C69C2D4F54}" dt="2026-01-20T00:06:27.992" v="144"/>
          <ac:spMkLst>
            <pc:docMk/>
            <pc:sldMk cId="1573992039" sldId="256"/>
            <ac:spMk id="1145" creationId="{0D756F47-6773-61EE-FBB2-2FD6EA2404A7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47" creationId="{8802879B-B9A8-7464-3859-16BA11BE8AAC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49" creationId="{7CCCA3AC-3B8B-DA56-0C7D-D11E0731180C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3" creationId="{854C57C6-B1CB-81E6-BE42-54BBCAEE6F6E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9" creationId="{28602834-4445-244F-EBAA-6A145FEF4FE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0" creationId="{5F81FB1E-F02B-3930-7760-882160F38BA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61" creationId="{0215C983-B1C6-6E89-8C74-B7C652941C1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5" creationId="{31C77472-B4C1-1507-81B9-962B732F7D6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8" creationId="{54066B8D-FAB6-E393-A31E-DBD9964AA0F3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79" creationId="{DF10412A-1778-8D76-C09F-DC36AA9386BC}"/>
          </ac:spMkLst>
        </pc:spChg>
        <pc:cxnChg chg="mod">
          <ac:chgData name="Fatima Pillosu" userId="a6295d4dc9e22643" providerId="LiveId" clId="{87453732-75AC-4426-B5D3-B7C69C2D4F54}" dt="2026-01-26T22:55:38.662" v="238" actId="1076"/>
          <ac:cxnSpMkLst>
            <pc:docMk/>
            <pc:sldMk cId="1573992039" sldId="256"/>
            <ac:cxnSpMk id="1117" creationId="{CF1DEC7A-0060-1A4C-6A16-0B710C05E940}"/>
          </ac:cxnSpMkLst>
        </pc:cxnChg>
        <pc:cxnChg chg="del">
          <ac:chgData name="Fatima Pillosu" userId="a6295d4dc9e22643" providerId="LiveId" clId="{87453732-75AC-4426-B5D3-B7C69C2D4F54}" dt="2026-01-26T22:55:34.677" v="237" actId="478"/>
          <ac:cxnSpMkLst>
            <pc:docMk/>
            <pc:sldMk cId="1573992039" sldId="256"/>
            <ac:cxnSpMk id="1126" creationId="{CDC92DCB-4D39-DB79-EDD0-A1C8713D899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241620"/>
            <a:ext cx="3105150" cy="513997"/>
          </a:xfrm>
        </p:spPr>
        <p:txBody>
          <a:bodyPr anchor="b"/>
          <a:lstStyle>
            <a:lvl1pPr algn="ctr">
              <a:defRPr sz="12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775439"/>
            <a:ext cx="3105150" cy="356449"/>
          </a:xfrm>
        </p:spPr>
        <p:txBody>
          <a:bodyPr/>
          <a:lstStyle>
            <a:lvl1pPr marL="0" indent="0" algn="ctr">
              <a:buNone/>
              <a:defRPr sz="517"/>
            </a:lvl1pPr>
            <a:lvl2pPr marL="98435" indent="0" algn="ctr">
              <a:buNone/>
              <a:defRPr sz="431"/>
            </a:lvl2pPr>
            <a:lvl3pPr marL="196870" indent="0" algn="ctr">
              <a:buNone/>
              <a:defRPr sz="388"/>
            </a:lvl3pPr>
            <a:lvl4pPr marL="295305" indent="0" algn="ctr">
              <a:buNone/>
              <a:defRPr sz="344"/>
            </a:lvl4pPr>
            <a:lvl5pPr marL="393741" indent="0" algn="ctr">
              <a:buNone/>
              <a:defRPr sz="344"/>
            </a:lvl5pPr>
            <a:lvl6pPr marL="492176" indent="0" algn="ctr">
              <a:buNone/>
              <a:defRPr sz="344"/>
            </a:lvl6pPr>
            <a:lvl7pPr marL="590611" indent="0" algn="ctr">
              <a:buNone/>
              <a:defRPr sz="344"/>
            </a:lvl7pPr>
            <a:lvl8pPr marL="689046" indent="0" algn="ctr">
              <a:buNone/>
              <a:defRPr sz="344"/>
            </a:lvl8pPr>
            <a:lvl9pPr marL="787481" indent="0" algn="ctr">
              <a:buNone/>
              <a:defRPr sz="34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5022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33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368069"/>
            <a:ext cx="3570923" cy="614131"/>
          </a:xfrm>
        </p:spPr>
        <p:txBody>
          <a:bodyPr anchor="b"/>
          <a:lstStyle>
            <a:lvl1pPr>
              <a:defRPr sz="12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988009"/>
            <a:ext cx="3570923" cy="322957"/>
          </a:xfrm>
        </p:spPr>
        <p:txBody>
          <a:bodyPr/>
          <a:lstStyle>
            <a:lvl1pPr marL="0" indent="0">
              <a:buNone/>
              <a:defRPr sz="517">
                <a:solidFill>
                  <a:schemeClr val="tx1">
                    <a:tint val="82000"/>
                  </a:schemeClr>
                </a:solidFill>
              </a:defRPr>
            </a:lvl1pPr>
            <a:lvl2pPr marL="98435" indent="0">
              <a:buNone/>
              <a:defRPr sz="431">
                <a:solidFill>
                  <a:schemeClr val="tx1">
                    <a:tint val="82000"/>
                  </a:schemeClr>
                </a:solidFill>
              </a:defRPr>
            </a:lvl2pPr>
            <a:lvl3pPr marL="196870" indent="0">
              <a:buNone/>
              <a:defRPr sz="388">
                <a:solidFill>
                  <a:schemeClr val="tx1">
                    <a:tint val="82000"/>
                  </a:schemeClr>
                </a:solidFill>
              </a:defRPr>
            </a:lvl3pPr>
            <a:lvl4pPr marL="295305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4pPr>
            <a:lvl5pPr marL="393741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5pPr>
            <a:lvl6pPr marL="492176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6pPr>
            <a:lvl7pPr marL="590611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7pPr>
            <a:lvl8pPr marL="689046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8pPr>
            <a:lvl9pPr marL="787481" indent="0">
              <a:buNone/>
              <a:defRPr sz="3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448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393017"/>
            <a:ext cx="1759585" cy="936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393017"/>
            <a:ext cx="1759585" cy="936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541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78604"/>
            <a:ext cx="3570923" cy="2853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361917"/>
            <a:ext cx="1751499" cy="177370"/>
          </a:xfrm>
        </p:spPr>
        <p:txBody>
          <a:bodyPr anchor="b"/>
          <a:lstStyle>
            <a:lvl1pPr marL="0" indent="0">
              <a:buNone/>
              <a:defRPr sz="517" b="1"/>
            </a:lvl1pPr>
            <a:lvl2pPr marL="98435" indent="0">
              <a:buNone/>
              <a:defRPr sz="431" b="1"/>
            </a:lvl2pPr>
            <a:lvl3pPr marL="196870" indent="0">
              <a:buNone/>
              <a:defRPr sz="388" b="1"/>
            </a:lvl3pPr>
            <a:lvl4pPr marL="295305" indent="0">
              <a:buNone/>
              <a:defRPr sz="344" b="1"/>
            </a:lvl4pPr>
            <a:lvl5pPr marL="393741" indent="0">
              <a:buNone/>
              <a:defRPr sz="344" b="1"/>
            </a:lvl5pPr>
            <a:lvl6pPr marL="492176" indent="0">
              <a:buNone/>
              <a:defRPr sz="344" b="1"/>
            </a:lvl6pPr>
            <a:lvl7pPr marL="590611" indent="0">
              <a:buNone/>
              <a:defRPr sz="344" b="1"/>
            </a:lvl7pPr>
            <a:lvl8pPr marL="689046" indent="0">
              <a:buNone/>
              <a:defRPr sz="344" b="1"/>
            </a:lvl8pPr>
            <a:lvl9pPr marL="787481" indent="0">
              <a:buNone/>
              <a:defRPr sz="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539287"/>
            <a:ext cx="1751499" cy="7932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361917"/>
            <a:ext cx="1760124" cy="177370"/>
          </a:xfrm>
        </p:spPr>
        <p:txBody>
          <a:bodyPr anchor="b"/>
          <a:lstStyle>
            <a:lvl1pPr marL="0" indent="0">
              <a:buNone/>
              <a:defRPr sz="517" b="1"/>
            </a:lvl1pPr>
            <a:lvl2pPr marL="98435" indent="0">
              <a:buNone/>
              <a:defRPr sz="431" b="1"/>
            </a:lvl2pPr>
            <a:lvl3pPr marL="196870" indent="0">
              <a:buNone/>
              <a:defRPr sz="388" b="1"/>
            </a:lvl3pPr>
            <a:lvl4pPr marL="295305" indent="0">
              <a:buNone/>
              <a:defRPr sz="344" b="1"/>
            </a:lvl4pPr>
            <a:lvl5pPr marL="393741" indent="0">
              <a:buNone/>
              <a:defRPr sz="344" b="1"/>
            </a:lvl5pPr>
            <a:lvl6pPr marL="492176" indent="0">
              <a:buNone/>
              <a:defRPr sz="344" b="1"/>
            </a:lvl6pPr>
            <a:lvl7pPr marL="590611" indent="0">
              <a:buNone/>
              <a:defRPr sz="344" b="1"/>
            </a:lvl7pPr>
            <a:lvl8pPr marL="689046" indent="0">
              <a:buNone/>
              <a:defRPr sz="344" b="1"/>
            </a:lvl8pPr>
            <a:lvl9pPr marL="787481" indent="0">
              <a:buNone/>
              <a:defRPr sz="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539287"/>
            <a:ext cx="1760124" cy="7932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525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672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577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98425"/>
            <a:ext cx="1335322" cy="344488"/>
          </a:xfrm>
        </p:spPr>
        <p:txBody>
          <a:bodyPr anchor="b"/>
          <a:lstStyle>
            <a:lvl1pPr>
              <a:defRPr sz="6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212571"/>
            <a:ext cx="2095976" cy="1049183"/>
          </a:xfrm>
        </p:spPr>
        <p:txBody>
          <a:bodyPr/>
          <a:lstStyle>
            <a:lvl1pPr>
              <a:defRPr sz="689"/>
            </a:lvl1pPr>
            <a:lvl2pPr>
              <a:defRPr sz="603"/>
            </a:lvl2pPr>
            <a:lvl3pPr>
              <a:defRPr sz="517"/>
            </a:lvl3pPr>
            <a:lvl4pPr>
              <a:defRPr sz="431"/>
            </a:lvl4pPr>
            <a:lvl5pPr>
              <a:defRPr sz="431"/>
            </a:lvl5pPr>
            <a:lvl6pPr>
              <a:defRPr sz="431"/>
            </a:lvl6pPr>
            <a:lvl7pPr>
              <a:defRPr sz="431"/>
            </a:lvl7pPr>
            <a:lvl8pPr>
              <a:defRPr sz="431"/>
            </a:lvl8pPr>
            <a:lvl9pPr>
              <a:defRPr sz="43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442913"/>
            <a:ext cx="1335322" cy="820550"/>
          </a:xfrm>
        </p:spPr>
        <p:txBody>
          <a:bodyPr/>
          <a:lstStyle>
            <a:lvl1pPr marL="0" indent="0">
              <a:buNone/>
              <a:defRPr sz="344"/>
            </a:lvl1pPr>
            <a:lvl2pPr marL="98435" indent="0">
              <a:buNone/>
              <a:defRPr sz="301"/>
            </a:lvl2pPr>
            <a:lvl3pPr marL="196870" indent="0">
              <a:buNone/>
              <a:defRPr sz="258"/>
            </a:lvl3pPr>
            <a:lvl4pPr marL="295305" indent="0">
              <a:buNone/>
              <a:defRPr sz="215"/>
            </a:lvl4pPr>
            <a:lvl5pPr marL="393741" indent="0">
              <a:buNone/>
              <a:defRPr sz="215"/>
            </a:lvl5pPr>
            <a:lvl6pPr marL="492176" indent="0">
              <a:buNone/>
              <a:defRPr sz="215"/>
            </a:lvl6pPr>
            <a:lvl7pPr marL="590611" indent="0">
              <a:buNone/>
              <a:defRPr sz="215"/>
            </a:lvl7pPr>
            <a:lvl8pPr marL="689046" indent="0">
              <a:buNone/>
              <a:defRPr sz="215"/>
            </a:lvl8pPr>
            <a:lvl9pPr marL="787481" indent="0">
              <a:buNone/>
              <a:defRPr sz="2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5580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98425"/>
            <a:ext cx="1335322" cy="344488"/>
          </a:xfrm>
        </p:spPr>
        <p:txBody>
          <a:bodyPr anchor="b"/>
          <a:lstStyle>
            <a:lvl1pPr>
              <a:defRPr sz="6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212571"/>
            <a:ext cx="2095976" cy="1049183"/>
          </a:xfrm>
        </p:spPr>
        <p:txBody>
          <a:bodyPr anchor="t"/>
          <a:lstStyle>
            <a:lvl1pPr marL="0" indent="0">
              <a:buNone/>
              <a:defRPr sz="689"/>
            </a:lvl1pPr>
            <a:lvl2pPr marL="98435" indent="0">
              <a:buNone/>
              <a:defRPr sz="603"/>
            </a:lvl2pPr>
            <a:lvl3pPr marL="196870" indent="0">
              <a:buNone/>
              <a:defRPr sz="517"/>
            </a:lvl3pPr>
            <a:lvl4pPr marL="295305" indent="0">
              <a:buNone/>
              <a:defRPr sz="431"/>
            </a:lvl4pPr>
            <a:lvl5pPr marL="393741" indent="0">
              <a:buNone/>
              <a:defRPr sz="431"/>
            </a:lvl5pPr>
            <a:lvl6pPr marL="492176" indent="0">
              <a:buNone/>
              <a:defRPr sz="431"/>
            </a:lvl6pPr>
            <a:lvl7pPr marL="590611" indent="0">
              <a:buNone/>
              <a:defRPr sz="431"/>
            </a:lvl7pPr>
            <a:lvl8pPr marL="689046" indent="0">
              <a:buNone/>
              <a:defRPr sz="431"/>
            </a:lvl8pPr>
            <a:lvl9pPr marL="787481" indent="0">
              <a:buNone/>
              <a:defRPr sz="431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442913"/>
            <a:ext cx="1335322" cy="820550"/>
          </a:xfrm>
        </p:spPr>
        <p:txBody>
          <a:bodyPr/>
          <a:lstStyle>
            <a:lvl1pPr marL="0" indent="0">
              <a:buNone/>
              <a:defRPr sz="344"/>
            </a:lvl1pPr>
            <a:lvl2pPr marL="98435" indent="0">
              <a:buNone/>
              <a:defRPr sz="301"/>
            </a:lvl2pPr>
            <a:lvl3pPr marL="196870" indent="0">
              <a:buNone/>
              <a:defRPr sz="258"/>
            </a:lvl3pPr>
            <a:lvl4pPr marL="295305" indent="0">
              <a:buNone/>
              <a:defRPr sz="215"/>
            </a:lvl4pPr>
            <a:lvl5pPr marL="393741" indent="0">
              <a:buNone/>
              <a:defRPr sz="215"/>
            </a:lvl5pPr>
            <a:lvl6pPr marL="492176" indent="0">
              <a:buNone/>
              <a:defRPr sz="215"/>
            </a:lvl6pPr>
            <a:lvl7pPr marL="590611" indent="0">
              <a:buNone/>
              <a:defRPr sz="215"/>
            </a:lvl7pPr>
            <a:lvl8pPr marL="689046" indent="0">
              <a:buNone/>
              <a:defRPr sz="215"/>
            </a:lvl8pPr>
            <a:lvl9pPr marL="787481" indent="0">
              <a:buNone/>
              <a:defRPr sz="2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249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162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78603"/>
            <a:ext cx="892731" cy="12511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78603"/>
            <a:ext cx="2626439" cy="125116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419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78604"/>
            <a:ext cx="3570923" cy="2853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393017"/>
            <a:ext cx="3570923" cy="936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368381"/>
            <a:ext cx="931545" cy="786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368381"/>
            <a:ext cx="1397318" cy="786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368381"/>
            <a:ext cx="931545" cy="786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564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96870" rtl="0" eaLnBrk="1" latinLnBrk="0" hangingPunct="1">
        <a:lnSpc>
          <a:spcPct val="90000"/>
        </a:lnSpc>
        <a:spcBef>
          <a:spcPct val="0"/>
        </a:spcBef>
        <a:buNone/>
        <a:defRPr sz="9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218" indent="-49218" algn="l" defTabSz="196870" rtl="0" eaLnBrk="1" latinLnBrk="0" hangingPunct="1">
        <a:lnSpc>
          <a:spcPct val="90000"/>
        </a:lnSpc>
        <a:spcBef>
          <a:spcPts val="215"/>
        </a:spcBef>
        <a:buFont typeface="Arial" panose="020B0604020202020204" pitchFamily="34" charset="0"/>
        <a:buChar char="•"/>
        <a:defRPr sz="603" kern="1200">
          <a:solidFill>
            <a:schemeClr val="tx1"/>
          </a:solidFill>
          <a:latin typeface="+mn-lt"/>
          <a:ea typeface="+mn-ea"/>
          <a:cs typeface="+mn-cs"/>
        </a:defRPr>
      </a:lvl1pPr>
      <a:lvl2pPr marL="147653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517" kern="1200">
          <a:solidFill>
            <a:schemeClr val="tx1"/>
          </a:solidFill>
          <a:latin typeface="+mn-lt"/>
          <a:ea typeface="+mn-ea"/>
          <a:cs typeface="+mn-cs"/>
        </a:defRPr>
      </a:lvl2pPr>
      <a:lvl3pPr marL="246088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431" kern="1200">
          <a:solidFill>
            <a:schemeClr val="tx1"/>
          </a:solidFill>
          <a:latin typeface="+mn-lt"/>
          <a:ea typeface="+mn-ea"/>
          <a:cs typeface="+mn-cs"/>
        </a:defRPr>
      </a:lvl3pPr>
      <a:lvl4pPr marL="344523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4pPr>
      <a:lvl5pPr marL="442958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5pPr>
      <a:lvl6pPr marL="541393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6pPr>
      <a:lvl7pPr marL="639829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7pPr>
      <a:lvl8pPr marL="738264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8pPr>
      <a:lvl9pPr marL="836699" indent="-49218" algn="l" defTabSz="196870" rtl="0" eaLnBrk="1" latinLnBrk="0" hangingPunct="1">
        <a:lnSpc>
          <a:spcPct val="90000"/>
        </a:lnSpc>
        <a:spcBef>
          <a:spcPts val="108"/>
        </a:spcBef>
        <a:buFont typeface="Arial" panose="020B0604020202020204" pitchFamily="34" charset="0"/>
        <a:buChar char="•"/>
        <a:defRPr sz="3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1pPr>
      <a:lvl2pPr marL="98435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2pPr>
      <a:lvl3pPr marL="196870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3pPr>
      <a:lvl4pPr marL="295305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4pPr>
      <a:lvl5pPr marL="393741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5pPr>
      <a:lvl6pPr marL="492176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6pPr>
      <a:lvl7pPr marL="590611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7pPr>
      <a:lvl8pPr marL="689046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8pPr>
      <a:lvl9pPr marL="787481" algn="l" defTabSz="196870" rtl="0" eaLnBrk="1" latinLnBrk="0" hangingPunct="1">
        <a:defRPr sz="3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Precision-Recall curve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5FCF48-52E3-4492-E94D-63EC8B3349BF}"/>
              </a:ext>
            </a:extLst>
          </p:cNvPr>
          <p:cNvSpPr txBox="1"/>
          <p:nvPr/>
        </p:nvSpPr>
        <p:spPr>
          <a:xfrm>
            <a:off x="344831" y="1308971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953F0-D574-7288-6232-DB349985D1C7}"/>
              </a:ext>
            </a:extLst>
          </p:cNvPr>
          <p:cNvSpPr txBox="1"/>
          <p:nvPr/>
        </p:nvSpPr>
        <p:spPr>
          <a:xfrm rot="16200000">
            <a:off x="-290639" y="862506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70A906-9CF0-0CA7-E0F3-6CE28EFD5D88}"/>
              </a:ext>
            </a:extLst>
          </p:cNvPr>
          <p:cNvSpPr/>
          <p:nvPr/>
        </p:nvSpPr>
        <p:spPr>
          <a:xfrm>
            <a:off x="293327" y="7002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498FD-11B7-6E9F-93AC-A2EA1AAF283D}"/>
              </a:ext>
            </a:extLst>
          </p:cNvPr>
          <p:cNvSpPr txBox="1"/>
          <p:nvPr/>
        </p:nvSpPr>
        <p:spPr>
          <a:xfrm>
            <a:off x="417593" y="119317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FBFAAE-FDB5-9C28-E4FB-9767C60AD9AD}"/>
              </a:ext>
            </a:extLst>
          </p:cNvPr>
          <p:cNvSpPr txBox="1"/>
          <p:nvPr/>
        </p:nvSpPr>
        <p:spPr>
          <a:xfrm>
            <a:off x="186399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5B2E3-697E-EF7F-6DE7-398837E648D8}"/>
              </a:ext>
            </a:extLst>
          </p:cNvPr>
          <p:cNvSpPr txBox="1"/>
          <p:nvPr/>
        </p:nvSpPr>
        <p:spPr>
          <a:xfrm>
            <a:off x="717715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AE0A53-5537-0BEB-0D7E-587C0BED06FB}"/>
              </a:ext>
            </a:extLst>
          </p:cNvPr>
          <p:cNvCxnSpPr>
            <a:cxnSpLocks/>
          </p:cNvCxnSpPr>
          <p:nvPr/>
        </p:nvCxnSpPr>
        <p:spPr>
          <a:xfrm rot="5400000" flipV="1">
            <a:off x="290454" y="703542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F997BA-C09E-F977-2962-97E5EC2E4278}"/>
              </a:ext>
            </a:extLst>
          </p:cNvPr>
          <p:cNvSpPr txBox="1"/>
          <p:nvPr/>
        </p:nvSpPr>
        <p:spPr>
          <a:xfrm>
            <a:off x="118559" y="11228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02B0F6-DBE2-75A9-BE9E-2017ED295806}"/>
              </a:ext>
            </a:extLst>
          </p:cNvPr>
          <p:cNvSpPr txBox="1"/>
          <p:nvPr/>
        </p:nvSpPr>
        <p:spPr>
          <a:xfrm>
            <a:off x="118559" y="5953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A2A36E-AB3C-E4C2-E36B-5896CE1876A3}"/>
              </a:ext>
            </a:extLst>
          </p:cNvPr>
          <p:cNvSpPr txBox="1"/>
          <p:nvPr/>
        </p:nvSpPr>
        <p:spPr>
          <a:xfrm>
            <a:off x="49631" y="8590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E5230C-F284-DA67-6488-204B230E83EC}"/>
              </a:ext>
            </a:extLst>
          </p:cNvPr>
          <p:cNvSpPr txBox="1"/>
          <p:nvPr/>
        </p:nvSpPr>
        <p:spPr>
          <a:xfrm>
            <a:off x="289743" y="4977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130AE-9C84-70A6-B5E3-D8C639C2F071}"/>
              </a:ext>
            </a:extLst>
          </p:cNvPr>
          <p:cNvSpPr txBox="1"/>
          <p:nvPr/>
        </p:nvSpPr>
        <p:spPr>
          <a:xfrm>
            <a:off x="1401586" y="1315107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A59DDD-285A-7034-B1F5-70C3236EEB8E}"/>
              </a:ext>
            </a:extLst>
          </p:cNvPr>
          <p:cNvSpPr/>
          <p:nvPr/>
        </p:nvSpPr>
        <p:spPr>
          <a:xfrm>
            <a:off x="1347882" y="7002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D4C487-6A2F-D1A5-8C60-2E89034A0BCF}"/>
              </a:ext>
            </a:extLst>
          </p:cNvPr>
          <p:cNvSpPr txBox="1"/>
          <p:nvPr/>
        </p:nvSpPr>
        <p:spPr>
          <a:xfrm>
            <a:off x="1472148" y="119317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497309-3825-8F73-491C-1F065C389560}"/>
              </a:ext>
            </a:extLst>
          </p:cNvPr>
          <p:cNvSpPr txBox="1"/>
          <p:nvPr/>
        </p:nvSpPr>
        <p:spPr>
          <a:xfrm>
            <a:off x="1240954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7447C1-71A7-53DA-FA4A-60695C6142B4}"/>
              </a:ext>
            </a:extLst>
          </p:cNvPr>
          <p:cNvSpPr txBox="1"/>
          <p:nvPr/>
        </p:nvSpPr>
        <p:spPr>
          <a:xfrm>
            <a:off x="1772270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598C5A-D9D6-C729-4217-96ADE0D324AF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8639" y="703542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B572820-B33D-97E7-3F9A-1E53270FD862}"/>
              </a:ext>
            </a:extLst>
          </p:cNvPr>
          <p:cNvSpPr txBox="1"/>
          <p:nvPr/>
        </p:nvSpPr>
        <p:spPr>
          <a:xfrm>
            <a:off x="1173114" y="11228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59E9B8-ED2A-B7C5-CD99-FCCACB55B247}"/>
              </a:ext>
            </a:extLst>
          </p:cNvPr>
          <p:cNvSpPr txBox="1"/>
          <p:nvPr/>
        </p:nvSpPr>
        <p:spPr>
          <a:xfrm>
            <a:off x="1173114" y="5953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9A054A-1E9C-43D8-1A4D-7AC5D9228D29}"/>
              </a:ext>
            </a:extLst>
          </p:cNvPr>
          <p:cNvSpPr txBox="1"/>
          <p:nvPr/>
        </p:nvSpPr>
        <p:spPr>
          <a:xfrm>
            <a:off x="1104186" y="8590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472CBD-CB17-A7EF-5FDC-A2F6815385EA}"/>
              </a:ext>
            </a:extLst>
          </p:cNvPr>
          <p:cNvSpPr txBox="1"/>
          <p:nvPr/>
        </p:nvSpPr>
        <p:spPr>
          <a:xfrm>
            <a:off x="1344298" y="4977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FE1007-0DAE-599E-2214-69669DEB30C2}"/>
              </a:ext>
            </a:extLst>
          </p:cNvPr>
          <p:cNvSpPr txBox="1"/>
          <p:nvPr/>
        </p:nvSpPr>
        <p:spPr>
          <a:xfrm>
            <a:off x="2448271" y="1306310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D8A9C3F-217E-9DEA-31D3-F668D73532C6}"/>
              </a:ext>
            </a:extLst>
          </p:cNvPr>
          <p:cNvSpPr/>
          <p:nvPr/>
        </p:nvSpPr>
        <p:spPr>
          <a:xfrm>
            <a:off x="2402437" y="7002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726D64-1E53-9623-8AEB-CDFEBC54B3A2}"/>
              </a:ext>
            </a:extLst>
          </p:cNvPr>
          <p:cNvSpPr txBox="1"/>
          <p:nvPr/>
        </p:nvSpPr>
        <p:spPr>
          <a:xfrm>
            <a:off x="2526703" y="119317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F803A3-4BEB-9400-7B38-57E687183C6D}"/>
              </a:ext>
            </a:extLst>
          </p:cNvPr>
          <p:cNvSpPr txBox="1"/>
          <p:nvPr/>
        </p:nvSpPr>
        <p:spPr>
          <a:xfrm>
            <a:off x="2295509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FD6C18-DBDE-1EE4-FADB-2B22F8257AA8}"/>
              </a:ext>
            </a:extLst>
          </p:cNvPr>
          <p:cNvSpPr txBox="1"/>
          <p:nvPr/>
        </p:nvSpPr>
        <p:spPr>
          <a:xfrm>
            <a:off x="2826825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5EA298F-0D64-5654-88B6-2A2F7068B6E6}"/>
              </a:ext>
            </a:extLst>
          </p:cNvPr>
          <p:cNvCxnSpPr>
            <a:cxnSpLocks/>
          </p:cNvCxnSpPr>
          <p:nvPr/>
        </p:nvCxnSpPr>
        <p:spPr>
          <a:xfrm rot="5400000" flipV="1">
            <a:off x="2407166" y="704140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A123093-7B31-331E-36C8-0D76F6297454}"/>
              </a:ext>
            </a:extLst>
          </p:cNvPr>
          <p:cNvSpPr txBox="1"/>
          <p:nvPr/>
        </p:nvSpPr>
        <p:spPr>
          <a:xfrm>
            <a:off x="2227669" y="11228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F79955-9585-5CF1-C444-DDF210469501}"/>
              </a:ext>
            </a:extLst>
          </p:cNvPr>
          <p:cNvSpPr txBox="1"/>
          <p:nvPr/>
        </p:nvSpPr>
        <p:spPr>
          <a:xfrm>
            <a:off x="2227669" y="5953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CFC326-BACC-6902-14F7-BFEEE6666E1E}"/>
              </a:ext>
            </a:extLst>
          </p:cNvPr>
          <p:cNvSpPr txBox="1"/>
          <p:nvPr/>
        </p:nvSpPr>
        <p:spPr>
          <a:xfrm>
            <a:off x="2158741" y="8590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F40DB0-4698-E06C-0A8E-89913B152B5D}"/>
              </a:ext>
            </a:extLst>
          </p:cNvPr>
          <p:cNvSpPr txBox="1"/>
          <p:nvPr/>
        </p:nvSpPr>
        <p:spPr>
          <a:xfrm>
            <a:off x="2398853" y="497704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22668D-8253-2DF2-841F-181CA4892F52}"/>
              </a:ext>
            </a:extLst>
          </p:cNvPr>
          <p:cNvSpPr txBox="1"/>
          <p:nvPr/>
        </p:nvSpPr>
        <p:spPr>
          <a:xfrm>
            <a:off x="3505892" y="1307851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A10788-F022-5F4F-7E6A-BC6318793D52}"/>
              </a:ext>
            </a:extLst>
          </p:cNvPr>
          <p:cNvSpPr/>
          <p:nvPr/>
        </p:nvSpPr>
        <p:spPr>
          <a:xfrm>
            <a:off x="3456992" y="700228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9E7280-5D40-9558-A401-287F029CE5A4}"/>
              </a:ext>
            </a:extLst>
          </p:cNvPr>
          <p:cNvSpPr txBox="1"/>
          <p:nvPr/>
        </p:nvSpPr>
        <p:spPr>
          <a:xfrm>
            <a:off x="3581258" y="1193170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9004C2-032E-AE52-1A5E-5FEED9C5F2DC}"/>
              </a:ext>
            </a:extLst>
          </p:cNvPr>
          <p:cNvSpPr txBox="1"/>
          <p:nvPr/>
        </p:nvSpPr>
        <p:spPr>
          <a:xfrm>
            <a:off x="3350064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394BC8-687D-D688-2D19-7127147A70A1}"/>
              </a:ext>
            </a:extLst>
          </p:cNvPr>
          <p:cNvSpPr txBox="1"/>
          <p:nvPr/>
        </p:nvSpPr>
        <p:spPr>
          <a:xfrm>
            <a:off x="3881380" y="1193170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FF89A01-C26A-9C57-05E8-1FB4A07BE5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63871" y="703542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E1A0180-88A4-FC9F-9519-D1D7BDCA0811}"/>
              </a:ext>
            </a:extLst>
          </p:cNvPr>
          <p:cNvSpPr txBox="1"/>
          <p:nvPr/>
        </p:nvSpPr>
        <p:spPr>
          <a:xfrm>
            <a:off x="3282224" y="112285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FE1138-74BE-8717-2261-54DC19AC021C}"/>
              </a:ext>
            </a:extLst>
          </p:cNvPr>
          <p:cNvSpPr txBox="1"/>
          <p:nvPr/>
        </p:nvSpPr>
        <p:spPr>
          <a:xfrm>
            <a:off x="3282224" y="595306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94855B-E047-F82E-4381-14F2D4005F14}"/>
              </a:ext>
            </a:extLst>
          </p:cNvPr>
          <p:cNvSpPr txBox="1"/>
          <p:nvPr/>
        </p:nvSpPr>
        <p:spPr>
          <a:xfrm>
            <a:off x="3213296" y="859081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350757-4EAD-7E70-7E51-6A44C861C034}"/>
              </a:ext>
            </a:extLst>
          </p:cNvPr>
          <p:cNvSpPr txBox="1"/>
          <p:nvPr/>
        </p:nvSpPr>
        <p:spPr>
          <a:xfrm>
            <a:off x="3142551" y="485524"/>
            <a:ext cx="1112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Imbalanced dataset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39BC8B-CAC0-9D56-378A-90AA4CF80489}"/>
              </a:ext>
            </a:extLst>
          </p:cNvPr>
          <p:cNvSpPr txBox="1"/>
          <p:nvPr/>
        </p:nvSpPr>
        <p:spPr>
          <a:xfrm>
            <a:off x="-76874" y="340509"/>
            <a:ext cx="421707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Discrimination ability for imbalanced training datasets: precision-recall curves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220B4C-3EE9-79D0-5CC3-92E14004DE32}"/>
              </a:ext>
            </a:extLst>
          </p:cNvPr>
          <p:cNvCxnSpPr>
            <a:cxnSpLocks/>
          </p:cNvCxnSpPr>
          <p:nvPr/>
        </p:nvCxnSpPr>
        <p:spPr>
          <a:xfrm>
            <a:off x="290502" y="716193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1DEC7A-0060-1A4C-6A16-0B710C05E940}"/>
              </a:ext>
            </a:extLst>
          </p:cNvPr>
          <p:cNvCxnSpPr>
            <a:cxnSpLocks/>
          </p:cNvCxnSpPr>
          <p:nvPr/>
        </p:nvCxnSpPr>
        <p:spPr>
          <a:xfrm>
            <a:off x="1344298" y="1230579"/>
            <a:ext cx="5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5F39F989-143E-1301-D39A-44FA87B8671D}"/>
              </a:ext>
            </a:extLst>
          </p:cNvPr>
          <p:cNvSpPr/>
          <p:nvPr/>
        </p:nvSpPr>
        <p:spPr>
          <a:xfrm rot="5400000">
            <a:off x="2614889" y="509265"/>
            <a:ext cx="106550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5E4B854-239B-9566-3B89-532971E9DBFD}"/>
              </a:ext>
            </a:extLst>
          </p:cNvPr>
          <p:cNvSpPr/>
          <p:nvPr/>
        </p:nvSpPr>
        <p:spPr>
          <a:xfrm rot="5400000">
            <a:off x="3465741" y="700733"/>
            <a:ext cx="528159" cy="531532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729037 w 3219450"/>
              <a:gd name="connsiteY1" fmla="*/ 2900799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10666 w 3335463"/>
              <a:gd name="connsiteY2" fmla="*/ 2660688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5463" h="3178565">
                <a:moveTo>
                  <a:pt x="3" y="3178562"/>
                </a:moveTo>
                <a:cubicBezTo>
                  <a:pt x="528006" y="2983987"/>
                  <a:pt x="1360170" y="2963488"/>
                  <a:pt x="1935722" y="2900787"/>
                </a:cubicBezTo>
                <a:cubicBezTo>
                  <a:pt x="2511274" y="2838086"/>
                  <a:pt x="2567190" y="2855454"/>
                  <a:pt x="2757088" y="2660682"/>
                </a:cubicBezTo>
                <a:cubicBezTo>
                  <a:pt x="2946987" y="2465910"/>
                  <a:pt x="2954678" y="2115980"/>
                  <a:pt x="3075113" y="1732156"/>
                </a:cubicBezTo>
                <a:cubicBezTo>
                  <a:pt x="3276985" y="961309"/>
                  <a:pt x="3335463" y="0"/>
                  <a:pt x="3335463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1F3E36-7EC4-F8B9-3B05-22579CD90230}"/>
              </a:ext>
            </a:extLst>
          </p:cNvPr>
          <p:cNvSpPr txBox="1"/>
          <p:nvPr/>
        </p:nvSpPr>
        <p:spPr>
          <a:xfrm rot="16200000">
            <a:off x="805461" y="865263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76DAF-AB8C-150D-9732-CC67560B199A}"/>
              </a:ext>
            </a:extLst>
          </p:cNvPr>
          <p:cNvSpPr txBox="1"/>
          <p:nvPr/>
        </p:nvSpPr>
        <p:spPr>
          <a:xfrm rot="16200000">
            <a:off x="1844257" y="85870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29D75E-81FE-2F24-F24E-E7FF79731679}"/>
              </a:ext>
            </a:extLst>
          </p:cNvPr>
          <p:cNvSpPr txBox="1"/>
          <p:nvPr/>
        </p:nvSpPr>
        <p:spPr>
          <a:xfrm rot="16200000">
            <a:off x="2894469" y="865264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F6D48A6B-C064-E9C2-ABC9-C06729342EA6}"/>
              </a:ext>
            </a:extLst>
          </p:cNvPr>
          <p:cNvSpPr/>
          <p:nvPr/>
        </p:nvSpPr>
        <p:spPr>
          <a:xfrm rot="5400000">
            <a:off x="3581710" y="596668"/>
            <a:ext cx="292501" cy="531533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3 w 3219450"/>
              <a:gd name="connsiteY2" fmla="*/ 142169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107968" y="2544124"/>
                  <a:pt x="298465" y="2243440"/>
                </a:cubicBezTo>
                <a:cubicBezTo>
                  <a:pt x="488962" y="1942756"/>
                  <a:pt x="829066" y="1690437"/>
                  <a:pt x="1142983" y="1421697"/>
                </a:cubicBezTo>
                <a:cubicBezTo>
                  <a:pt x="1456900" y="1152957"/>
                  <a:pt x="1784234" y="899717"/>
                  <a:pt x="2181965" y="630998"/>
                </a:cubicBezTo>
                <a:lnTo>
                  <a:pt x="321945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8E69EA-3516-A310-AF50-988BB9504572}"/>
              </a:ext>
            </a:extLst>
          </p:cNvPr>
          <p:cNvSpPr txBox="1"/>
          <p:nvPr/>
        </p:nvSpPr>
        <p:spPr>
          <a:xfrm>
            <a:off x="3714693" y="666392"/>
            <a:ext cx="2904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FD7136-F527-E69D-7527-B98BDFD517F3}"/>
              </a:ext>
            </a:extLst>
          </p:cNvPr>
          <p:cNvSpPr txBox="1"/>
          <p:nvPr/>
        </p:nvSpPr>
        <p:spPr>
          <a:xfrm>
            <a:off x="3485123" y="948485"/>
            <a:ext cx="2952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i-b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45691E5-0DBE-8798-0E11-D62DAD69F61A}"/>
              </a:ext>
            </a:extLst>
          </p:cNvPr>
          <p:cNvCxnSpPr>
            <a:cxnSpLocks/>
          </p:cNvCxnSpPr>
          <p:nvPr/>
        </p:nvCxnSpPr>
        <p:spPr>
          <a:xfrm flipH="1">
            <a:off x="817229" y="702419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54</Words>
  <Application>Microsoft Office PowerPoint</Application>
  <PresentationFormat>Custom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2026-01-26T22:56:26Z</dcterms:modified>
</cp:coreProperties>
</file>