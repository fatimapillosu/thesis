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</p:sldIdLst>
  <p:sldSz cx="4140200" cy="16192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724C"/>
    <a:srgbClr val="8F704A"/>
    <a:srgbClr val="AD5252"/>
    <a:srgbClr val="A35C4F"/>
    <a:srgbClr val="7A8545"/>
    <a:srgbClr val="E07A1A"/>
    <a:srgbClr val="E46A24"/>
    <a:srgbClr val="806266"/>
    <a:srgbClr val="6B5280"/>
    <a:srgbClr val="2185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96EA5D-C3BE-427B-8FE9-FA1A6A06E6F8}" v="8" dt="2026-01-26T23:12:13.8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224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6T23:12:13.808" v="588"/>
      <pc:docMkLst>
        <pc:docMk/>
      </pc:docMkLst>
      <pc:sldChg chg="addSp delSp modSp mod">
        <pc:chgData name="Fatima Pillosu" userId="a6295d4dc9e22643" providerId="LiveId" clId="{87453732-75AC-4426-B5D3-B7C69C2D4F54}" dt="2026-01-26T23:12:13.808" v="588"/>
        <pc:sldMkLst>
          <pc:docMk/>
          <pc:sldMk cId="1573992039" sldId="256"/>
        </pc:sldMkLst>
        <pc:spChg chg="add del">
          <ac:chgData name="Fatima Pillosu" userId="a6295d4dc9e22643" providerId="LiveId" clId="{87453732-75AC-4426-B5D3-B7C69C2D4F54}" dt="2026-01-26T22:56:07.885" v="240" actId="478"/>
          <ac:spMkLst>
            <pc:docMk/>
            <pc:sldMk cId="1573992039" sldId="256"/>
            <ac:spMk id="2" creationId="{4C835313-E0D5-C4EE-7654-ED9A8FE275BF}"/>
          </ac:spMkLst>
        </pc:spChg>
        <pc:spChg chg="add mod">
          <ac:chgData name="Fatima Pillosu" userId="a6295d4dc9e22643" providerId="LiveId" clId="{87453732-75AC-4426-B5D3-B7C69C2D4F54}" dt="2026-01-26T23:09:05.593" v="420" actId="554"/>
          <ac:spMkLst>
            <pc:docMk/>
            <pc:sldMk cId="1573992039" sldId="256"/>
            <ac:spMk id="2" creationId="{BD2B5EE2-B5B8-14F5-F2A0-1E0BAC814B37}"/>
          </ac:spMkLst>
        </pc:spChg>
        <pc:spChg chg="add del">
          <ac:chgData name="Fatima Pillosu" userId="a6295d4dc9e22643" providerId="LiveId" clId="{87453732-75AC-4426-B5D3-B7C69C2D4F54}" dt="2026-01-26T22:58:38.751" v="275" actId="478"/>
          <ac:spMkLst>
            <pc:docMk/>
            <pc:sldMk cId="1573992039" sldId="256"/>
            <ac:spMk id="2" creationId="{F475F43C-18C5-4B12-E619-512343645CF0}"/>
          </ac:spMkLst>
        </pc:spChg>
        <pc:spChg chg="add mod">
          <ac:chgData name="Fatima Pillosu" userId="a6295d4dc9e22643" providerId="LiveId" clId="{87453732-75AC-4426-B5D3-B7C69C2D4F54}" dt="2026-01-26T23:10:50.031" v="522" actId="12788"/>
          <ac:spMkLst>
            <pc:docMk/>
            <pc:sldMk cId="1573992039" sldId="256"/>
            <ac:spMk id="3" creationId="{9F1EF9CC-AC6E-A0CF-45A5-9541CE7DA8D0}"/>
          </ac:spMkLst>
        </pc:spChg>
        <pc:spChg chg="del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3" creationId="{F4E1EB47-FB49-B221-8F40-6FAAC8188E34}"/>
          </ac:spMkLst>
        </pc:spChg>
        <pc:spChg chg="add del">
          <ac:chgData name="Fatima Pillosu" userId="a6295d4dc9e22643" providerId="LiveId" clId="{87453732-75AC-4426-B5D3-B7C69C2D4F54}" dt="2026-01-26T23:12:03.799" v="586" actId="478"/>
          <ac:spMkLst>
            <pc:docMk/>
            <pc:sldMk cId="1573992039" sldId="256"/>
            <ac:spMk id="4" creationId="{8F2ABB47-98D6-21BE-3C98-ED16DF66AD29}"/>
          </ac:spMkLst>
        </pc:spChg>
        <pc:spChg chg="add mod">
          <ac:chgData name="Fatima Pillosu" userId="a6295d4dc9e22643" providerId="LiveId" clId="{87453732-75AC-4426-B5D3-B7C69C2D4F54}" dt="2026-01-26T22:56:22.404" v="244" actId="1035"/>
          <ac:spMkLst>
            <pc:docMk/>
            <pc:sldMk cId="1573992039" sldId="256"/>
            <ac:spMk id="5" creationId="{8DD953F0-D574-7288-6232-DB349985D1C7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10" creationId="{32FBFAAE-FDB5-9C28-E4FB-9767C60AD9AD}"/>
          </ac:spMkLst>
        </pc:spChg>
        <pc:spChg chg="mod">
          <ac:chgData name="Fatima Pillosu" userId="a6295d4dc9e22643" providerId="LiveId" clId="{87453732-75AC-4426-B5D3-B7C69C2D4F54}" dt="2026-01-26T22:58:13.640" v="272" actId="1035"/>
          <ac:spMkLst>
            <pc:docMk/>
            <pc:sldMk cId="1573992039" sldId="256"/>
            <ac:spMk id="13" creationId="{5CA2A36E-AB3C-E4C2-E36B-5896CE1876A3}"/>
          </ac:spMkLst>
        </pc:spChg>
        <pc:spChg chg="del mod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14" creationId="{4BE5230C-F284-DA67-6488-204B230E83EC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14" creationId="{FB02B0F6-DBE2-75A9-BE9E-2017ED295806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17" creationId="{C17130AE-9C84-70A6-B5E3-D8C639C2F071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18" creationId="{B2A59DDD-285A-7034-B1F5-70C3236EEB8E}"/>
          </ac:spMkLst>
        </pc:spChg>
        <pc:spChg chg="add mod">
          <ac:chgData name="Fatima Pillosu" userId="a6295d4dc9e22643" providerId="LiveId" clId="{87453732-75AC-4426-B5D3-B7C69C2D4F54}" dt="2026-01-26T22:56:22.404" v="244" actId="1035"/>
          <ac:spMkLst>
            <pc:docMk/>
            <pc:sldMk cId="1573992039" sldId="256"/>
            <ac:spMk id="19" creationId="{0B7447C1-71A7-53DA-FA4A-60695C6142B4}"/>
          </ac:spMkLst>
        </pc:spChg>
        <pc:spChg chg="add del mod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21" creationId="{4B572820-B33D-97E7-3F9A-1E53270FD862}"/>
          </ac:spMkLst>
        </pc:spChg>
        <pc:spChg chg="del mod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22" creationId="{0559E9B8-ED2A-B7C5-CD99-FCCACB55B247}"/>
          </ac:spMkLst>
        </pc:spChg>
        <pc:spChg chg="del mod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24" creationId="{00472CBD-CB17-A7EF-5FDC-A2F6815385EA}"/>
          </ac:spMkLst>
        </pc:spChg>
        <pc:spChg chg="add mod">
          <ac:chgData name="Fatima Pillosu" userId="a6295d4dc9e22643" providerId="LiveId" clId="{87453732-75AC-4426-B5D3-B7C69C2D4F54}" dt="2026-01-26T22:56:22.404" v="244" actId="1035"/>
          <ac:spMkLst>
            <pc:docMk/>
            <pc:sldMk cId="1573992039" sldId="256"/>
            <ac:spMk id="26" creationId="{6D8A9C3F-217E-9DEA-31D3-F668D73532C6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28" creationId="{6D8A9C3F-217E-9DEA-31D3-F668D73532C6}"/>
          </ac:spMkLst>
        </pc:spChg>
        <pc:spChg chg="add del mod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29" creationId="{B9FD6C18-DBDE-1EE4-FADB-2B22F8257AA8}"/>
          </ac:spMkLst>
        </pc:spChg>
        <pc:spChg chg="del mod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31" creationId="{3A123093-7B31-331E-36C8-0D76F6297454}"/>
          </ac:spMkLst>
        </pc:spChg>
        <pc:spChg chg="add del mod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34" creationId="{05F40DB0-4698-E06C-0A8E-89913B152B5D}"/>
          </ac:spMkLst>
        </pc:spChg>
        <pc:spChg chg="add mod">
          <ac:chgData name="Fatima Pillosu" userId="a6295d4dc9e22643" providerId="LiveId" clId="{87453732-75AC-4426-B5D3-B7C69C2D4F54}" dt="2026-01-26T22:56:22.404" v="244" actId="1035"/>
          <ac:spMkLst>
            <pc:docMk/>
            <pc:sldMk cId="1573992039" sldId="256"/>
            <ac:spMk id="36" creationId="{0DA10788-F022-5F4F-7E6A-BC6318793D52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38" creationId="{0DA10788-F022-5F4F-7E6A-BC6318793D52}"/>
          </ac:spMkLst>
        </pc:spChg>
        <pc:spChg chg="del mod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38" creationId="{3F9004C2-032E-AE52-1A5E-5FEED9C5F2DC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41" creationId="{B2394BC8-687D-D688-2D19-7127147A70A1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43" creationId="{3E1A0180-88A4-FC9F-9519-D1D7BDCA0811}"/>
          </ac:spMkLst>
        </pc:spChg>
        <pc:spChg chg="del mod">
          <ac:chgData name="Fatima Pillosu" userId="a6295d4dc9e22643" providerId="LiveId" clId="{87453732-75AC-4426-B5D3-B7C69C2D4F54}" dt="2026-01-26T22:58:40.537" v="276" actId="21"/>
          <ac:spMkLst>
            <pc:docMk/>
            <pc:sldMk cId="1573992039" sldId="256"/>
            <ac:spMk id="43" creationId="{6294855B-E047-F82E-4381-14F2D4005F14}"/>
          </ac:spMkLst>
        </pc:spChg>
        <pc:spChg chg="mod">
          <ac:chgData name="Fatima Pillosu" userId="a6295d4dc9e22643" providerId="LiveId" clId="{87453732-75AC-4426-B5D3-B7C69C2D4F54}" dt="2026-01-26T22:58:24.051" v="273" actId="554"/>
          <ac:spMkLst>
            <pc:docMk/>
            <pc:sldMk cId="1573992039" sldId="256"/>
            <ac:spMk id="44" creationId="{96350757-4EAD-7E70-7E51-6A44C861C034}"/>
          </ac:spMkLst>
        </pc:spChg>
        <pc:spChg chg="add del mod">
          <ac:chgData name="Fatima Pillosu" userId="a6295d4dc9e22643" providerId="LiveId" clId="{87453732-75AC-4426-B5D3-B7C69C2D4F54}" dt="2026-01-26T22:58:04.871" v="245" actId="478"/>
          <ac:spMkLst>
            <pc:docMk/>
            <pc:sldMk cId="1573992039" sldId="256"/>
            <ac:spMk id="45" creationId="{7439BC8B-CAC0-9D56-378A-90AA4CF80489}"/>
          </ac:spMkLst>
        </pc:spChg>
        <pc:spChg chg="add mod">
          <ac:chgData name="Fatima Pillosu" userId="a6295d4dc9e22643" providerId="LiveId" clId="{87453732-75AC-4426-B5D3-B7C69C2D4F54}" dt="2026-01-26T22:56:22.404" v="244" actId="1035"/>
          <ac:spMkLst>
            <pc:docMk/>
            <pc:sldMk cId="1573992039" sldId="256"/>
            <ac:spMk id="50" creationId="{551F3E36-7EC4-F8B9-3B05-22579CD90230}"/>
          </ac:spMkLst>
        </pc:spChg>
        <pc:spChg chg="add mod">
          <ac:chgData name="Fatima Pillosu" userId="a6295d4dc9e22643" providerId="LiveId" clId="{87453732-75AC-4426-B5D3-B7C69C2D4F54}" dt="2026-01-26T22:56:22.404" v="244" actId="1035"/>
          <ac:spMkLst>
            <pc:docMk/>
            <pc:sldMk cId="1573992039" sldId="256"/>
            <ac:spMk id="55" creationId="{9AFD7136-F527-E69D-7527-B98BDFD517F3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55" creationId="{C28E69EA-3516-A310-AF50-988BB9504572}"/>
          </ac:spMkLst>
        </pc:spChg>
        <pc:spChg chg="add mod">
          <ac:chgData name="Fatima Pillosu" userId="a6295d4dc9e22643" providerId="LiveId" clId="{87453732-75AC-4426-B5D3-B7C69C2D4F54}" dt="2026-01-26T23:12:13.808" v="588"/>
          <ac:spMkLst>
            <pc:docMk/>
            <pc:sldMk cId="1573992039" sldId="256"/>
            <ac:spMk id="56" creationId="{9AFD7136-F527-E69D-7527-B98BDFD517F3}"/>
          </ac:spMkLst>
        </pc:spChg>
        <pc:spChg chg="mod">
          <ac:chgData name="Fatima Pillosu" userId="a6295d4dc9e22643" providerId="LiveId" clId="{87453732-75AC-4426-B5D3-B7C69C2D4F54}" dt="2026-01-26T23:08:01.461" v="347" actId="1035"/>
          <ac:spMkLst>
            <pc:docMk/>
            <pc:sldMk cId="1573992039" sldId="256"/>
            <ac:spMk id="57" creationId="{F4E1EB47-FB49-B221-8F40-6FAAC8188E34}"/>
          </ac:spMkLst>
        </pc:spChg>
        <pc:spChg chg="add 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58" creationId="{255FCF48-52E3-4492-E94D-63EC8B3349BF}"/>
          </ac:spMkLst>
        </pc:spChg>
        <pc:spChg chg="mod">
          <ac:chgData name="Fatima Pillosu" userId="a6295d4dc9e22643" providerId="LiveId" clId="{87453732-75AC-4426-B5D3-B7C69C2D4F54}" dt="2026-01-26T23:09:15.899" v="460" actId="1035"/>
          <ac:spMkLst>
            <pc:docMk/>
            <pc:sldMk cId="1573992039" sldId="256"/>
            <ac:spMk id="59" creationId="{8DD953F0-D574-7288-6232-DB349985D1C7}"/>
          </ac:spMkLst>
        </pc:spChg>
        <pc:spChg chg="mod">
          <ac:chgData name="Fatima Pillosu" userId="a6295d4dc9e22643" providerId="LiveId" clId="{87453732-75AC-4426-B5D3-B7C69C2D4F54}" dt="2026-01-26T23:09:15.899" v="460" actId="1035"/>
          <ac:spMkLst>
            <pc:docMk/>
            <pc:sldMk cId="1573992039" sldId="256"/>
            <ac:spMk id="61" creationId="{F86498FD-11B7-6E9F-93AC-A2EA1AAF283D}"/>
          </ac:spMkLst>
        </pc:spChg>
        <pc:spChg chg="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62" creationId="{32FBFAAE-FDB5-9C28-E4FB-9767C60AD9AD}"/>
          </ac:spMkLst>
        </pc:spChg>
        <pc:spChg chg="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67" creationId="{5CA2A36E-AB3C-E4C2-E36B-5896CE1876A3}"/>
          </ac:spMkLst>
        </pc:spChg>
        <pc:spChg chg="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69" creationId="{C17130AE-9C84-70A6-B5E3-D8C639C2F071}"/>
          </ac:spMkLst>
        </pc:spChg>
        <pc:spChg chg="add 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70" creationId="{B2A59DDD-285A-7034-B1F5-70C3236EEB8E}"/>
          </ac:spMkLst>
        </pc:spChg>
        <pc:spChg chg="add mod">
          <ac:chgData name="Fatima Pillosu" userId="a6295d4dc9e22643" providerId="LiveId" clId="{87453732-75AC-4426-B5D3-B7C69C2D4F54}" dt="2026-01-26T22:58:50.421" v="277"/>
          <ac:spMkLst>
            <pc:docMk/>
            <pc:sldMk cId="1573992039" sldId="256"/>
            <ac:spMk id="72" creationId="{C7497309-3825-8F73-491C-1F065C389560}"/>
          </ac:spMkLst>
        </pc:spChg>
        <pc:spChg chg="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75" creationId="{4B572820-B33D-97E7-3F9A-1E53270FD862}"/>
          </ac:spMkLst>
        </pc:spChg>
        <pc:spChg chg="mod">
          <ac:chgData name="Fatima Pillosu" userId="a6295d4dc9e22643" providerId="LiveId" clId="{87453732-75AC-4426-B5D3-B7C69C2D4F54}" dt="2026-01-26T23:09:15.899" v="460" actId="1035"/>
          <ac:spMkLst>
            <pc:docMk/>
            <pc:sldMk cId="1573992039" sldId="256"/>
            <ac:spMk id="76" creationId="{0559E9B8-ED2A-B7C5-CD99-FCCACB55B247}"/>
          </ac:spMkLst>
        </pc:spChg>
        <pc:spChg chg="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78" creationId="{00472CBD-CB17-A7EF-5FDC-A2F6815385EA}"/>
          </ac:spMkLst>
        </pc:spChg>
        <pc:spChg chg="add mod">
          <ac:chgData name="Fatima Pillosu" userId="a6295d4dc9e22643" providerId="LiveId" clId="{87453732-75AC-4426-B5D3-B7C69C2D4F54}" dt="2026-01-26T23:09:15.899" v="460" actId="1035"/>
          <ac:spMkLst>
            <pc:docMk/>
            <pc:sldMk cId="1573992039" sldId="256"/>
            <ac:spMk id="79" creationId="{06FE1007-0DAE-599E-2214-69669DEB30C2}"/>
          </ac:spMkLst>
        </pc:spChg>
        <pc:spChg chg="mod">
          <ac:chgData name="Fatima Pillosu" userId="a6295d4dc9e22643" providerId="LiveId" clId="{87453732-75AC-4426-B5D3-B7C69C2D4F54}" dt="2026-01-26T23:09:15.899" v="460" actId="1035"/>
          <ac:spMkLst>
            <pc:docMk/>
            <pc:sldMk cId="1573992039" sldId="256"/>
            <ac:spMk id="81" creationId="{DC726D64-1E53-9623-8AEB-CDFEBC54B3A2}"/>
          </ac:spMkLst>
        </pc:spChg>
        <pc:spChg chg="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85" creationId="{3A123093-7B31-331E-36C8-0D76F6297454}"/>
          </ac:spMkLst>
        </pc:spChg>
        <pc:spChg chg="add mod">
          <ac:chgData name="Fatima Pillosu" userId="a6295d4dc9e22643" providerId="LiveId" clId="{87453732-75AC-4426-B5D3-B7C69C2D4F54}" dt="2026-01-26T22:58:50.421" v="277"/>
          <ac:spMkLst>
            <pc:docMk/>
            <pc:sldMk cId="1573992039" sldId="256"/>
            <ac:spMk id="86" creationId="{AEF79955-9585-5CF1-C444-DDF210469501}"/>
          </ac:spMkLst>
        </pc:spChg>
        <pc:spChg chg="mod">
          <ac:chgData name="Fatima Pillosu" userId="a6295d4dc9e22643" providerId="LiveId" clId="{87453732-75AC-4426-B5D3-B7C69C2D4F54}" dt="2026-01-26T23:09:15.899" v="460" actId="1035"/>
          <ac:spMkLst>
            <pc:docMk/>
            <pc:sldMk cId="1573992039" sldId="256"/>
            <ac:spMk id="87" creationId="{8ACFC326-BACC-6902-14F7-BFEEE6666E1E}"/>
          </ac:spMkLst>
        </pc:spChg>
        <pc:spChg chg="mod">
          <ac:chgData name="Fatima Pillosu" userId="a6295d4dc9e22643" providerId="LiveId" clId="{87453732-75AC-4426-B5D3-B7C69C2D4F54}" dt="2026-01-26T23:09:15.899" v="460" actId="1035"/>
          <ac:spMkLst>
            <pc:docMk/>
            <pc:sldMk cId="1573992039" sldId="256"/>
            <ac:spMk id="88" creationId="{05F40DB0-4698-E06C-0A8E-89913B152B5D}"/>
          </ac:spMkLst>
        </pc:spChg>
        <pc:spChg chg="add mod">
          <ac:chgData name="Fatima Pillosu" userId="a6295d4dc9e22643" providerId="LiveId" clId="{87453732-75AC-4426-B5D3-B7C69C2D4F54}" dt="2026-01-26T23:11:18.314" v="569" actId="1037"/>
          <ac:spMkLst>
            <pc:docMk/>
            <pc:sldMk cId="1573992039" sldId="256"/>
            <ac:spMk id="89" creationId="{1522668D-8253-2DF2-841F-181CA4892F52}"/>
          </ac:spMkLst>
        </pc:spChg>
        <pc:spChg chg="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90" creationId="{0DA10788-F022-5F4F-7E6A-BC6318793D52}"/>
          </ac:spMkLst>
        </pc:spChg>
        <pc:spChg chg="mod">
          <ac:chgData name="Fatima Pillosu" userId="a6295d4dc9e22643" providerId="LiveId" clId="{87453732-75AC-4426-B5D3-B7C69C2D4F54}" dt="2026-01-26T23:11:18.314" v="569" actId="1037"/>
          <ac:spMkLst>
            <pc:docMk/>
            <pc:sldMk cId="1573992039" sldId="256"/>
            <ac:spMk id="91" creationId="{0F9E7280-5D40-9558-A401-287F029CE5A4}"/>
          </ac:spMkLst>
        </pc:spChg>
        <pc:spChg chg="mod">
          <ac:chgData name="Fatima Pillosu" userId="a6295d4dc9e22643" providerId="LiveId" clId="{87453732-75AC-4426-B5D3-B7C69C2D4F54}" dt="2026-01-26T23:11:18.314" v="569" actId="1037"/>
          <ac:spMkLst>
            <pc:docMk/>
            <pc:sldMk cId="1573992039" sldId="256"/>
            <ac:spMk id="92" creationId="{3F9004C2-032E-AE52-1A5E-5FEED9C5F2DC}"/>
          </ac:spMkLst>
        </pc:spChg>
        <pc:spChg chg="mod">
          <ac:chgData name="Fatima Pillosu" userId="a6295d4dc9e22643" providerId="LiveId" clId="{87453732-75AC-4426-B5D3-B7C69C2D4F54}" dt="2026-01-26T23:11:25.376" v="570" actId="1076"/>
          <ac:spMkLst>
            <pc:docMk/>
            <pc:sldMk cId="1573992039" sldId="256"/>
            <ac:spMk id="93" creationId="{B2394BC8-687D-D688-2D19-7127147A70A1}"/>
          </ac:spMkLst>
        </pc:spChg>
        <pc:spChg chg="add mod">
          <ac:chgData name="Fatima Pillosu" userId="a6295d4dc9e22643" providerId="LiveId" clId="{87453732-75AC-4426-B5D3-B7C69C2D4F54}" dt="2026-01-26T23:11:18.314" v="569" actId="1037"/>
          <ac:spMkLst>
            <pc:docMk/>
            <pc:sldMk cId="1573992039" sldId="256"/>
            <ac:spMk id="95" creationId="{3E1A0180-88A4-FC9F-9519-D1D7BDCA0811}"/>
          </ac:spMkLst>
        </pc:spChg>
        <pc:spChg chg="add mod">
          <ac:chgData name="Fatima Pillosu" userId="a6295d4dc9e22643" providerId="LiveId" clId="{87453732-75AC-4426-B5D3-B7C69C2D4F54}" dt="2026-01-26T23:11:08.134" v="563" actId="1037"/>
          <ac:spMkLst>
            <pc:docMk/>
            <pc:sldMk cId="1573992039" sldId="256"/>
            <ac:spMk id="96" creationId="{59FE1138-74BE-8717-2261-54DC19AC021C}"/>
          </ac:spMkLst>
        </pc:spChg>
        <pc:spChg chg="mod">
          <ac:chgData name="Fatima Pillosu" userId="a6295d4dc9e22643" providerId="LiveId" clId="{87453732-75AC-4426-B5D3-B7C69C2D4F54}" dt="2026-01-26T23:11:15.605" v="566" actId="1037"/>
          <ac:spMkLst>
            <pc:docMk/>
            <pc:sldMk cId="1573992039" sldId="256"/>
            <ac:spMk id="97" creationId="{6294855B-E047-F82E-4381-14F2D4005F14}"/>
          </ac:spMkLst>
        </pc:spChg>
        <pc:spChg chg="mod">
          <ac:chgData name="Fatima Pillosu" userId="a6295d4dc9e22643" providerId="LiveId" clId="{87453732-75AC-4426-B5D3-B7C69C2D4F54}" dt="2026-01-26T23:10:50.031" v="522" actId="12788"/>
          <ac:spMkLst>
            <pc:docMk/>
            <pc:sldMk cId="1573992039" sldId="256"/>
            <ac:spMk id="98" creationId="{96350757-4EAD-7E70-7E51-6A44C861C034}"/>
          </ac:spMkLst>
        </pc:spChg>
        <pc:spChg chg="mod">
          <ac:chgData name="Fatima Pillosu" userId="a6295d4dc9e22643" providerId="LiveId" clId="{87453732-75AC-4426-B5D3-B7C69C2D4F54}" dt="2026-01-26T23:11:18.314" v="569" actId="1037"/>
          <ac:spMkLst>
            <pc:docMk/>
            <pc:sldMk cId="1573992039" sldId="256"/>
            <ac:spMk id="102" creationId="{45E4B854-239B-9566-3B89-532971E9DBFD}"/>
          </ac:spMkLst>
        </pc:spChg>
        <pc:spChg chg="del mod">
          <ac:chgData name="Fatima Pillosu" userId="a6295d4dc9e22643" providerId="LiveId" clId="{87453732-75AC-4426-B5D3-B7C69C2D4F54}" dt="2026-01-26T23:12:05.255" v="587" actId="21"/>
          <ac:spMkLst>
            <pc:docMk/>
            <pc:sldMk cId="1573992039" sldId="256"/>
            <ac:spMk id="103" creationId="{551F3E36-7EC4-F8B9-3B05-22579CD90230}"/>
          </ac:spMkLst>
        </pc:spChg>
        <pc:spChg chg="add mod">
          <ac:chgData name="Fatima Pillosu" userId="a6295d4dc9e22643" providerId="LiveId" clId="{87453732-75AC-4426-B5D3-B7C69C2D4F54}" dt="2026-01-26T23:09:15.899" v="460" actId="1035"/>
          <ac:spMkLst>
            <pc:docMk/>
            <pc:sldMk cId="1573992039" sldId="256"/>
            <ac:spMk id="104" creationId="{B7776DAF-AB8C-150D-9732-CC67560B199A}"/>
          </ac:spMkLst>
        </pc:spChg>
        <pc:spChg chg="add mod">
          <ac:chgData name="Fatima Pillosu" userId="a6295d4dc9e22643" providerId="LiveId" clId="{87453732-75AC-4426-B5D3-B7C69C2D4F54}" dt="2026-01-26T23:11:18.314" v="569" actId="1037"/>
          <ac:spMkLst>
            <pc:docMk/>
            <pc:sldMk cId="1573992039" sldId="256"/>
            <ac:spMk id="106" creationId="{F6D48A6B-C064-E9C2-ABC9-C06729342EA6}"/>
          </ac:spMkLst>
        </pc:spChg>
        <pc:spChg chg="mod">
          <ac:chgData name="Fatima Pillosu" userId="a6295d4dc9e22643" providerId="LiveId" clId="{87453732-75AC-4426-B5D3-B7C69C2D4F54}" dt="2026-01-26T23:11:18.314" v="569" actId="1037"/>
          <ac:spMkLst>
            <pc:docMk/>
            <pc:sldMk cId="1573992039" sldId="256"/>
            <ac:spMk id="107" creationId="{C28E69EA-3516-A310-AF50-988BB9504572}"/>
          </ac:spMkLst>
        </pc:spChg>
        <pc:spChg chg="mod">
          <ac:chgData name="Fatima Pillosu" userId="a6295d4dc9e22643" providerId="LiveId" clId="{87453732-75AC-4426-B5D3-B7C69C2D4F54}" dt="2026-01-26T23:11:18.314" v="569" actId="1037"/>
          <ac:spMkLst>
            <pc:docMk/>
            <pc:sldMk cId="1573992039" sldId="256"/>
            <ac:spMk id="108" creationId="{9AFD7136-F527-E69D-7527-B98BDFD517F3}"/>
          </ac:spMkLst>
        </pc:spChg>
        <pc:spChg chg="mod">
          <ac:chgData name="Fatima Pillosu" userId="a6295d4dc9e22643" providerId="LiveId" clId="{87453732-75AC-4426-B5D3-B7C69C2D4F54}" dt="2026-01-26T15:58:51.439" v="146" actId="207"/>
          <ac:spMkLst>
            <pc:docMk/>
            <pc:sldMk cId="1573992039" sldId="256"/>
            <ac:spMk id="833" creationId="{C8C3D13A-BFDD-54C1-8A04-DD3BB24773C4}"/>
          </ac:spMkLst>
        </pc:spChg>
        <pc:spChg chg="mod">
          <ac:chgData name="Fatima Pillosu" userId="a6295d4dc9e22643" providerId="LiveId" clId="{87453732-75AC-4426-B5D3-B7C69C2D4F54}" dt="2026-01-26T15:58:51.439" v="146" actId="207"/>
          <ac:spMkLst>
            <pc:docMk/>
            <pc:sldMk cId="1573992039" sldId="256"/>
            <ac:spMk id="835" creationId="{8DD953F0-D574-7288-6232-DB349985D1C7}"/>
          </ac:spMkLst>
        </pc:spChg>
        <pc:spChg chg="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836" creationId="{0770A906-9CF0-0CA7-E0F3-6CE28EFD5D88}"/>
          </ac:spMkLst>
        </pc:spChg>
        <pc:spChg chg="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841" creationId="{1245B2E3-697E-EF7F-6DE7-398837E648D8}"/>
          </ac:spMkLst>
        </pc:spChg>
        <pc:spChg chg="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850" creationId="{B2A59DDD-285A-7034-B1F5-70C3236EEB8E}"/>
          </ac:spMkLst>
        </pc:spChg>
        <pc:spChg chg="mod">
          <ac:chgData name="Fatima Pillosu" userId="a6295d4dc9e22643" providerId="LiveId" clId="{87453732-75AC-4426-B5D3-B7C69C2D4F54}" dt="2026-01-26T22:52:58.911" v="149" actId="20577"/>
          <ac:spMkLst>
            <pc:docMk/>
            <pc:sldMk cId="1573992039" sldId="256"/>
            <ac:spMk id="1046" creationId="{F4E1EB47-FB49-B221-8F40-6FAAC8188E34}"/>
          </ac:spMkLst>
        </pc:spChg>
        <pc:spChg chg="add del mod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052" creationId="{964EC952-07EF-AA5F-815E-D6BF5819DB79}"/>
          </ac:spMkLst>
        </pc:spChg>
        <pc:spChg chg="mod">
          <ac:chgData name="Fatima Pillosu" userId="a6295d4dc9e22643" providerId="LiveId" clId="{87453732-75AC-4426-B5D3-B7C69C2D4F54}" dt="2026-01-26T15:58:51.439" v="146" actId="207"/>
          <ac:spMkLst>
            <pc:docMk/>
            <pc:sldMk cId="1573992039" sldId="256"/>
            <ac:spMk id="1059" creationId="{3D37103F-47C7-BE7F-806C-5E4BECD03EA9}"/>
          </ac:spMkLst>
        </pc:spChg>
        <pc:spChg chg="mod">
          <ac:chgData name="Fatima Pillosu" userId="a6295d4dc9e22643" providerId="LiveId" clId="{87453732-75AC-4426-B5D3-B7C69C2D4F54}" dt="2026-01-26T15:58:51.439" v="146" actId="207"/>
          <ac:spMkLst>
            <pc:docMk/>
            <pc:sldMk cId="1573992039" sldId="256"/>
            <ac:spMk id="1061" creationId="{DCB1B907-5B6C-8E3C-DD69-3607F5EC5EE4}"/>
          </ac:spMkLst>
        </pc:spChg>
        <pc:spChg chg="del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075" creationId="{9958E352-CA91-7654-2E99-B1A4B437CC31}"/>
          </ac:spMkLst>
        </pc:spChg>
        <pc:spChg chg="mod">
          <ac:chgData name="Fatima Pillosu" userId="a6295d4dc9e22643" providerId="LiveId" clId="{87453732-75AC-4426-B5D3-B7C69C2D4F54}" dt="2026-01-26T15:58:51.439" v="146" actId="207"/>
          <ac:spMkLst>
            <pc:docMk/>
            <pc:sldMk cId="1573992039" sldId="256"/>
            <ac:spMk id="1081" creationId="{A8E03514-EE6D-3FE2-AF9C-5F1472E42874}"/>
          </ac:spMkLst>
        </pc:spChg>
        <pc:spChg chg="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1088" creationId="{0B7447C1-71A7-53DA-FA4A-60695C6142B4}"/>
          </ac:spMkLst>
        </pc:spChg>
        <pc:spChg chg="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1091" creationId="{0559E9B8-ED2A-B7C5-CD99-FCCACB55B247}"/>
          </ac:spMkLst>
        </pc:spChg>
        <pc:spChg chg="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1102" creationId="{8ACFC326-BACC-6902-14F7-BFEEE6666E1E}"/>
          </ac:spMkLst>
        </pc:spChg>
        <pc:spChg chg="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1107" creationId="{3F9004C2-032E-AE52-1A5E-5FEED9C5F2DC}"/>
          </ac:spMkLst>
        </pc:spChg>
        <pc:spChg chg="add 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1108" creationId="{B2394BC8-687D-D688-2D19-7127147A70A1}"/>
          </ac:spMkLst>
        </pc:spChg>
        <pc:spChg chg="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1113" creationId="{96350757-4EAD-7E70-7E51-6A44C861C034}"/>
          </ac:spMkLst>
        </pc:spChg>
        <pc:spChg chg="mod">
          <ac:chgData name="Fatima Pillosu" userId="a6295d4dc9e22643" providerId="LiveId" clId="{87453732-75AC-4426-B5D3-B7C69C2D4F54}" dt="2026-01-26T22:54:19.585" v="236" actId="20577"/>
          <ac:spMkLst>
            <pc:docMk/>
            <pc:sldMk cId="1573992039" sldId="256"/>
            <ac:spMk id="1114" creationId="{7439BC8B-CAC0-9D56-378A-90AA4CF80489}"/>
          </ac:spMkLst>
        </pc:spChg>
        <pc:spChg chg="mod">
          <ac:chgData name="Fatima Pillosu" userId="a6295d4dc9e22643" providerId="LiveId" clId="{87453732-75AC-4426-B5D3-B7C69C2D4F54}" dt="2026-01-26T15:58:51.439" v="146" actId="207"/>
          <ac:spMkLst>
            <pc:docMk/>
            <pc:sldMk cId="1573992039" sldId="256"/>
            <ac:spMk id="1122" creationId="{4FB22F50-5C99-2B5F-1771-1D302FB37FCD}"/>
          </ac:spMkLst>
        </pc:spChg>
        <pc:spChg chg="del mod">
          <ac:chgData name="Fatima Pillosu" userId="a6295d4dc9e22643" providerId="LiveId" clId="{87453732-75AC-4426-B5D3-B7C69C2D4F54}" dt="2026-01-26T22:56:09.237" v="241" actId="21"/>
          <ac:spMkLst>
            <pc:docMk/>
            <pc:sldMk cId="1573992039" sldId="256"/>
            <ac:spMk id="1128" creationId="{C28E69EA-3516-A310-AF50-988BB9504572}"/>
          </ac:spMkLst>
        </pc:spChg>
        <pc:spChg chg="del">
          <ac:chgData name="Fatima Pillosu" userId="a6295d4dc9e22643" providerId="LiveId" clId="{87453732-75AC-4426-B5D3-B7C69C2D4F54}" dt="2026-01-26T22:53:15.950" v="151" actId="478"/>
          <ac:spMkLst>
            <pc:docMk/>
            <pc:sldMk cId="1573992039" sldId="256"/>
            <ac:spMk id="1132" creationId="{24428639-C506-A03B-34DE-5B70BD1EE70B}"/>
          </ac:spMkLst>
        </pc:spChg>
        <pc:spChg chg="del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133" creationId="{EEE42CED-F621-12CD-E62E-637B87C9AF4B}"/>
          </ac:spMkLst>
        </pc:spChg>
        <pc:spChg chg="del">
          <ac:chgData name="Fatima Pillosu" userId="a6295d4dc9e22643" providerId="LiveId" clId="{87453732-75AC-4426-B5D3-B7C69C2D4F54}" dt="2026-01-26T22:53:16.744" v="152" actId="478"/>
          <ac:spMkLst>
            <pc:docMk/>
            <pc:sldMk cId="1573992039" sldId="256"/>
            <ac:spMk id="1134" creationId="{89989199-0FD7-8440-4D97-739D75B05086}"/>
          </ac:spMkLst>
        </pc:spChg>
        <pc:spChg chg="del">
          <ac:chgData name="Fatima Pillosu" userId="a6295d4dc9e22643" providerId="LiveId" clId="{87453732-75AC-4426-B5D3-B7C69C2D4F54}" dt="2026-01-26T22:53:17.746" v="153" actId="478"/>
          <ac:spMkLst>
            <pc:docMk/>
            <pc:sldMk cId="1573992039" sldId="256"/>
            <ac:spMk id="1135" creationId="{107BB34A-E1B0-63C0-B492-B989BD5053DB}"/>
          </ac:spMkLst>
        </pc:spChg>
        <pc:spChg chg="del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137" creationId="{282A075C-FC14-ED03-372D-F218BF14C255}"/>
          </ac:spMkLst>
        </pc:spChg>
        <pc:spChg chg="del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147" creationId="{8802879B-B9A8-7464-3859-16BA11BE8AAC}"/>
          </ac:spMkLst>
        </pc:spChg>
        <pc:spChg chg="mod">
          <ac:chgData name="Fatima Pillosu" userId="a6295d4dc9e22643" providerId="LiveId" clId="{87453732-75AC-4426-B5D3-B7C69C2D4F54}" dt="2026-01-26T15:58:51.439" v="146" actId="207"/>
          <ac:spMkLst>
            <pc:docMk/>
            <pc:sldMk cId="1573992039" sldId="256"/>
            <ac:spMk id="1149" creationId="{7CCCA3AC-3B8B-DA56-0C7D-D11E0731180C}"/>
          </ac:spMkLst>
        </pc:spChg>
        <pc:spChg chg="del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153" creationId="{854C57C6-B1CB-81E6-BE42-54BBCAEE6F6E}"/>
          </ac:spMkLst>
        </pc:spChg>
        <pc:spChg chg="del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159" creationId="{28602834-4445-244F-EBAA-6A145FEF4FE1}"/>
          </ac:spMkLst>
        </pc:spChg>
        <pc:spChg chg="del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160" creationId="{5F81FB1E-F02B-3930-7760-882160F38BA4}"/>
          </ac:spMkLst>
        </pc:spChg>
        <pc:spChg chg="mod">
          <ac:chgData name="Fatima Pillosu" userId="a6295d4dc9e22643" providerId="LiveId" clId="{87453732-75AC-4426-B5D3-B7C69C2D4F54}" dt="2026-01-26T15:58:51.439" v="146" actId="207"/>
          <ac:spMkLst>
            <pc:docMk/>
            <pc:sldMk cId="1573992039" sldId="256"/>
            <ac:spMk id="1161" creationId="{0215C983-B1C6-6E89-8C74-B7C652941C14}"/>
          </ac:spMkLst>
        </pc:spChg>
        <pc:spChg chg="del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165" creationId="{31C77472-B4C1-1507-81B9-962B732F7D61}"/>
          </ac:spMkLst>
        </pc:spChg>
        <pc:spChg chg="del">
          <ac:chgData name="Fatima Pillosu" userId="a6295d4dc9e22643" providerId="LiveId" clId="{87453732-75AC-4426-B5D3-B7C69C2D4F54}" dt="2026-01-26T22:53:08.620" v="150" actId="478"/>
          <ac:spMkLst>
            <pc:docMk/>
            <pc:sldMk cId="1573992039" sldId="256"/>
            <ac:spMk id="1168" creationId="{54066B8D-FAB6-E393-A31E-DBD9964AA0F3}"/>
          </ac:spMkLst>
        </pc:spChg>
        <pc:spChg chg="mod">
          <ac:chgData name="Fatima Pillosu" userId="a6295d4dc9e22643" providerId="LiveId" clId="{87453732-75AC-4426-B5D3-B7C69C2D4F54}" dt="2026-01-26T15:58:51.439" v="146" actId="207"/>
          <ac:spMkLst>
            <pc:docMk/>
            <pc:sldMk cId="1573992039" sldId="256"/>
            <ac:spMk id="1179" creationId="{DF10412A-1778-8D76-C09F-DC36AA9386BC}"/>
          </ac:spMkLst>
        </pc:spChg>
        <pc:cxnChg chg="mod">
          <ac:chgData name="Fatima Pillosu" userId="a6295d4dc9e22643" providerId="LiveId" clId="{87453732-75AC-4426-B5D3-B7C69C2D4F54}" dt="2026-01-26T22:55:38.662" v="238" actId="1076"/>
          <ac:cxnSpMkLst>
            <pc:docMk/>
            <pc:sldMk cId="1573992039" sldId="256"/>
            <ac:cxnSpMk id="1117" creationId="{CF1DEC7A-0060-1A4C-6A16-0B710C05E940}"/>
          </ac:cxnSpMkLst>
        </pc:cxnChg>
        <pc:cxnChg chg="del">
          <ac:chgData name="Fatima Pillosu" userId="a6295d4dc9e22643" providerId="LiveId" clId="{87453732-75AC-4426-B5D3-B7C69C2D4F54}" dt="2026-01-26T22:55:34.677" v="237" actId="478"/>
          <ac:cxnSpMkLst>
            <pc:docMk/>
            <pc:sldMk cId="1573992039" sldId="256"/>
            <ac:cxnSpMk id="1126" creationId="{CDC92DCB-4D39-DB79-EDD0-A1C8713D899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525" y="265002"/>
            <a:ext cx="3105150" cy="563739"/>
          </a:xfrm>
        </p:spPr>
        <p:txBody>
          <a:bodyPr anchor="b"/>
          <a:lstStyle>
            <a:lvl1pPr algn="ctr">
              <a:defRPr sz="14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850481"/>
            <a:ext cx="3105150" cy="390944"/>
          </a:xfrm>
        </p:spPr>
        <p:txBody>
          <a:bodyPr/>
          <a:lstStyle>
            <a:lvl1pPr marL="0" indent="0" algn="ctr">
              <a:buNone/>
              <a:defRPr sz="567"/>
            </a:lvl1pPr>
            <a:lvl2pPr marL="107945" indent="0" algn="ctr">
              <a:buNone/>
              <a:defRPr sz="472"/>
            </a:lvl2pPr>
            <a:lvl3pPr marL="215890" indent="0" algn="ctr">
              <a:buNone/>
              <a:defRPr sz="425"/>
            </a:lvl3pPr>
            <a:lvl4pPr marL="323835" indent="0" algn="ctr">
              <a:buNone/>
              <a:defRPr sz="378"/>
            </a:lvl4pPr>
            <a:lvl5pPr marL="431780" indent="0" algn="ctr">
              <a:buNone/>
              <a:defRPr sz="378"/>
            </a:lvl5pPr>
            <a:lvl6pPr marL="539725" indent="0" algn="ctr">
              <a:buNone/>
              <a:defRPr sz="378"/>
            </a:lvl6pPr>
            <a:lvl7pPr marL="647670" indent="0" algn="ctr">
              <a:buNone/>
              <a:defRPr sz="378"/>
            </a:lvl7pPr>
            <a:lvl8pPr marL="755614" indent="0" algn="ctr">
              <a:buNone/>
              <a:defRPr sz="378"/>
            </a:lvl8pPr>
            <a:lvl9pPr marL="863559" indent="0" algn="ctr">
              <a:buNone/>
              <a:defRPr sz="37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2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411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403688"/>
            <a:ext cx="3570923" cy="673563"/>
          </a:xfrm>
        </p:spPr>
        <p:txBody>
          <a:bodyPr anchor="b"/>
          <a:lstStyle>
            <a:lvl1pPr>
              <a:defRPr sz="14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1083623"/>
            <a:ext cx="3570923" cy="354211"/>
          </a:xfrm>
        </p:spPr>
        <p:txBody>
          <a:bodyPr/>
          <a:lstStyle>
            <a:lvl1pPr marL="0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1pPr>
            <a:lvl2pPr marL="107945" indent="0">
              <a:buNone/>
              <a:defRPr sz="472">
                <a:solidFill>
                  <a:schemeClr val="tx1">
                    <a:tint val="82000"/>
                  </a:schemeClr>
                </a:solidFill>
              </a:defRPr>
            </a:lvl2pPr>
            <a:lvl3pPr marL="215890" indent="0">
              <a:buNone/>
              <a:defRPr sz="425">
                <a:solidFill>
                  <a:schemeClr val="tx1">
                    <a:tint val="82000"/>
                  </a:schemeClr>
                </a:solidFill>
              </a:defRPr>
            </a:lvl3pPr>
            <a:lvl4pPr marL="32383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4pPr>
            <a:lvl5pPr marL="43178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5pPr>
            <a:lvl6pPr marL="539725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6pPr>
            <a:lvl7pPr marL="647670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7pPr>
            <a:lvl8pPr marL="755614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8pPr>
            <a:lvl9pPr marL="863559" indent="0">
              <a:buNone/>
              <a:defRPr sz="37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699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431050"/>
            <a:ext cx="1759585" cy="1027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431050"/>
            <a:ext cx="1759585" cy="10273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51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86210"/>
            <a:ext cx="3570923" cy="3129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8" y="396941"/>
            <a:ext cx="1751499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8" y="591476"/>
            <a:ext cx="1751499" cy="869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6" y="396941"/>
            <a:ext cx="1760124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6" y="591476"/>
            <a:ext cx="1760124" cy="869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0732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02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201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07950"/>
            <a:ext cx="1335322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233142"/>
            <a:ext cx="2095976" cy="1150717"/>
          </a:xfrm>
        </p:spPr>
        <p:txBody>
          <a:bodyPr/>
          <a:lstStyle>
            <a:lvl1pPr>
              <a:defRPr sz="756"/>
            </a:lvl1pPr>
            <a:lvl2pPr>
              <a:defRPr sz="661"/>
            </a:lvl2pPr>
            <a:lvl3pPr>
              <a:defRPr sz="567"/>
            </a:lvl3pPr>
            <a:lvl4pPr>
              <a:defRPr sz="472"/>
            </a:lvl4pPr>
            <a:lvl5pPr>
              <a:defRPr sz="472"/>
            </a:lvl5pPr>
            <a:lvl6pPr>
              <a:defRPr sz="472"/>
            </a:lvl6pPr>
            <a:lvl7pPr>
              <a:defRPr sz="472"/>
            </a:lvl7pPr>
            <a:lvl8pPr>
              <a:defRPr sz="472"/>
            </a:lvl8pPr>
            <a:lvl9pPr>
              <a:defRPr sz="4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485775"/>
            <a:ext cx="1335322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693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07950"/>
            <a:ext cx="1335322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233142"/>
            <a:ext cx="2095976" cy="1150717"/>
          </a:xfrm>
        </p:spPr>
        <p:txBody>
          <a:bodyPr anchor="t"/>
          <a:lstStyle>
            <a:lvl1pPr marL="0" indent="0">
              <a:buNone/>
              <a:defRPr sz="756"/>
            </a:lvl1pPr>
            <a:lvl2pPr marL="107945" indent="0">
              <a:buNone/>
              <a:defRPr sz="661"/>
            </a:lvl2pPr>
            <a:lvl3pPr marL="215890" indent="0">
              <a:buNone/>
              <a:defRPr sz="567"/>
            </a:lvl3pPr>
            <a:lvl4pPr marL="323835" indent="0">
              <a:buNone/>
              <a:defRPr sz="472"/>
            </a:lvl4pPr>
            <a:lvl5pPr marL="431780" indent="0">
              <a:buNone/>
              <a:defRPr sz="472"/>
            </a:lvl5pPr>
            <a:lvl6pPr marL="539725" indent="0">
              <a:buNone/>
              <a:defRPr sz="472"/>
            </a:lvl6pPr>
            <a:lvl7pPr marL="647670" indent="0">
              <a:buNone/>
              <a:defRPr sz="472"/>
            </a:lvl7pPr>
            <a:lvl8pPr marL="755614" indent="0">
              <a:buNone/>
              <a:defRPr sz="472"/>
            </a:lvl8pPr>
            <a:lvl9pPr marL="863559" indent="0">
              <a:buNone/>
              <a:defRPr sz="47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485775"/>
            <a:ext cx="1335322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983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0872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0" y="86210"/>
            <a:ext cx="892731" cy="13722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86210"/>
            <a:ext cx="2626439" cy="13722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892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86210"/>
            <a:ext cx="3570923" cy="31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431050"/>
            <a:ext cx="3570923" cy="1027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1500805"/>
            <a:ext cx="931545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0A7230-9229-4B4E-8CC9-329D15B7627B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1500805"/>
            <a:ext cx="1397318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1500805"/>
            <a:ext cx="931545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96BB9-ACBD-4B7C-85EE-0A2B5C4E902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922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215890" rtl="0" eaLnBrk="1" latinLnBrk="0" hangingPunct="1">
        <a:lnSpc>
          <a:spcPct val="90000"/>
        </a:lnSpc>
        <a:spcBef>
          <a:spcPct val="0"/>
        </a:spcBef>
        <a:buNone/>
        <a:defRPr sz="10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72" indent="-53972" algn="l" defTabSz="215890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1917" indent="-53972" algn="l" defTabSz="215890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69862" indent="-53972" algn="l" defTabSz="215890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77807" indent="-53972" algn="l" defTabSz="215890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85752" indent="-53972" algn="l" defTabSz="215890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93697" indent="-53972" algn="l" defTabSz="215890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701642" indent="-53972" algn="l" defTabSz="215890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809587" indent="-53972" algn="l" defTabSz="215890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917532" indent="-53972" algn="l" defTabSz="215890" rtl="0" eaLnBrk="1" latinLnBrk="0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890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algn="l" defTabSz="215890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2pPr>
      <a:lvl3pPr marL="215890" algn="l" defTabSz="215890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23835" algn="l" defTabSz="215890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31780" algn="l" defTabSz="215890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39725" algn="l" defTabSz="215890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647670" algn="l" defTabSz="215890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755614" algn="l" defTabSz="215890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863559" algn="l" defTabSz="215890" rtl="0" eaLnBrk="1" latinLnBrk="0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E1EB47-FB49-B221-8F40-6FAAC8188E34}"/>
              </a:ext>
            </a:extLst>
          </p:cNvPr>
          <p:cNvSpPr txBox="1"/>
          <p:nvPr/>
        </p:nvSpPr>
        <p:spPr>
          <a:xfrm>
            <a:off x="-82463" y="-79542"/>
            <a:ext cx="43826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Breakdown scores</a:t>
            </a:r>
          </a:p>
          <a:p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Discrimination ability for imbalanced training datasets: Precision-Recall curves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5FCF48-52E3-4492-E94D-63EC8B3349BF}"/>
              </a:ext>
            </a:extLst>
          </p:cNvPr>
          <p:cNvSpPr txBox="1"/>
          <p:nvPr/>
        </p:nvSpPr>
        <p:spPr>
          <a:xfrm>
            <a:off x="344831" y="1342573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953F0-D574-7288-6232-DB349985D1C7}"/>
              </a:ext>
            </a:extLst>
          </p:cNvPr>
          <p:cNvSpPr txBox="1"/>
          <p:nvPr/>
        </p:nvSpPr>
        <p:spPr>
          <a:xfrm rot="16200000">
            <a:off x="-290639" y="896108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70A906-9CF0-0CA7-E0F3-6CE28EFD5D88}"/>
              </a:ext>
            </a:extLst>
          </p:cNvPr>
          <p:cNvSpPr/>
          <p:nvPr/>
        </p:nvSpPr>
        <p:spPr>
          <a:xfrm>
            <a:off x="293327" y="733830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6498FD-11B7-6E9F-93AC-A2EA1AAF283D}"/>
              </a:ext>
            </a:extLst>
          </p:cNvPr>
          <p:cNvSpPr txBox="1"/>
          <p:nvPr/>
        </p:nvSpPr>
        <p:spPr>
          <a:xfrm>
            <a:off x="417593" y="1226772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FBFAAE-FDB5-9C28-E4FB-9767C60AD9AD}"/>
              </a:ext>
            </a:extLst>
          </p:cNvPr>
          <p:cNvSpPr txBox="1"/>
          <p:nvPr/>
        </p:nvSpPr>
        <p:spPr>
          <a:xfrm>
            <a:off x="186399" y="1226772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5B2E3-697E-EF7F-6DE7-398837E648D8}"/>
              </a:ext>
            </a:extLst>
          </p:cNvPr>
          <p:cNvSpPr txBox="1"/>
          <p:nvPr/>
        </p:nvSpPr>
        <p:spPr>
          <a:xfrm>
            <a:off x="717715" y="1226772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AE0A53-5537-0BEB-0D7E-587C0BED06FB}"/>
              </a:ext>
            </a:extLst>
          </p:cNvPr>
          <p:cNvCxnSpPr>
            <a:cxnSpLocks/>
          </p:cNvCxnSpPr>
          <p:nvPr/>
        </p:nvCxnSpPr>
        <p:spPr>
          <a:xfrm rot="5400000" flipV="1">
            <a:off x="290454" y="737144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9F997BA-C09E-F977-2962-97E5EC2E4278}"/>
              </a:ext>
            </a:extLst>
          </p:cNvPr>
          <p:cNvSpPr txBox="1"/>
          <p:nvPr/>
        </p:nvSpPr>
        <p:spPr>
          <a:xfrm>
            <a:off x="118559" y="1156458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02B0F6-DBE2-75A9-BE9E-2017ED295806}"/>
              </a:ext>
            </a:extLst>
          </p:cNvPr>
          <p:cNvSpPr txBox="1"/>
          <p:nvPr/>
        </p:nvSpPr>
        <p:spPr>
          <a:xfrm>
            <a:off x="118559" y="628908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A2A36E-AB3C-E4C2-E36B-5896CE1876A3}"/>
              </a:ext>
            </a:extLst>
          </p:cNvPr>
          <p:cNvSpPr txBox="1"/>
          <p:nvPr/>
        </p:nvSpPr>
        <p:spPr>
          <a:xfrm>
            <a:off x="49631" y="892683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E5230C-F284-DA67-6488-204B230E83EC}"/>
              </a:ext>
            </a:extLst>
          </p:cNvPr>
          <p:cNvSpPr txBox="1"/>
          <p:nvPr/>
        </p:nvSpPr>
        <p:spPr>
          <a:xfrm>
            <a:off x="289743" y="531306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Perfect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7130AE-9C84-70A6-B5E3-D8C639C2F071}"/>
              </a:ext>
            </a:extLst>
          </p:cNvPr>
          <p:cNvSpPr txBox="1"/>
          <p:nvPr/>
        </p:nvSpPr>
        <p:spPr>
          <a:xfrm>
            <a:off x="1401586" y="1348709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A59DDD-285A-7034-B1F5-70C3236EEB8E}"/>
              </a:ext>
            </a:extLst>
          </p:cNvPr>
          <p:cNvSpPr/>
          <p:nvPr/>
        </p:nvSpPr>
        <p:spPr>
          <a:xfrm>
            <a:off x="1347882" y="733830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D4C487-6A2F-D1A5-8C60-2E89034A0BCF}"/>
              </a:ext>
            </a:extLst>
          </p:cNvPr>
          <p:cNvSpPr txBox="1"/>
          <p:nvPr/>
        </p:nvSpPr>
        <p:spPr>
          <a:xfrm>
            <a:off x="1472148" y="1226772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497309-3825-8F73-491C-1F065C389560}"/>
              </a:ext>
            </a:extLst>
          </p:cNvPr>
          <p:cNvSpPr txBox="1"/>
          <p:nvPr/>
        </p:nvSpPr>
        <p:spPr>
          <a:xfrm>
            <a:off x="1240954" y="1226772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B7447C1-71A7-53DA-FA4A-60695C6142B4}"/>
              </a:ext>
            </a:extLst>
          </p:cNvPr>
          <p:cNvSpPr txBox="1"/>
          <p:nvPr/>
        </p:nvSpPr>
        <p:spPr>
          <a:xfrm>
            <a:off x="1772270" y="1226772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2598C5A-D9D6-C729-4217-96ADE0D324AF}"/>
              </a:ext>
            </a:extLst>
          </p:cNvPr>
          <p:cNvCxnSpPr>
            <a:cxnSpLocks/>
          </p:cNvCxnSpPr>
          <p:nvPr/>
        </p:nvCxnSpPr>
        <p:spPr>
          <a:xfrm rot="5400000" flipV="1">
            <a:off x="1348639" y="737144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B572820-B33D-97E7-3F9A-1E53270FD862}"/>
              </a:ext>
            </a:extLst>
          </p:cNvPr>
          <p:cNvSpPr txBox="1"/>
          <p:nvPr/>
        </p:nvSpPr>
        <p:spPr>
          <a:xfrm>
            <a:off x="1173114" y="1156458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59E9B8-ED2A-B7C5-CD99-FCCACB55B247}"/>
              </a:ext>
            </a:extLst>
          </p:cNvPr>
          <p:cNvSpPr txBox="1"/>
          <p:nvPr/>
        </p:nvSpPr>
        <p:spPr>
          <a:xfrm>
            <a:off x="1173114" y="628908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9A054A-1E9C-43D8-1A4D-7AC5D9228D29}"/>
              </a:ext>
            </a:extLst>
          </p:cNvPr>
          <p:cNvSpPr txBox="1"/>
          <p:nvPr/>
        </p:nvSpPr>
        <p:spPr>
          <a:xfrm>
            <a:off x="1104186" y="892683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0472CBD-CB17-A7EF-5FDC-A2F6815385EA}"/>
              </a:ext>
            </a:extLst>
          </p:cNvPr>
          <p:cNvSpPr txBox="1"/>
          <p:nvPr/>
        </p:nvSpPr>
        <p:spPr>
          <a:xfrm>
            <a:off x="1344298" y="531306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FE1007-0DAE-599E-2214-69669DEB30C2}"/>
              </a:ext>
            </a:extLst>
          </p:cNvPr>
          <p:cNvSpPr txBox="1"/>
          <p:nvPr/>
        </p:nvSpPr>
        <p:spPr>
          <a:xfrm>
            <a:off x="2448271" y="1339912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8A9C3F-217E-9DEA-31D3-F668D73532C6}"/>
              </a:ext>
            </a:extLst>
          </p:cNvPr>
          <p:cNvSpPr/>
          <p:nvPr/>
        </p:nvSpPr>
        <p:spPr>
          <a:xfrm>
            <a:off x="2402437" y="733830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726D64-1E53-9623-8AEB-CDFEBC54B3A2}"/>
              </a:ext>
            </a:extLst>
          </p:cNvPr>
          <p:cNvSpPr txBox="1"/>
          <p:nvPr/>
        </p:nvSpPr>
        <p:spPr>
          <a:xfrm>
            <a:off x="2526703" y="1226772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F803A3-4BEB-9400-7B38-57E687183C6D}"/>
              </a:ext>
            </a:extLst>
          </p:cNvPr>
          <p:cNvSpPr txBox="1"/>
          <p:nvPr/>
        </p:nvSpPr>
        <p:spPr>
          <a:xfrm>
            <a:off x="2295509" y="1226772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9FD6C18-DBDE-1EE4-FADB-2B22F8257AA8}"/>
              </a:ext>
            </a:extLst>
          </p:cNvPr>
          <p:cNvSpPr txBox="1"/>
          <p:nvPr/>
        </p:nvSpPr>
        <p:spPr>
          <a:xfrm>
            <a:off x="2826825" y="1226772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5EA298F-0D64-5654-88B6-2A2F7068B6E6}"/>
              </a:ext>
            </a:extLst>
          </p:cNvPr>
          <p:cNvCxnSpPr>
            <a:cxnSpLocks/>
          </p:cNvCxnSpPr>
          <p:nvPr/>
        </p:nvCxnSpPr>
        <p:spPr>
          <a:xfrm rot="5400000" flipV="1">
            <a:off x="2407166" y="737742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A123093-7B31-331E-36C8-0D76F6297454}"/>
              </a:ext>
            </a:extLst>
          </p:cNvPr>
          <p:cNvSpPr txBox="1"/>
          <p:nvPr/>
        </p:nvSpPr>
        <p:spPr>
          <a:xfrm>
            <a:off x="2227669" y="1156458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F79955-9585-5CF1-C444-DDF210469501}"/>
              </a:ext>
            </a:extLst>
          </p:cNvPr>
          <p:cNvSpPr txBox="1"/>
          <p:nvPr/>
        </p:nvSpPr>
        <p:spPr>
          <a:xfrm>
            <a:off x="2227669" y="628908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ACFC326-BACC-6902-14F7-BFEEE6666E1E}"/>
              </a:ext>
            </a:extLst>
          </p:cNvPr>
          <p:cNvSpPr txBox="1"/>
          <p:nvPr/>
        </p:nvSpPr>
        <p:spPr>
          <a:xfrm>
            <a:off x="2158741" y="892683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5F40DB0-4698-E06C-0A8E-89913B152B5D}"/>
              </a:ext>
            </a:extLst>
          </p:cNvPr>
          <p:cNvSpPr txBox="1"/>
          <p:nvPr/>
        </p:nvSpPr>
        <p:spPr>
          <a:xfrm>
            <a:off x="2398853" y="531306"/>
            <a:ext cx="54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Good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22668D-8253-2DF2-841F-181CA4892F52}"/>
              </a:ext>
            </a:extLst>
          </p:cNvPr>
          <p:cNvSpPr txBox="1"/>
          <p:nvPr/>
        </p:nvSpPr>
        <p:spPr>
          <a:xfrm>
            <a:off x="3566123" y="1374310"/>
            <a:ext cx="43313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Recall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DA10788-F022-5F4F-7E6A-BC6318793D52}"/>
              </a:ext>
            </a:extLst>
          </p:cNvPr>
          <p:cNvSpPr/>
          <p:nvPr/>
        </p:nvSpPr>
        <p:spPr>
          <a:xfrm>
            <a:off x="3517223" y="766687"/>
            <a:ext cx="540000" cy="540000"/>
          </a:xfrm>
          <a:prstGeom prst="rect">
            <a:avLst/>
          </a:prstGeom>
          <a:noFill/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F9E7280-5D40-9558-A401-287F029CE5A4}"/>
              </a:ext>
            </a:extLst>
          </p:cNvPr>
          <p:cNvSpPr txBox="1"/>
          <p:nvPr/>
        </p:nvSpPr>
        <p:spPr>
          <a:xfrm>
            <a:off x="3641489" y="1259629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9004C2-032E-AE52-1A5E-5FEED9C5F2DC}"/>
              </a:ext>
            </a:extLst>
          </p:cNvPr>
          <p:cNvSpPr txBox="1"/>
          <p:nvPr/>
        </p:nvSpPr>
        <p:spPr>
          <a:xfrm>
            <a:off x="3410295" y="1259629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394BC8-687D-D688-2D19-7127147A70A1}"/>
              </a:ext>
            </a:extLst>
          </p:cNvPr>
          <p:cNvSpPr txBox="1"/>
          <p:nvPr/>
        </p:nvSpPr>
        <p:spPr>
          <a:xfrm>
            <a:off x="3938575" y="1256051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F89A01-C26A-9C57-05E8-1FB4A07BE5F9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24102" y="770001"/>
            <a:ext cx="539404" cy="539308"/>
          </a:xfrm>
          <a:prstGeom prst="line">
            <a:avLst/>
          </a:prstGeom>
          <a:ln w="317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E1A0180-88A4-FC9F-9519-D1D7BDCA0811}"/>
              </a:ext>
            </a:extLst>
          </p:cNvPr>
          <p:cNvSpPr txBox="1"/>
          <p:nvPr/>
        </p:nvSpPr>
        <p:spPr>
          <a:xfrm>
            <a:off x="3342455" y="1189315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FE1138-74BE-8717-2261-54DC19AC021C}"/>
              </a:ext>
            </a:extLst>
          </p:cNvPr>
          <p:cNvSpPr txBox="1"/>
          <p:nvPr/>
        </p:nvSpPr>
        <p:spPr>
          <a:xfrm>
            <a:off x="3342455" y="661765"/>
            <a:ext cx="24397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94855B-E047-F82E-4381-14F2D4005F14}"/>
              </a:ext>
            </a:extLst>
          </p:cNvPr>
          <p:cNvSpPr txBox="1"/>
          <p:nvPr/>
        </p:nvSpPr>
        <p:spPr>
          <a:xfrm>
            <a:off x="3273527" y="925540"/>
            <a:ext cx="3129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0.5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6350757-4EAD-7E70-7E51-6A44C861C034}"/>
              </a:ext>
            </a:extLst>
          </p:cNvPr>
          <p:cNvSpPr txBox="1"/>
          <p:nvPr/>
        </p:nvSpPr>
        <p:spPr>
          <a:xfrm>
            <a:off x="3098062" y="339274"/>
            <a:ext cx="1112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Imbalanced dataset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3220B4C-3EE9-79D0-5CC3-92E14004DE32}"/>
              </a:ext>
            </a:extLst>
          </p:cNvPr>
          <p:cNvCxnSpPr>
            <a:cxnSpLocks/>
          </p:cNvCxnSpPr>
          <p:nvPr/>
        </p:nvCxnSpPr>
        <p:spPr>
          <a:xfrm>
            <a:off x="290502" y="749795"/>
            <a:ext cx="54179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F1DEC7A-0060-1A4C-6A16-0B710C05E940}"/>
              </a:ext>
            </a:extLst>
          </p:cNvPr>
          <p:cNvCxnSpPr>
            <a:cxnSpLocks/>
          </p:cNvCxnSpPr>
          <p:nvPr/>
        </p:nvCxnSpPr>
        <p:spPr>
          <a:xfrm>
            <a:off x="1344298" y="1264181"/>
            <a:ext cx="540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5F39F989-143E-1301-D39A-44FA87B8671D}"/>
              </a:ext>
            </a:extLst>
          </p:cNvPr>
          <p:cNvSpPr/>
          <p:nvPr/>
        </p:nvSpPr>
        <p:spPr>
          <a:xfrm rot="5400000">
            <a:off x="2614889" y="542867"/>
            <a:ext cx="106550" cy="520390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31750" y="2380192"/>
                  <a:pt x="69850" y="1968500"/>
                </a:cubicBezTo>
                <a:cubicBezTo>
                  <a:pt x="107950" y="1556808"/>
                  <a:pt x="191558" y="880533"/>
                  <a:pt x="228600" y="755650"/>
                </a:cubicBezTo>
                <a:cubicBezTo>
                  <a:pt x="265642" y="630767"/>
                  <a:pt x="285750" y="370417"/>
                  <a:pt x="787400" y="228600"/>
                </a:cubicBezTo>
                <a:cubicBezTo>
                  <a:pt x="1289050" y="86783"/>
                  <a:pt x="3219450" y="0"/>
                  <a:pt x="3219450" y="0"/>
                </a:cubicBez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45E4B854-239B-9566-3B89-532971E9DBFD}"/>
              </a:ext>
            </a:extLst>
          </p:cNvPr>
          <p:cNvSpPr/>
          <p:nvPr/>
        </p:nvSpPr>
        <p:spPr>
          <a:xfrm rot="5400000">
            <a:off x="3525972" y="767192"/>
            <a:ext cx="528159" cy="531532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03395 w 3219450"/>
              <a:gd name="connsiteY2" fmla="*/ 2121249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76932 w 3219450"/>
              <a:gd name="connsiteY2" fmla="*/ 2495378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76932 w 3219450"/>
              <a:gd name="connsiteY2" fmla="*/ 2495378 h 3225800"/>
              <a:gd name="connsiteX3" fmla="*/ 24783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448380 w 3219450"/>
              <a:gd name="connsiteY1" fmla="*/ 2735483 h 3225800"/>
              <a:gd name="connsiteX2" fmla="*/ 2176932 w 3219450"/>
              <a:gd name="connsiteY2" fmla="*/ 2495378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729037 w 3219450"/>
              <a:gd name="connsiteY1" fmla="*/ 2900799 h 3225800"/>
              <a:gd name="connsiteX2" fmla="*/ 2176932 w 3219450"/>
              <a:gd name="connsiteY2" fmla="*/ 2495378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958921 w 3219450"/>
              <a:gd name="connsiteY1" fmla="*/ 2853558 h 3225800"/>
              <a:gd name="connsiteX2" fmla="*/ 2176932 w 3219450"/>
              <a:gd name="connsiteY2" fmla="*/ 2495378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958921 w 3219450"/>
              <a:gd name="connsiteY1" fmla="*/ 2853558 h 3225800"/>
              <a:gd name="connsiteX2" fmla="*/ 2501815 w 3219450"/>
              <a:gd name="connsiteY2" fmla="*/ 2589842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1958921 w 3219450"/>
              <a:gd name="connsiteY1" fmla="*/ 2853558 h 3225800"/>
              <a:gd name="connsiteX2" fmla="*/ 2501815 w 3219450"/>
              <a:gd name="connsiteY2" fmla="*/ 2589842 h 3225800"/>
              <a:gd name="connsiteX3" fmla="*/ 2680591 w 3219450"/>
              <a:gd name="connsiteY3" fmla="*/ 1968343 h 3225800"/>
              <a:gd name="connsiteX4" fmla="*/ 3219450 w 3219450"/>
              <a:gd name="connsiteY4" fmla="*/ 0 h 3225800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796604 w 3335463"/>
              <a:gd name="connsiteY3" fmla="*/ 1968343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796604 w 3335463"/>
              <a:gd name="connsiteY3" fmla="*/ 1968343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935852 w 3335463"/>
              <a:gd name="connsiteY3" fmla="*/ 1944725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2935852 w 3335463"/>
              <a:gd name="connsiteY3" fmla="*/ 1944725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617828 w 3335463"/>
              <a:gd name="connsiteY2" fmla="*/ 258984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10666 w 3335463"/>
              <a:gd name="connsiteY2" fmla="*/ 2660688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51890 w 3335463"/>
              <a:gd name="connsiteY3" fmla="*/ 1991954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2074934 w 3335463"/>
              <a:gd name="connsiteY1" fmla="*/ 2853558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1935722 w 3335463"/>
              <a:gd name="connsiteY1" fmla="*/ 2900787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  <a:gd name="connsiteX0" fmla="*/ 3 w 3335463"/>
              <a:gd name="connsiteY0" fmla="*/ 3178562 h 3178565"/>
              <a:gd name="connsiteX1" fmla="*/ 1935722 w 3335463"/>
              <a:gd name="connsiteY1" fmla="*/ 2900787 h 3178565"/>
              <a:gd name="connsiteX2" fmla="*/ 2757088 w 3335463"/>
              <a:gd name="connsiteY2" fmla="*/ 2660682 h 3178565"/>
              <a:gd name="connsiteX3" fmla="*/ 3075113 w 3335463"/>
              <a:gd name="connsiteY3" fmla="*/ 1732156 h 3178565"/>
              <a:gd name="connsiteX4" fmla="*/ 3335463 w 3335463"/>
              <a:gd name="connsiteY4" fmla="*/ 0 h 31785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5463" h="3178565">
                <a:moveTo>
                  <a:pt x="3" y="3178562"/>
                </a:moveTo>
                <a:cubicBezTo>
                  <a:pt x="528006" y="2983987"/>
                  <a:pt x="1360170" y="2963488"/>
                  <a:pt x="1935722" y="2900787"/>
                </a:cubicBezTo>
                <a:cubicBezTo>
                  <a:pt x="2511274" y="2838086"/>
                  <a:pt x="2567190" y="2855454"/>
                  <a:pt x="2757088" y="2660682"/>
                </a:cubicBezTo>
                <a:cubicBezTo>
                  <a:pt x="2946987" y="2465910"/>
                  <a:pt x="2954678" y="2115980"/>
                  <a:pt x="3075113" y="1732156"/>
                </a:cubicBezTo>
                <a:cubicBezTo>
                  <a:pt x="3276985" y="961309"/>
                  <a:pt x="3335463" y="0"/>
                  <a:pt x="3335463" y="0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51F3E36-7EC4-F8B9-3B05-22579CD90230}"/>
              </a:ext>
            </a:extLst>
          </p:cNvPr>
          <p:cNvSpPr txBox="1"/>
          <p:nvPr/>
        </p:nvSpPr>
        <p:spPr>
          <a:xfrm rot="16200000">
            <a:off x="805461" y="898865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776DAF-AB8C-150D-9732-CC67560B199A}"/>
              </a:ext>
            </a:extLst>
          </p:cNvPr>
          <p:cNvSpPr txBox="1"/>
          <p:nvPr/>
        </p:nvSpPr>
        <p:spPr>
          <a:xfrm rot="16200000">
            <a:off x="1844257" y="892306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29D75E-81FE-2F24-F24E-E7FF79731679}"/>
              </a:ext>
            </a:extLst>
          </p:cNvPr>
          <p:cNvSpPr txBox="1"/>
          <p:nvPr/>
        </p:nvSpPr>
        <p:spPr>
          <a:xfrm rot="16200000">
            <a:off x="2962914" y="931723"/>
            <a:ext cx="6785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Precision</a:t>
            </a:r>
          </a:p>
        </p:txBody>
      </p:sp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F6D48A6B-C064-E9C2-ABC9-C06729342EA6}"/>
              </a:ext>
            </a:extLst>
          </p:cNvPr>
          <p:cNvSpPr/>
          <p:nvPr/>
        </p:nvSpPr>
        <p:spPr>
          <a:xfrm rot="5400000">
            <a:off x="3641941" y="663127"/>
            <a:ext cx="292501" cy="531533"/>
          </a:xfrm>
          <a:custGeom>
            <a:avLst/>
            <a:gdLst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09550 w 3219450"/>
              <a:gd name="connsiteY2" fmla="*/ 85090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69850 w 3219450"/>
              <a:gd name="connsiteY1" fmla="*/ 1968500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423138 w 3219450"/>
              <a:gd name="connsiteY1" fmla="*/ 1989648 h 3225800"/>
              <a:gd name="connsiteX2" fmla="*/ 228600 w 3219450"/>
              <a:gd name="connsiteY2" fmla="*/ 755650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423138 w 3219450"/>
              <a:gd name="connsiteY1" fmla="*/ 1989648 h 3225800"/>
              <a:gd name="connsiteX2" fmla="*/ 976721 w 3219450"/>
              <a:gd name="connsiteY2" fmla="*/ 945991 h 3225800"/>
              <a:gd name="connsiteX3" fmla="*/ 787400 w 3219450"/>
              <a:gd name="connsiteY3" fmla="*/ 228600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423138 w 3219450"/>
              <a:gd name="connsiteY1" fmla="*/ 1989648 h 3225800"/>
              <a:gd name="connsiteX2" fmla="*/ 976721 w 3219450"/>
              <a:gd name="connsiteY2" fmla="*/ 945991 h 3225800"/>
              <a:gd name="connsiteX3" fmla="*/ 1868007 w 3219450"/>
              <a:gd name="connsiteY3" fmla="*/ 35549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976721 w 3219450"/>
              <a:gd name="connsiteY2" fmla="*/ 945991 h 3225800"/>
              <a:gd name="connsiteX3" fmla="*/ 1868007 w 3219450"/>
              <a:gd name="connsiteY3" fmla="*/ 35549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1868007 w 3219450"/>
              <a:gd name="connsiteY3" fmla="*/ 35549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1930356 w 3219450"/>
              <a:gd name="connsiteY3" fmla="*/ 37664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1930356 w 3219450"/>
              <a:gd name="connsiteY3" fmla="*/ 376649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1 w 3219450"/>
              <a:gd name="connsiteY2" fmla="*/ 1051737 h 3225800"/>
              <a:gd name="connsiteX3" fmla="*/ 2181965 w 3219450"/>
              <a:gd name="connsiteY3" fmla="*/ 630998 h 3225800"/>
              <a:gd name="connsiteX4" fmla="*/ 3219450 w 3219450"/>
              <a:gd name="connsiteY4" fmla="*/ 0 h 3225800"/>
              <a:gd name="connsiteX0" fmla="*/ 0 w 3219450"/>
              <a:gd name="connsiteY0" fmla="*/ 3225800 h 3225800"/>
              <a:gd name="connsiteX1" fmla="*/ 298465 w 3219450"/>
              <a:gd name="connsiteY1" fmla="*/ 2243440 h 3225800"/>
              <a:gd name="connsiteX2" fmla="*/ 1142983 w 3219450"/>
              <a:gd name="connsiteY2" fmla="*/ 1421697 h 3225800"/>
              <a:gd name="connsiteX3" fmla="*/ 2181965 w 3219450"/>
              <a:gd name="connsiteY3" fmla="*/ 630998 h 3225800"/>
              <a:gd name="connsiteX4" fmla="*/ 3219450 w 3219450"/>
              <a:gd name="connsiteY4" fmla="*/ 0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19450" h="3225800">
                <a:moveTo>
                  <a:pt x="0" y="3225800"/>
                </a:moveTo>
                <a:cubicBezTo>
                  <a:pt x="17462" y="2795058"/>
                  <a:pt x="107968" y="2544124"/>
                  <a:pt x="298465" y="2243440"/>
                </a:cubicBezTo>
                <a:cubicBezTo>
                  <a:pt x="488962" y="1942756"/>
                  <a:pt x="829066" y="1690437"/>
                  <a:pt x="1142983" y="1421697"/>
                </a:cubicBezTo>
                <a:cubicBezTo>
                  <a:pt x="1456900" y="1152957"/>
                  <a:pt x="1784234" y="899717"/>
                  <a:pt x="2181965" y="630998"/>
                </a:cubicBezTo>
                <a:lnTo>
                  <a:pt x="3219450" y="0"/>
                </a:lnTo>
              </a:path>
            </a:pathLst>
          </a:cu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28E69EA-3516-A310-AF50-988BB9504572}"/>
              </a:ext>
            </a:extLst>
          </p:cNvPr>
          <p:cNvSpPr txBox="1"/>
          <p:nvPr/>
        </p:nvSpPr>
        <p:spPr>
          <a:xfrm>
            <a:off x="3774924" y="732851"/>
            <a:ext cx="29046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i-a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AFD7136-F527-E69D-7527-B98BDFD517F3}"/>
              </a:ext>
            </a:extLst>
          </p:cNvPr>
          <p:cNvSpPr txBox="1"/>
          <p:nvPr/>
        </p:nvSpPr>
        <p:spPr>
          <a:xfrm>
            <a:off x="3545354" y="1014944"/>
            <a:ext cx="2952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i-b</a:t>
            </a: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A45691E5-0DBE-8798-0E11-D62DAD69F61A}"/>
              </a:ext>
            </a:extLst>
          </p:cNvPr>
          <p:cNvCxnSpPr>
            <a:cxnSpLocks/>
          </p:cNvCxnSpPr>
          <p:nvPr/>
        </p:nvCxnSpPr>
        <p:spPr>
          <a:xfrm flipH="1">
            <a:off x="817229" y="736021"/>
            <a:ext cx="0" cy="53704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BD2B5EE2-B5B8-14F5-F2A0-1E0BAC814B37}"/>
              </a:ext>
            </a:extLst>
          </p:cNvPr>
          <p:cNvSpPr txBox="1"/>
          <p:nvPr/>
        </p:nvSpPr>
        <p:spPr>
          <a:xfrm>
            <a:off x="0" y="339274"/>
            <a:ext cx="295406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Balanced training datasets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F1EF9CC-AC6E-A0CF-45A5-9541CE7DA8D0}"/>
              </a:ext>
            </a:extLst>
          </p:cNvPr>
          <p:cNvSpPr txBox="1"/>
          <p:nvPr/>
        </p:nvSpPr>
        <p:spPr>
          <a:xfrm>
            <a:off x="3118620" y="523923"/>
            <a:ext cx="10717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i-a)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ideal - </a:t>
            </a:r>
            <a:r>
              <a:rPr lang="en-US" sz="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i-b)</a:t>
            </a:r>
            <a:r>
              <a:rPr lang="en-US" sz="8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good</a:t>
            </a:r>
          </a:p>
        </p:txBody>
      </p:sp>
    </p:spTree>
    <p:extLst>
      <p:ext uri="{BB962C8B-B14F-4D97-AF65-F5344CB8AC3E}">
        <p14:creationId xmlns:p14="http://schemas.microsoft.com/office/powerpoint/2010/main" val="1573992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60</Words>
  <Application>Microsoft Office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Pillosu</dc:creator>
  <cp:lastModifiedBy>Fatima Maria Pillosu</cp:lastModifiedBy>
  <cp:revision>1</cp:revision>
  <dcterms:created xsi:type="dcterms:W3CDTF">2025-05-17T09:08:08Z</dcterms:created>
  <dcterms:modified xsi:type="dcterms:W3CDTF">2026-01-26T23:12:18Z</dcterms:modified>
</cp:coreProperties>
</file>