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4140200" cy="6911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C5A79-2432-4CC1-AF00-1868033951BA}" v="20" dt="2025-07-12T22:21:13.375"/>
    <p1510:client id="{E95F9EDC-5D17-4E20-B197-0F6560C289C3}" v="9" dt="2025-07-12T15:17:04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0" autoAdjust="0"/>
    <p:restoredTop sz="92299" autoAdjust="0"/>
  </p:normalViewPr>
  <p:slideViewPr>
    <p:cSldViewPr snapToGrid="0">
      <p:cViewPr varScale="1">
        <p:scale>
          <a:sx n="108" d="100"/>
          <a:sy n="108" d="100"/>
        </p:scale>
        <p:origin x="35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E95F9EDC-5D17-4E20-B197-0F6560C289C3}"/>
    <pc:docChg chg="undo custSel modSld">
      <pc:chgData name="Fatima Pillosu" userId="a6295d4dc9e22643" providerId="LiveId" clId="{E95F9EDC-5D17-4E20-B197-0F6560C289C3}" dt="2025-07-12T15:22:03.409" v="663" actId="1038"/>
      <pc:docMkLst>
        <pc:docMk/>
      </pc:docMkLst>
      <pc:sldChg chg="addSp delSp modSp mod">
        <pc:chgData name="Fatima Pillosu" userId="a6295d4dc9e22643" providerId="LiveId" clId="{E95F9EDC-5D17-4E20-B197-0F6560C289C3}" dt="2025-07-12T15:22:03.409" v="663" actId="1038"/>
        <pc:sldMkLst>
          <pc:docMk/>
          <pc:sldMk cId="3134360065" sldId="256"/>
        </pc:sldMkLst>
        <pc:spChg chg="add mod">
          <ac:chgData name="Fatima Pillosu" userId="a6295d4dc9e22643" providerId="LiveId" clId="{E95F9EDC-5D17-4E20-B197-0F6560C289C3}" dt="2025-07-12T15:22:03.409" v="663" actId="1038"/>
          <ac:spMkLst>
            <pc:docMk/>
            <pc:sldMk cId="3134360065" sldId="256"/>
            <ac:spMk id="2" creationId="{021A7F6D-0164-9D6E-173A-F9CBA72D3D62}"/>
          </ac:spMkLst>
        </pc:spChg>
        <pc:spChg chg="add mod">
          <ac:chgData name="Fatima Pillosu" userId="a6295d4dc9e22643" providerId="LiveId" clId="{E95F9EDC-5D17-4E20-B197-0F6560C289C3}" dt="2025-07-12T15:16:53.678" v="623" actId="1076"/>
          <ac:spMkLst>
            <pc:docMk/>
            <pc:sldMk cId="3134360065" sldId="256"/>
            <ac:spMk id="3" creationId="{16375283-6023-2793-7917-825EB5298983}"/>
          </ac:spMkLst>
        </pc:spChg>
        <pc:spChg chg="add mod">
          <ac:chgData name="Fatima Pillosu" userId="a6295d4dc9e22643" providerId="LiveId" clId="{E95F9EDC-5D17-4E20-B197-0F6560C289C3}" dt="2025-07-12T15:16:58.584" v="625" actId="1076"/>
          <ac:spMkLst>
            <pc:docMk/>
            <pc:sldMk cId="3134360065" sldId="256"/>
            <ac:spMk id="4" creationId="{47939ECB-E294-49BB-17F1-27350DC33101}"/>
          </ac:spMkLst>
        </pc:spChg>
        <pc:spChg chg="add mod">
          <ac:chgData name="Fatima Pillosu" userId="a6295d4dc9e22643" providerId="LiveId" clId="{E95F9EDC-5D17-4E20-B197-0F6560C289C3}" dt="2025-07-12T15:17:10.064" v="627" actId="1076"/>
          <ac:spMkLst>
            <pc:docMk/>
            <pc:sldMk cId="3134360065" sldId="256"/>
            <ac:spMk id="5" creationId="{8EBD42D4-CFEB-EA0E-2E44-1E957AE9EB9D}"/>
          </ac:spMkLst>
        </pc:spChg>
        <pc:spChg chg="del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93" creationId="{657013C8-BE27-AD4A-0069-EF3EB8184DF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3" creationId="{E3CF1A22-EEF1-96B3-1562-D49C69BC5B1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4" creationId="{C292F7A5-6430-0C23-5ACA-09509475E33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5" creationId="{E232F912-07CA-682B-50A7-CD6ADCAC230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6" creationId="{E280C0FA-FB52-A94D-7BBA-58CCB91E4CC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7" creationId="{20FC7553-3425-D90C-9245-2AE01FF3C25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8" creationId="{03A56789-B004-556A-340B-816762B2320B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09" creationId="{CFC211A2-72DF-9EC0-42A5-00FC1610BF4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0" creationId="{025ED338-733F-EA76-E05F-A08E0B4BA51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1" creationId="{F4F8FE63-B1F0-3CBA-B94C-C0638B34E9E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2" creationId="{334F5615-E72B-08AC-7C97-E248D375B36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3" creationId="{EEABF3DD-CAAB-EA1B-DDB7-A2693E278DE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4" creationId="{87547A52-7267-A331-7C6E-A63EB9DF7DA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5" creationId="{0A9C6DFE-E35C-9802-CCE2-EB2893DE183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6" creationId="{D4FC4566-ED3F-0538-BA59-84416A38E4E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7" creationId="{B678C550-698E-7C7C-C068-C1C2D4B8D86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8" creationId="{B825377D-2755-7F79-BB87-8A02ABB9E03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19" creationId="{14BACBD5-136E-3209-8BE5-6624A223CF44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0" creationId="{8F0F1FE3-CDB6-68CA-165F-19AA15045F6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1" creationId="{DC5DDB7E-57BE-5BBD-C949-BAE5D3F4914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2" creationId="{3BB8274A-6C12-E467-570D-0AE420EEDDE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3" creationId="{1ED5E50A-39CA-4B9E-8F34-DEB36FFB87D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4" creationId="{0B89550A-094B-F7CB-8732-AD35BF2AC73E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7" creationId="{D4BC0D50-B6F8-0268-9E85-445719C5146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8" creationId="{D520AD5A-1E07-AE68-74F0-591CEC98F2C8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29" creationId="{724211E0-9C40-8739-2BAC-6A68F0234B0B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0" creationId="{329736B5-BF51-1349-E104-A74C4DD438AB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1" creationId="{98C458A8-5555-6566-708F-CA1B7471A3F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2" creationId="{DC21C44A-9B3A-C5AF-4920-43F2C1EA4997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3" creationId="{51F1A9F2-B191-9B49-0D77-E5AC7DC97B3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4" creationId="{482E038E-7A43-8D54-2D7C-9E4E17A4370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5" creationId="{97DBE207-7084-27C4-D8C3-10C361299E44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6" creationId="{072C70FE-462E-D1FD-C55D-AA8E1A612AF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7" creationId="{6836A41F-FC76-D61D-3521-74884E60081F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8" creationId="{B4DC5584-8587-F962-3A99-AB92BF54385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39" creationId="{C06564BD-7A3F-0EFD-95D2-DFAB86F85F8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0" creationId="{DA142ECB-A1E3-160C-2692-12231535B5E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1" creationId="{C2649633-986C-564E-80F0-71517DC056D8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2" creationId="{3A2862D8-6831-ECB0-39CD-415C908383CF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3" creationId="{C69770C3-2827-1E91-408E-C0B1355814B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4" creationId="{2C5EFC35-CE24-45FA-0554-68254EE2CF4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5" creationId="{E72D49FA-7C54-1A51-A93E-F53B46E4D25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6" creationId="{6E0E3897-BC35-BBEF-C348-DB8EFFD637D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7" creationId="{D6BB1407-1C91-B1A4-8BEF-74603A0DF2E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48" creationId="{E3EB6071-8F09-3C6B-89DB-46E5DFEAC1AB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0" creationId="{68EE6C2A-E3B6-4B24-0508-08A5791A43B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1" creationId="{0FBB5AF8-CA99-7949-BB0A-768C6088994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2" creationId="{28A15093-36E7-F08D-3CD8-5405A4268C3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3" creationId="{659A1FF1-A3E5-3F58-70E1-6609E308516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4" creationId="{82AF212F-FBD1-C2CD-CB73-789404746FA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5" creationId="{B304C5F4-799E-429E-1093-CF963EA6111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6" creationId="{C82AF2D8-9316-5EC4-C8A9-58C5119D9FA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7" creationId="{BC5C899D-83CF-1653-FA01-3373B96CA1C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58" creationId="{73774C23-4895-6D38-CCE0-0CA1FC21853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0" creationId="{9507222B-704E-A577-5766-E4591A88B57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1" creationId="{FBBDA5C0-F4FB-31A4-C26D-FBB7619A57CE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2" creationId="{B0FBBD68-8B0D-DAE6-EB40-275E33BB0A5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3" creationId="{BD03184E-0B1E-E047-B493-5398DC0E407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4" creationId="{395798CF-BB5C-1695-B93E-926D8698595F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5" creationId="{050F22F3-5D1A-442A-A8E8-0A5BF593BA1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6" creationId="{99FE812C-66EC-BAEC-C76C-9FEFAB54550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7" creationId="{09DB5AB6-5A75-BF77-BD16-DB555838526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8" creationId="{57C82574-A750-8139-A20A-A2F6F0FB519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69" creationId="{089B26E3-61F3-775C-3320-EB00D6F72B87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70" creationId="{8EE37817-1E74-146F-22B8-8E6C8497F9CA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71" creationId="{E246B255-E833-F853-2244-942324A4A94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72" creationId="{8D66FAFB-4DE5-9344-C349-F2D27878D60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73" creationId="{5391B0CD-A079-DE90-371B-F7F9E95417B7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76" creationId="{A547DA17-9CC9-FB82-6166-34C04B682D9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80" creationId="{6C8323DC-651A-514B-66FB-9F8185241594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81" creationId="{9A5B8CA9-77A9-2DA4-181A-0144014023D8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196" creationId="{4BF987E6-70FF-38C2-CDC5-FC17B41AC04E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09" creationId="{1807311E-B23C-8167-E193-DBFC2ECD9784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2" creationId="{F3217D05-AAA9-4C66-D680-374ED42E55E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3" creationId="{C6F57629-A2B4-68D0-6628-E8D40663C44E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4" creationId="{876B4DB5-2AAF-E5A8-BA31-784D12B6D36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5" creationId="{8A952958-FD32-DB35-54E5-751C1DAC5B20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6" creationId="{7FCA79C6-A782-E59D-7C0A-777A2E9E4DF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7" creationId="{C773A854-B7BD-E8D7-1C6C-E8FB02F936B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8" creationId="{05ADED12-4A48-FCEE-12DA-B2341FFEB09E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19" creationId="{EB2BE31D-9060-44C2-E249-BFD72AF63FA8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0" creationId="{9DC36795-9F68-D1A1-2431-73C60B05B14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1" creationId="{D0D1EDF5-4CCF-53C2-2397-417831E93BC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2" creationId="{1C9843E0-772A-EF00-517D-91EC1B5E7C3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3" creationId="{D46F1F91-D430-9BCE-D92B-5E046ECCCE9D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4" creationId="{762F3E87-CA3E-C2BB-C08F-2502D29ADCE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5" creationId="{14D04271-5C0A-F15D-FD7F-E9D13F4E8AA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6" creationId="{7D074FE6-1612-301F-2DE5-6FEE1BE8F91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7" creationId="{E6221F0B-31DF-2D44-3744-25979D73EFA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8" creationId="{00030F00-251F-92F1-4E7B-89AFC2335B2F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29" creationId="{6F524280-ABC9-A627-E6C4-DA75997BFF16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30" creationId="{812DB24D-7539-1BFC-63A4-C0030422FBB1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31" creationId="{03FF3970-5FEF-7D24-4F2E-8F90C4815C35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32" creationId="{D72470ED-F839-7779-0E7D-951807A65C7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33" creationId="{52B6C80E-717C-8699-2243-20C2E4EB98CB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1" creationId="{B7CD76E0-8771-C210-0EC9-E6B085ACC8B3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2" creationId="{C6ED4BC0-009E-294F-06B3-8B0E562F88A2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3" creationId="{1D76D8E3-8D00-936C-3F7C-B5DB2F201529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4" creationId="{80A54715-CEEC-31AC-D32C-2D30BBBE03D7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5" creationId="{741D7106-7426-41F6-3336-FE433D8BED34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6" creationId="{A86DDF6B-4B2E-0764-C38C-99D198FA4B0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7" creationId="{F35EA36D-0C86-B160-C7F3-7371D033BE4C}"/>
          </ac:spMkLst>
        </pc:spChg>
        <pc:spChg chg="del mod">
          <ac:chgData name="Fatima Pillosu" userId="a6295d4dc9e22643" providerId="LiveId" clId="{E95F9EDC-5D17-4E20-B197-0F6560C289C3}" dt="2025-07-12T11:31:39.502" v="24" actId="21"/>
          <ac:spMkLst>
            <pc:docMk/>
            <pc:sldMk cId="3134360065" sldId="256"/>
            <ac:spMk id="248" creationId="{1D2FC167-A391-D431-1ADD-C0EC5F2559A1}"/>
          </ac:spMkLst>
        </pc:spChg>
        <pc:spChg chg="add del">
          <ac:chgData name="Fatima Pillosu" userId="a6295d4dc9e22643" providerId="LiveId" clId="{E95F9EDC-5D17-4E20-B197-0F6560C289C3}" dt="2025-07-12T11:31:33.942" v="23" actId="478"/>
          <ac:spMkLst>
            <pc:docMk/>
            <pc:sldMk cId="3134360065" sldId="256"/>
            <ac:spMk id="258" creationId="{B8BE2E21-2B3F-B349-60C9-3E223F24519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59" creationId="{657013C8-BE27-AD4A-0069-EF3EB8184DF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69" creationId="{E3CF1A22-EEF1-96B3-1562-D49C69BC5B1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0" creationId="{C292F7A5-6430-0C23-5ACA-09509475E33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1" creationId="{E232F912-07CA-682B-50A7-CD6ADCAC230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2" creationId="{E280C0FA-FB52-A94D-7BBA-58CCB91E4CC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3" creationId="{20FC7553-3425-D90C-9245-2AE01FF3C25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4" creationId="{03A56789-B004-556A-340B-816762B2320B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5" creationId="{CFC211A2-72DF-9EC0-42A5-00FC1610BF4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6" creationId="{025ED338-733F-EA76-E05F-A08E0B4BA51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7" creationId="{F4F8FE63-B1F0-3CBA-B94C-C0638B34E9E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8" creationId="{334F5615-E72B-08AC-7C97-E248D375B36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79" creationId="{EEABF3DD-CAAB-EA1B-DDB7-A2693E278DE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0" creationId="{87547A52-7267-A331-7C6E-A63EB9DF7DA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1" creationId="{0A9C6DFE-E35C-9802-CCE2-EB2893DE183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2" creationId="{D4FC4566-ED3F-0538-BA59-84416A38E4E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3" creationId="{B678C550-698E-7C7C-C068-C1C2D4B8D86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4" creationId="{B825377D-2755-7F79-BB87-8A02ABB9E03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5" creationId="{14BACBD5-136E-3209-8BE5-6624A223CF44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6" creationId="{8F0F1FE3-CDB6-68CA-165F-19AA15045F6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7" creationId="{DC5DDB7E-57BE-5BBD-C949-BAE5D3F4914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8" creationId="{3BB8274A-6C12-E467-570D-0AE420EEDDE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89" creationId="{1ED5E50A-39CA-4B9E-8F34-DEB36FFB87D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2" creationId="{D4BC0D50-B6F8-0268-9E85-445719C5146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3" creationId="{D520AD5A-1E07-AE68-74F0-591CEC98F2C8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4" creationId="{724211E0-9C40-8739-2BAC-6A68F0234B0B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5" creationId="{329736B5-BF51-1349-E104-A74C4DD438AB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6" creationId="{98C458A8-5555-6566-708F-CA1B7471A3F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7" creationId="{DC21C44A-9B3A-C5AF-4920-43F2C1EA4997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8" creationId="{51F1A9F2-B191-9B49-0D77-E5AC7DC97B3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299" creationId="{482E038E-7A43-8D54-2D7C-9E4E17A4370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0" creationId="{97DBE207-7084-27C4-D8C3-10C361299E44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1" creationId="{072C70FE-462E-D1FD-C55D-AA8E1A612AF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2" creationId="{6836A41F-FC76-D61D-3521-74884E60081F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3" creationId="{B4DC5584-8587-F962-3A99-AB92BF54385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4" creationId="{C06564BD-7A3F-0EFD-95D2-DFAB86F85F8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5" creationId="{DA142ECB-A1E3-160C-2692-12231535B5E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6" creationId="{C2649633-986C-564E-80F0-71517DC056D8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7" creationId="{3A2862D8-6831-ECB0-39CD-415C908383CF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8" creationId="{C69770C3-2827-1E91-408E-C0B1355814B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09" creationId="{2C5EFC35-CE24-45FA-0554-68254EE2CF4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0" creationId="{E72D49FA-7C54-1A51-A93E-F53B46E4D25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1" creationId="{6E0E3897-BC35-BBEF-C348-DB8EFFD637D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2" creationId="{D6BB1407-1C91-B1A4-8BEF-74603A0DF2E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3" creationId="{E3EB6071-8F09-3C6B-89DB-46E5DFEAC1AB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5" creationId="{68EE6C2A-E3B6-4B24-0508-08A5791A43B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6" creationId="{0FBB5AF8-CA99-7949-BB0A-768C6088994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7" creationId="{28A15093-36E7-F08D-3CD8-5405A4268C3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8" creationId="{659A1FF1-A3E5-3F58-70E1-6609E308516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19" creationId="{82AF212F-FBD1-C2CD-CB73-789404746FA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0" creationId="{B304C5F4-799E-429E-1093-CF963EA6111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1" creationId="{C82AF2D8-9316-5EC4-C8A9-58C5119D9FA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2" creationId="{BC5C899D-83CF-1653-FA01-3373B96CA1C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3" creationId="{73774C23-4895-6D38-CCE0-0CA1FC21853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4" creationId="{9507222B-704E-A577-5766-E4591A88B57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5" creationId="{FBBDA5C0-F4FB-31A4-C26D-FBB7619A57C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6" creationId="{B0FBBD68-8B0D-DAE6-EB40-275E33BB0A5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7" creationId="{BD03184E-0B1E-E047-B493-5398DC0E407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8" creationId="{395798CF-BB5C-1695-B93E-926D8698595F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29" creationId="{050F22F3-5D1A-442A-A8E8-0A5BF593BA1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0" creationId="{99FE812C-66EC-BAEC-C76C-9FEFAB54550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1" creationId="{09DB5AB6-5A75-BF77-BD16-DB555838526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2" creationId="{57C82574-A750-8139-A20A-A2F6F0FB519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3" creationId="{089B26E3-61F3-775C-3320-EB00D6F72B87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4" creationId="{8EE37817-1E74-146F-22B8-8E6C8497F9CA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5" creationId="{E246B255-E833-F853-2244-942324A4A94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6" creationId="{8D66FAFB-4DE5-9344-C349-F2D27878D60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7" creationId="{5391B0CD-A079-DE90-371B-F7F9E95417B7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8" creationId="{A547DA17-9CC9-FB82-6166-34C04B682D9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39" creationId="{6C8323DC-651A-514B-66FB-9F8185241594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40" creationId="{9A5B8CA9-77A9-2DA4-181A-0144014023D8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43" creationId="{0B89550A-094B-F7CB-8732-AD35BF2AC73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44" creationId="{4BF987E6-70FF-38C2-CDC5-FC17B41AC04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48" creationId="{1807311E-B23C-8167-E193-DBFC2ECD9784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49" creationId="{F3217D05-AAA9-4C66-D680-374ED42E55E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0" creationId="{C6F57629-A2B4-68D0-6628-E8D40663C44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1" creationId="{876B4DB5-2AAF-E5A8-BA31-784D12B6D36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2" creationId="{8A952958-FD32-DB35-54E5-751C1DAC5B20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3" creationId="{7FCA79C6-A782-E59D-7C0A-777A2E9E4DF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4" creationId="{C773A854-B7BD-E8D7-1C6C-E8FB02F936B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5" creationId="{05ADED12-4A48-FCEE-12DA-B2341FFEB09E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6" creationId="{EB2BE31D-9060-44C2-E249-BFD72AF63FA8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7" creationId="{9DC36795-9F68-D1A1-2431-73C60B05B14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8" creationId="{D0D1EDF5-4CCF-53C2-2397-417831E93BC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59" creationId="{1C9843E0-772A-EF00-517D-91EC1B5E7C3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0" creationId="{D46F1F91-D430-9BCE-D92B-5E046ECCCE9D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1" creationId="{762F3E87-CA3E-C2BB-C08F-2502D29ADCE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2" creationId="{14D04271-5C0A-F15D-FD7F-E9D13F4E8AA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3" creationId="{7D074FE6-1612-301F-2DE5-6FEE1BE8F91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4" creationId="{E6221F0B-31DF-2D44-3744-25979D73EFA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5" creationId="{00030F00-251F-92F1-4E7B-89AFC2335B2F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6" creationId="{6F524280-ABC9-A627-E6C4-DA75997BFF1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7" creationId="{812DB24D-7539-1BFC-63A4-C0030422FBB1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8" creationId="{03FF3970-5FEF-7D24-4F2E-8F90C4815C35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69" creationId="{D72470ED-F839-7779-0E7D-951807A65C7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0" creationId="{52B6C80E-717C-8699-2243-20C2E4EB98CB}"/>
          </ac:spMkLst>
        </pc:spChg>
        <pc:spChg chg="mod">
          <ac:chgData name="Fatima Pillosu" userId="a6295d4dc9e22643" providerId="LiveId" clId="{E95F9EDC-5D17-4E20-B197-0F6560C289C3}" dt="2025-07-12T11:31:48.523" v="25"/>
          <ac:spMkLst>
            <pc:docMk/>
            <pc:sldMk cId="3134360065" sldId="256"/>
            <ac:spMk id="372" creationId="{38B63174-854D-589B-08E5-8575965C1B88}"/>
          </ac:spMkLst>
        </pc:spChg>
        <pc:spChg chg="mod">
          <ac:chgData name="Fatima Pillosu" userId="a6295d4dc9e22643" providerId="LiveId" clId="{E95F9EDC-5D17-4E20-B197-0F6560C289C3}" dt="2025-07-12T11:31:48.523" v="25"/>
          <ac:spMkLst>
            <pc:docMk/>
            <pc:sldMk cId="3134360065" sldId="256"/>
            <ac:spMk id="373" creationId="{9D4426FE-EF45-56B2-6BD5-1B6CFF652F86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4" creationId="{B7CD76E0-8771-C210-0EC9-E6B085ACC8B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5" creationId="{C6ED4BC0-009E-294F-06B3-8B0E562F88A2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6" creationId="{1D76D8E3-8D00-936C-3F7C-B5DB2F201529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7" creationId="{80A54715-CEEC-31AC-D32C-2D30BBBE03D7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8" creationId="{741D7106-7426-41F6-3336-FE433D8BED34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79" creationId="{A86DDF6B-4B2E-0764-C38C-99D198FA4B0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0" creationId="{F35EA36D-0C86-B160-C7F3-7371D033BE4C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1" creationId="{1D2FC167-A391-D431-1ADD-C0EC5F2559A1}"/>
          </ac:spMkLst>
        </pc:spChg>
        <pc:spChg chg="mod">
          <ac:chgData name="Fatima Pillosu" userId="a6295d4dc9e22643" providerId="LiveId" clId="{E95F9EDC-5D17-4E20-B197-0F6560C289C3}" dt="2025-07-12T11:31:48.523" v="25"/>
          <ac:spMkLst>
            <pc:docMk/>
            <pc:sldMk cId="3134360065" sldId="256"/>
            <ac:spMk id="383" creationId="{B0F29DBE-287E-1E4A-B569-DA8ABD5552EF}"/>
          </ac:spMkLst>
        </pc:spChg>
        <pc:spChg chg="mod">
          <ac:chgData name="Fatima Pillosu" userId="a6295d4dc9e22643" providerId="LiveId" clId="{E95F9EDC-5D17-4E20-B197-0F6560C289C3}" dt="2025-07-12T11:39:28.195" v="349" actId="20577"/>
          <ac:spMkLst>
            <pc:docMk/>
            <pc:sldMk cId="3134360065" sldId="256"/>
            <ac:spMk id="384" creationId="{0358B4C4-C772-2BF9-884E-25E9BCD0AEC8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5" creationId="{35A424A0-2FC1-799D-1B0A-B7D474F1ED9B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6" creationId="{933338DE-BF87-051E-143C-EA3B9AED3233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7" creationId="{DD8B8B23-97A3-1E99-C5B4-F5B89DE0175A}"/>
          </ac:spMkLst>
        </pc:spChg>
        <pc:spChg chg="add del mod">
          <ac:chgData name="Fatima Pillosu" userId="a6295d4dc9e22643" providerId="LiveId" clId="{E95F9EDC-5D17-4E20-B197-0F6560C289C3}" dt="2025-07-12T11:40:14.950" v="358" actId="21"/>
          <ac:spMkLst>
            <pc:docMk/>
            <pc:sldMk cId="3134360065" sldId="256"/>
            <ac:spMk id="388" creationId="{065DEA84-699C-D9DE-D7D6-B20868A8CECC}"/>
          </ac:spMkLst>
        </pc:spChg>
        <pc:spChg chg="add del">
          <ac:chgData name="Fatima Pillosu" userId="a6295d4dc9e22643" providerId="LiveId" clId="{E95F9EDC-5D17-4E20-B197-0F6560C289C3}" dt="2025-07-12T11:40:06.905" v="356" actId="478"/>
          <ac:spMkLst>
            <pc:docMk/>
            <pc:sldMk cId="3134360065" sldId="256"/>
            <ac:spMk id="389" creationId="{55E8FBE1-00C5-7A82-E129-D4D88D5BCA2A}"/>
          </ac:spMkLst>
        </pc:spChg>
        <pc:spChg chg="add mod">
          <ac:chgData name="Fatima Pillosu" userId="a6295d4dc9e22643" providerId="LiveId" clId="{E95F9EDC-5D17-4E20-B197-0F6560C289C3}" dt="2025-07-12T12:08:48.616" v="551" actId="20577"/>
          <ac:spMkLst>
            <pc:docMk/>
            <pc:sldMk cId="3134360065" sldId="256"/>
            <ac:spMk id="390" creationId="{657013C8-BE27-AD4A-0069-EF3EB8184DF5}"/>
          </ac:spMkLst>
        </pc:spChg>
        <pc:spChg chg="add mod">
          <ac:chgData name="Fatima Pillosu" userId="a6295d4dc9e22643" providerId="LiveId" clId="{E95F9EDC-5D17-4E20-B197-0F6560C289C3}" dt="2025-07-12T12:06:24.131" v="473" actId="20577"/>
          <ac:spMkLst>
            <pc:docMk/>
            <pc:sldMk cId="3134360065" sldId="256"/>
            <ac:spMk id="400" creationId="{E3CF1A22-EEF1-96B3-1562-D49C69BC5B12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01" creationId="{C292F7A5-6430-0C23-5ACA-09509475E33D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02" creationId="{E232F912-07CA-682B-50A7-CD6ADCAC2301}"/>
          </ac:spMkLst>
        </pc:spChg>
        <pc:spChg chg="add mod">
          <ac:chgData name="Fatima Pillosu" userId="a6295d4dc9e22643" providerId="LiveId" clId="{E95F9EDC-5D17-4E20-B197-0F6560C289C3}" dt="2025-07-12T12:08:23.029" v="549" actId="20577"/>
          <ac:spMkLst>
            <pc:docMk/>
            <pc:sldMk cId="3134360065" sldId="256"/>
            <ac:spMk id="403" creationId="{E280C0FA-FB52-A94D-7BBA-58CCB91E4CC1}"/>
          </ac:spMkLst>
        </pc:spChg>
        <pc:spChg chg="add mod">
          <ac:chgData name="Fatima Pillosu" userId="a6295d4dc9e22643" providerId="LiveId" clId="{E95F9EDC-5D17-4E20-B197-0F6560C289C3}" dt="2025-07-12T12:07:15.861" v="517" actId="14100"/>
          <ac:spMkLst>
            <pc:docMk/>
            <pc:sldMk cId="3134360065" sldId="256"/>
            <ac:spMk id="404" creationId="{20FC7553-3425-D90C-9245-2AE01FF3C252}"/>
          </ac:spMkLst>
        </pc:spChg>
        <pc:spChg chg="add mod">
          <ac:chgData name="Fatima Pillosu" userId="a6295d4dc9e22643" providerId="LiveId" clId="{E95F9EDC-5D17-4E20-B197-0F6560C289C3}" dt="2025-07-12T12:07:43.337" v="529" actId="14100"/>
          <ac:spMkLst>
            <pc:docMk/>
            <pc:sldMk cId="3134360065" sldId="256"/>
            <ac:spMk id="405" creationId="{03A56789-B004-556A-340B-816762B2320B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06" creationId="{CFC211A2-72DF-9EC0-42A5-00FC1610BF49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07" creationId="{025ED338-733F-EA76-E05F-A08E0B4BA51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08" creationId="{F4F8FE63-B1F0-3CBA-B94C-C0638B34E9E6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09" creationId="{334F5615-E72B-08AC-7C97-E248D375B360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0" creationId="{EEABF3DD-CAAB-EA1B-DDB7-A2693E278DE5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1" creationId="{87547A52-7267-A331-7C6E-A63EB9DF7DA2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2" creationId="{0A9C6DFE-E35C-9802-CCE2-EB2893DE1832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3" creationId="{D4FC4566-ED3F-0538-BA59-84416A38E4E0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4" creationId="{B678C550-698E-7C7C-C068-C1C2D4B8D862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15" creationId="{B825377D-2755-7F79-BB87-8A02ABB9E03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16" creationId="{14BACBD5-136E-3209-8BE5-6624A223CF44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17" creationId="{8F0F1FE3-CDB6-68CA-165F-19AA15045F65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18" creationId="{DC5DDB7E-57BE-5BBD-C949-BAE5D3F4914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19" creationId="{3BB8274A-6C12-E467-570D-0AE420EEDDED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0" creationId="{1ED5E50A-39CA-4B9E-8F34-DEB36FFB87D5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3" creationId="{D4BC0D50-B6F8-0268-9E85-445719C5146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4" creationId="{D520AD5A-1E07-AE68-74F0-591CEC98F2C8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5" creationId="{724211E0-9C40-8739-2BAC-6A68F0234B0B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6" creationId="{329736B5-BF51-1349-E104-A74C4DD438AB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7" creationId="{98C458A8-5555-6566-708F-CA1B7471A3F3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8" creationId="{DC21C44A-9B3A-C5AF-4920-43F2C1EA4997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29" creationId="{51F1A9F2-B191-9B49-0D77-E5AC7DC97B3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0" creationId="{482E038E-7A43-8D54-2D7C-9E4E17A43701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1" creationId="{97DBE207-7084-27C4-D8C3-10C361299E44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2" creationId="{072C70FE-462E-D1FD-C55D-AA8E1A612AFD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3" creationId="{6836A41F-FC76-D61D-3521-74884E60081F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4" creationId="{B4DC5584-8587-F962-3A99-AB92BF543851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5" creationId="{C06564BD-7A3F-0EFD-95D2-DFAB86F85F82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6" creationId="{DA142ECB-A1E3-160C-2692-12231535B5E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7" creationId="{C2649633-986C-564E-80F0-71517DC056D8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8" creationId="{3A2862D8-6831-ECB0-39CD-415C908383CF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39" creationId="{C69770C3-2827-1E91-408E-C0B1355814B5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40" creationId="{2C5EFC35-CE24-45FA-0554-68254EE2CF41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41" creationId="{E72D49FA-7C54-1A51-A93E-F53B46E4D259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42" creationId="{6E0E3897-BC35-BBEF-C348-DB8EFFD637D9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43" creationId="{D6BB1407-1C91-B1A4-8BEF-74603A0DF2E9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44" creationId="{E3EB6071-8F09-3C6B-89DB-46E5DFEAC1AB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46" creationId="{68EE6C2A-E3B6-4B24-0508-08A5791A43B2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47" creationId="{0FBB5AF8-CA99-7949-BB0A-768C60889949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48" creationId="{28A15093-36E7-F08D-3CD8-5405A4268C3D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49" creationId="{659A1FF1-A3E5-3F58-70E1-6609E3085160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0" creationId="{82AF212F-FBD1-C2CD-CB73-789404746FA3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1" creationId="{B304C5F4-799E-429E-1093-CF963EA61113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2" creationId="{C82AF2D8-9316-5EC4-C8A9-58C5119D9FA1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3" creationId="{BC5C899D-83CF-1653-FA01-3373B96CA1CC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4" creationId="{73774C23-4895-6D38-CCE0-0CA1FC218530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5" creationId="{9507222B-704E-A577-5766-E4591A88B57D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6" creationId="{FBBDA5C0-F4FB-31A4-C26D-FBB7619A57CE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7" creationId="{B0FBBD68-8B0D-DAE6-EB40-275E33BB0A59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8" creationId="{BD03184E-0B1E-E047-B493-5398DC0E407D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59" creationId="{395798CF-BB5C-1695-B93E-926D8698595F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60" creationId="{050F22F3-5D1A-442A-A8E8-0A5BF593BA1D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61" creationId="{99FE812C-66EC-BAEC-C76C-9FEFAB545501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62" creationId="{09DB5AB6-5A75-BF77-BD16-DB5558385260}"/>
          </ac:spMkLst>
        </pc:spChg>
        <pc:spChg chg="add mod">
          <ac:chgData name="Fatima Pillosu" userId="a6295d4dc9e22643" providerId="LiveId" clId="{E95F9EDC-5D17-4E20-B197-0F6560C289C3}" dt="2025-07-12T15:07:49.141" v="603" actId="1037"/>
          <ac:spMkLst>
            <pc:docMk/>
            <pc:sldMk cId="3134360065" sldId="256"/>
            <ac:spMk id="463" creationId="{57C82574-A750-8139-A20A-A2F6F0FB519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64" creationId="{089B26E3-61F3-775C-3320-EB00D6F72B87}"/>
          </ac:spMkLst>
        </pc:spChg>
        <pc:spChg chg="add mod">
          <ac:chgData name="Fatima Pillosu" userId="a6295d4dc9e22643" providerId="LiveId" clId="{E95F9EDC-5D17-4E20-B197-0F6560C289C3}" dt="2025-07-12T15:21:22.520" v="646" actId="1037"/>
          <ac:spMkLst>
            <pc:docMk/>
            <pc:sldMk cId="3134360065" sldId="256"/>
            <ac:spMk id="465" creationId="{8EE37817-1E74-146F-22B8-8E6C8497F9CA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66" creationId="{E246B255-E833-F853-2244-942324A4A94D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67" creationId="{8D66FAFB-4DE5-9344-C349-F2D27878D60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68" creationId="{5391B0CD-A079-DE90-371B-F7F9E95417B7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69" creationId="{A547DA17-9CC9-FB82-6166-34C04B682D90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70" creationId="{6C8323DC-651A-514B-66FB-9F8185241594}"/>
          </ac:spMkLst>
        </pc:spChg>
        <pc:spChg chg="add mod">
          <ac:chgData name="Fatima Pillosu" userId="a6295d4dc9e22643" providerId="LiveId" clId="{E95F9EDC-5D17-4E20-B197-0F6560C289C3}" dt="2025-07-12T12:08:10.197" v="538" actId="1038"/>
          <ac:spMkLst>
            <pc:docMk/>
            <pc:sldMk cId="3134360065" sldId="256"/>
            <ac:spMk id="471" creationId="{9A5B8CA9-77A9-2DA4-181A-0144014023D8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74" creationId="{0B89550A-094B-F7CB-8732-AD35BF2AC73E}"/>
          </ac:spMkLst>
        </pc:spChg>
        <pc:spChg chg="add mod">
          <ac:chgData name="Fatima Pillosu" userId="a6295d4dc9e22643" providerId="LiveId" clId="{E95F9EDC-5D17-4E20-B197-0F6560C289C3}" dt="2025-07-12T15:07:03.305" v="592" actId="1076"/>
          <ac:spMkLst>
            <pc:docMk/>
            <pc:sldMk cId="3134360065" sldId="256"/>
            <ac:spMk id="475" creationId="{4BF987E6-70FF-38C2-CDC5-FC17B41AC04E}"/>
          </ac:spMkLst>
        </pc:spChg>
        <pc:spChg chg="add mod">
          <ac:chgData name="Fatima Pillosu" userId="a6295d4dc9e22643" providerId="LiveId" clId="{E95F9EDC-5D17-4E20-B197-0F6560C289C3}" dt="2025-07-12T15:21:14.390" v="631" actId="1037"/>
          <ac:spMkLst>
            <pc:docMk/>
            <pc:sldMk cId="3134360065" sldId="256"/>
            <ac:spMk id="479" creationId="{1807311E-B23C-8167-E193-DBFC2ECD9784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0" creationId="{F3217D05-AAA9-4C66-D680-374ED42E55E2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1" creationId="{C6F57629-A2B4-68D0-6628-E8D40663C44E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2" creationId="{876B4DB5-2AAF-E5A8-BA31-784D12B6D363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3" creationId="{8A952958-FD32-DB35-54E5-751C1DAC5B20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4" creationId="{7FCA79C6-A782-E59D-7C0A-777A2E9E4DF3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5" creationId="{C773A854-B7BD-E8D7-1C6C-E8FB02F936B5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6" creationId="{05ADED12-4A48-FCEE-12DA-B2341FFEB09E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7" creationId="{EB2BE31D-9060-44C2-E249-BFD72AF63FA8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8" creationId="{9DC36795-9F68-D1A1-2431-73C60B05B14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89" creationId="{D0D1EDF5-4CCF-53C2-2397-417831E93BC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0" creationId="{1C9843E0-772A-EF00-517D-91EC1B5E7C35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1" creationId="{D46F1F91-D430-9BCE-D92B-5E046ECCCE9D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2" creationId="{762F3E87-CA3E-C2BB-C08F-2502D29ADCE3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3" creationId="{14D04271-5C0A-F15D-FD7F-E9D13F4E8AA3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4" creationId="{7D074FE6-1612-301F-2DE5-6FEE1BE8F912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5" creationId="{E6221F0B-31DF-2D44-3744-25979D73EFA9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6" creationId="{00030F00-251F-92F1-4E7B-89AFC2335B2F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7" creationId="{6F524280-ABC9-A627-E6C4-DA75997BFF1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8" creationId="{812DB24D-7539-1BFC-63A4-C0030422FBB1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499" creationId="{03FF3970-5FEF-7D24-4F2E-8F90C4815C35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00" creationId="{D72470ED-F839-7779-0E7D-951807A65C72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01" creationId="{52B6C80E-717C-8699-2243-20C2E4EB98CB}"/>
          </ac:spMkLst>
        </pc:spChg>
        <pc:spChg chg="mod">
          <ac:chgData name="Fatima Pillosu" userId="a6295d4dc9e22643" providerId="LiveId" clId="{E95F9EDC-5D17-4E20-B197-0F6560C289C3}" dt="2025-07-12T11:40:24.191" v="359"/>
          <ac:spMkLst>
            <pc:docMk/>
            <pc:sldMk cId="3134360065" sldId="256"/>
            <ac:spMk id="503" creationId="{38B63174-854D-589B-08E5-8575965C1B88}"/>
          </ac:spMkLst>
        </pc:spChg>
        <pc:spChg chg="mod">
          <ac:chgData name="Fatima Pillosu" userId="a6295d4dc9e22643" providerId="LiveId" clId="{E95F9EDC-5D17-4E20-B197-0F6560C289C3}" dt="2025-07-12T15:08:22.514" v="610" actId="27107"/>
          <ac:spMkLst>
            <pc:docMk/>
            <pc:sldMk cId="3134360065" sldId="256"/>
            <ac:spMk id="504" creationId="{9D4426FE-EF45-56B2-6BD5-1B6CFF652F86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05" creationId="{B7CD76E0-8771-C210-0EC9-E6B085ACC8B3}"/>
          </ac:spMkLst>
        </pc:spChg>
        <pc:spChg chg="add del mod">
          <ac:chgData name="Fatima Pillosu" userId="a6295d4dc9e22643" providerId="LiveId" clId="{E95F9EDC-5D17-4E20-B197-0F6560C289C3}" dt="2025-07-12T15:08:08.778" v="606" actId="478"/>
          <ac:spMkLst>
            <pc:docMk/>
            <pc:sldMk cId="3134360065" sldId="256"/>
            <ac:spMk id="506" creationId="{C6ED4BC0-009E-294F-06B3-8B0E562F88A2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07" creationId="{1D76D8E3-8D00-936C-3F7C-B5DB2F201529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08" creationId="{80A54715-CEEC-31AC-D32C-2D30BBBE03D7}"/>
          </ac:spMkLst>
        </pc:spChg>
        <pc:spChg chg="add del mod">
          <ac:chgData name="Fatima Pillosu" userId="a6295d4dc9e22643" providerId="LiveId" clId="{E95F9EDC-5D17-4E20-B197-0F6560C289C3}" dt="2025-07-12T15:08:06.268" v="605" actId="478"/>
          <ac:spMkLst>
            <pc:docMk/>
            <pc:sldMk cId="3134360065" sldId="256"/>
            <ac:spMk id="509" creationId="{741D7106-7426-41F6-3336-FE433D8BED34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10" creationId="{A86DDF6B-4B2E-0764-C38C-99D198FA4B0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11" creationId="{F35EA36D-0C86-B160-C7F3-7371D033BE4C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12" creationId="{1D2FC167-A391-D431-1ADD-C0EC5F2559A1}"/>
          </ac:spMkLst>
        </pc:spChg>
        <pc:spChg chg="mod">
          <ac:chgData name="Fatima Pillosu" userId="a6295d4dc9e22643" providerId="LiveId" clId="{E95F9EDC-5D17-4E20-B197-0F6560C289C3}" dt="2025-07-12T11:40:24.191" v="359"/>
          <ac:spMkLst>
            <pc:docMk/>
            <pc:sldMk cId="3134360065" sldId="256"/>
            <ac:spMk id="514" creationId="{B0F29DBE-287E-1E4A-B569-DA8ABD5552EF}"/>
          </ac:spMkLst>
        </pc:spChg>
        <pc:spChg chg="mod">
          <ac:chgData name="Fatima Pillosu" userId="a6295d4dc9e22643" providerId="LiveId" clId="{E95F9EDC-5D17-4E20-B197-0F6560C289C3}" dt="2025-07-12T15:08:25.289" v="611" actId="27107"/>
          <ac:spMkLst>
            <pc:docMk/>
            <pc:sldMk cId="3134360065" sldId="256"/>
            <ac:spMk id="515" creationId="{0358B4C4-C772-2BF9-884E-25E9BCD0AEC8}"/>
          </ac:spMkLst>
        </pc:spChg>
        <pc:spChg chg="add del mod">
          <ac:chgData name="Fatima Pillosu" userId="a6295d4dc9e22643" providerId="LiveId" clId="{E95F9EDC-5D17-4E20-B197-0F6560C289C3}" dt="2025-07-12T15:07:26.567" v="594" actId="478"/>
          <ac:spMkLst>
            <pc:docMk/>
            <pc:sldMk cId="3134360065" sldId="256"/>
            <ac:spMk id="516" creationId="{35A424A0-2FC1-799D-1B0A-B7D474F1ED9B}"/>
          </ac:spMkLst>
        </pc:spChg>
        <pc:spChg chg="add mod">
          <ac:chgData name="Fatima Pillosu" userId="a6295d4dc9e22643" providerId="LiveId" clId="{E95F9EDC-5D17-4E20-B197-0F6560C289C3}" dt="2025-07-12T11:40:34.549" v="361" actId="1035"/>
          <ac:spMkLst>
            <pc:docMk/>
            <pc:sldMk cId="3134360065" sldId="256"/>
            <ac:spMk id="517" creationId="{933338DE-BF87-051E-143C-EA3B9AED3233}"/>
          </ac:spMkLst>
        </pc:spChg>
        <pc:spChg chg="add mod">
          <ac:chgData name="Fatima Pillosu" userId="a6295d4dc9e22643" providerId="LiveId" clId="{E95F9EDC-5D17-4E20-B197-0F6560C289C3}" dt="2025-07-12T15:08:14.968" v="609" actId="1035"/>
          <ac:spMkLst>
            <pc:docMk/>
            <pc:sldMk cId="3134360065" sldId="256"/>
            <ac:spMk id="518" creationId="{DD8B8B23-97A3-1E99-C5B4-F5B89DE0175A}"/>
          </ac:spMkLst>
        </pc:spChg>
        <pc:spChg chg="add del mod">
          <ac:chgData name="Fatima Pillosu" userId="a6295d4dc9e22643" providerId="LiveId" clId="{E95F9EDC-5D17-4E20-B197-0F6560C289C3}" dt="2025-07-12T15:07:28.417" v="595" actId="478"/>
          <ac:spMkLst>
            <pc:docMk/>
            <pc:sldMk cId="3134360065" sldId="256"/>
            <ac:spMk id="519" creationId="{065DEA84-699C-D9DE-D7D6-B20868A8CECC}"/>
          </ac:spMkLst>
        </pc:spChg>
        <pc:grpChg chg="del mod">
          <ac:chgData name="Fatima Pillosu" userId="a6295d4dc9e22643" providerId="LiveId" clId="{E95F9EDC-5D17-4E20-B197-0F6560C289C3}" dt="2025-07-12T11:31:39.502" v="24" actId="21"/>
          <ac:grpSpMkLst>
            <pc:docMk/>
            <pc:sldMk cId="3134360065" sldId="256"/>
            <ac:grpSpMk id="253" creationId="{593B2FE8-BE83-BB3D-E013-7CF275C1CEDD}"/>
          </ac:grpSpMkLst>
        </pc:grpChg>
        <pc:grpChg chg="del mod">
          <ac:chgData name="Fatima Pillosu" userId="a6295d4dc9e22643" providerId="LiveId" clId="{E95F9EDC-5D17-4E20-B197-0F6560C289C3}" dt="2025-07-12T11:31:39.502" v="24" actId="21"/>
          <ac:grpSpMkLst>
            <pc:docMk/>
            <pc:sldMk cId="3134360065" sldId="256"/>
            <ac:grpSpMk id="254" creationId="{11A5D7CB-41A8-D4BB-9478-16F36E973D4D}"/>
          </ac:grpSpMkLst>
        </pc:grpChg>
        <pc:grpChg chg="add del mod">
          <ac:chgData name="Fatima Pillosu" userId="a6295d4dc9e22643" providerId="LiveId" clId="{E95F9EDC-5D17-4E20-B197-0F6560C289C3}" dt="2025-07-12T11:40:14.950" v="358" actId="21"/>
          <ac:grpSpMkLst>
            <pc:docMk/>
            <pc:sldMk cId="3134360065" sldId="256"/>
            <ac:grpSpMk id="371" creationId="{593B2FE8-BE83-BB3D-E013-7CF275C1CEDD}"/>
          </ac:grpSpMkLst>
        </pc:grpChg>
        <pc:grpChg chg="add del mod">
          <ac:chgData name="Fatima Pillosu" userId="a6295d4dc9e22643" providerId="LiveId" clId="{E95F9EDC-5D17-4E20-B197-0F6560C289C3}" dt="2025-07-12T11:40:14.950" v="358" actId="21"/>
          <ac:grpSpMkLst>
            <pc:docMk/>
            <pc:sldMk cId="3134360065" sldId="256"/>
            <ac:grpSpMk id="382" creationId="{11A5D7CB-41A8-D4BB-9478-16F36E973D4D}"/>
          </ac:grpSpMkLst>
        </pc:grpChg>
        <pc:grpChg chg="add mod">
          <ac:chgData name="Fatima Pillosu" userId="a6295d4dc9e22643" providerId="LiveId" clId="{E95F9EDC-5D17-4E20-B197-0F6560C289C3}" dt="2025-07-12T15:09:10.454" v="612" actId="552"/>
          <ac:grpSpMkLst>
            <pc:docMk/>
            <pc:sldMk cId="3134360065" sldId="256"/>
            <ac:grpSpMk id="502" creationId="{593B2FE8-BE83-BB3D-E013-7CF275C1CEDD}"/>
          </ac:grpSpMkLst>
        </pc:grpChg>
        <pc:grpChg chg="add mod">
          <ac:chgData name="Fatima Pillosu" userId="a6295d4dc9e22643" providerId="LiveId" clId="{E95F9EDC-5D17-4E20-B197-0F6560C289C3}" dt="2025-07-12T15:09:10.454" v="612" actId="552"/>
          <ac:grpSpMkLst>
            <pc:docMk/>
            <pc:sldMk cId="3134360065" sldId="256"/>
            <ac:grpSpMk id="513" creationId="{11A5D7CB-41A8-D4BB-9478-16F36E973D4D}"/>
          </ac:grpSpMkLst>
        </pc:grp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4" creationId="{768A2415-497B-DD9D-628D-E9EEE269205F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5" creationId="{7B49E073-E34A-746C-C80F-C3961FF93D91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6" creationId="{C2FEA4EF-4732-4CE3-B8CE-4E653236EC33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7" creationId="{8F845922-3872-5086-4D8F-385A55047FE7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8" creationId="{C0D814FA-0E5A-9467-3667-96E88ACA9E62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99" creationId="{A4D5D787-CA81-678E-FF8D-099AC6D5CD80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00" creationId="{5B21DAC0-D1ED-A664-E7B2-3B16A75A3A14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01" creationId="{002033FA-76DF-F7AE-F1A9-2F0682DF70A5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02" creationId="{3878776D-1E56-4E20-7C01-C3872ABC2DB9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25" creationId="{5F330F30-EF7B-06D0-02B6-EAF4095FDE4A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26" creationId="{480D91B2-3DE3-A432-5B55-F6CA751CFAD1}"/>
          </ac:picMkLst>
        </pc:picChg>
        <pc:picChg chg="del mod">
          <ac:chgData name="Fatima Pillosu" userId="a6295d4dc9e22643" providerId="LiveId" clId="{E95F9EDC-5D17-4E20-B197-0F6560C289C3}" dt="2025-07-12T11:31:39.502" v="24" actId="21"/>
          <ac:picMkLst>
            <pc:docMk/>
            <pc:sldMk cId="3134360065" sldId="256"/>
            <ac:picMk id="149" creationId="{645DA334-86B0-8250-FA9C-0A61E7E76B65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0" creationId="{768A2415-497B-DD9D-628D-E9EEE269205F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1" creationId="{7B49E073-E34A-746C-C80F-C3961FF93D91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2" creationId="{C2FEA4EF-4732-4CE3-B8CE-4E653236EC33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3" creationId="{8F845922-3872-5086-4D8F-385A55047FE7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4" creationId="{C0D814FA-0E5A-9467-3667-96E88ACA9E62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5" creationId="{A4D5D787-CA81-678E-FF8D-099AC6D5CD80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6" creationId="{5B21DAC0-D1ED-A664-E7B2-3B16A75A3A14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7" creationId="{002033FA-76DF-F7AE-F1A9-2F0682DF70A5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68" creationId="{3878776D-1E56-4E20-7C01-C3872ABC2DB9}"/>
          </ac:picMkLst>
        </pc:picChg>
        <pc:picChg chg="add del mod modCrop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90" creationId="{5F330F30-EF7B-06D0-02B6-EAF4095FDE4A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291" creationId="{480D91B2-3DE3-A432-5B55-F6CA751CFAD1}"/>
          </ac:picMkLst>
        </pc:picChg>
        <pc:picChg chg="add del mod">
          <ac:chgData name="Fatima Pillosu" userId="a6295d4dc9e22643" providerId="LiveId" clId="{E95F9EDC-5D17-4E20-B197-0F6560C289C3}" dt="2025-07-12T11:40:14.950" v="358" actId="21"/>
          <ac:picMkLst>
            <pc:docMk/>
            <pc:sldMk cId="3134360065" sldId="256"/>
            <ac:picMk id="314" creationId="{645DA334-86B0-8250-FA9C-0A61E7E76B65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1" creationId="{768A2415-497B-DD9D-628D-E9EEE269205F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2" creationId="{7B49E073-E34A-746C-C80F-C3961FF93D91}"/>
          </ac:picMkLst>
        </pc:picChg>
        <pc:picChg chg="add mod">
          <ac:chgData name="Fatima Pillosu" userId="a6295d4dc9e22643" providerId="LiveId" clId="{E95F9EDC-5D17-4E20-B197-0F6560C289C3}" dt="2025-07-12T12:08:10.197" v="538" actId="1038"/>
          <ac:picMkLst>
            <pc:docMk/>
            <pc:sldMk cId="3134360065" sldId="256"/>
            <ac:picMk id="393" creationId="{C2FEA4EF-4732-4CE3-B8CE-4E653236EC33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4" creationId="{8F845922-3872-5086-4D8F-385A55047FE7}"/>
          </ac:picMkLst>
        </pc:picChg>
        <pc:picChg chg="add mod">
          <ac:chgData name="Fatima Pillosu" userId="a6295d4dc9e22643" providerId="LiveId" clId="{E95F9EDC-5D17-4E20-B197-0F6560C289C3}" dt="2025-07-12T12:08:10.197" v="538" actId="1038"/>
          <ac:picMkLst>
            <pc:docMk/>
            <pc:sldMk cId="3134360065" sldId="256"/>
            <ac:picMk id="395" creationId="{C0D814FA-0E5A-9467-3667-96E88ACA9E62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6" creationId="{A4D5D787-CA81-678E-FF8D-099AC6D5CD80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7" creationId="{5B21DAC0-D1ED-A664-E7B2-3B16A75A3A14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398" creationId="{002033FA-76DF-F7AE-F1A9-2F0682DF70A5}"/>
          </ac:picMkLst>
        </pc:picChg>
        <pc:picChg chg="add mod">
          <ac:chgData name="Fatima Pillosu" userId="a6295d4dc9e22643" providerId="LiveId" clId="{E95F9EDC-5D17-4E20-B197-0F6560C289C3}" dt="2025-07-12T12:08:10.197" v="538" actId="1038"/>
          <ac:picMkLst>
            <pc:docMk/>
            <pc:sldMk cId="3134360065" sldId="256"/>
            <ac:picMk id="399" creationId="{3878776D-1E56-4E20-7C01-C3872ABC2DB9}"/>
          </ac:picMkLst>
        </pc:picChg>
        <pc:picChg chg="add mod">
          <ac:chgData name="Fatima Pillosu" userId="a6295d4dc9e22643" providerId="LiveId" clId="{E95F9EDC-5D17-4E20-B197-0F6560C289C3}" dt="2025-07-12T15:07:49.141" v="603" actId="1037"/>
          <ac:picMkLst>
            <pc:docMk/>
            <pc:sldMk cId="3134360065" sldId="256"/>
            <ac:picMk id="421" creationId="{5F330F30-EF7B-06D0-02B6-EAF4095FDE4A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422" creationId="{480D91B2-3DE3-A432-5B55-F6CA751CFAD1}"/>
          </ac:picMkLst>
        </pc:picChg>
        <pc:picChg chg="add mod">
          <ac:chgData name="Fatima Pillosu" userId="a6295d4dc9e22643" providerId="LiveId" clId="{E95F9EDC-5D17-4E20-B197-0F6560C289C3}" dt="2025-07-12T11:40:34.549" v="361" actId="1035"/>
          <ac:picMkLst>
            <pc:docMk/>
            <pc:sldMk cId="3134360065" sldId="256"/>
            <ac:picMk id="445" creationId="{645DA334-86B0-8250-FA9C-0A61E7E76B65}"/>
          </ac:picMkLst>
        </pc:picChg>
        <pc:cxnChg chg="del mod">
          <ac:chgData name="Fatima Pillosu" userId="a6295d4dc9e22643" providerId="LiveId" clId="{E95F9EDC-5D17-4E20-B197-0F6560C289C3}" dt="2025-07-12T11:31:39.502" v="24" actId="21"/>
          <ac:cxnSpMkLst>
            <pc:docMk/>
            <pc:sldMk cId="3134360065" sldId="256"/>
            <ac:cxnSpMk id="184" creationId="{ACA84F2C-5E23-D138-138A-00936E60112A}"/>
          </ac:cxnSpMkLst>
        </pc:cxnChg>
        <pc:cxnChg chg="del mod">
          <ac:chgData name="Fatima Pillosu" userId="a6295d4dc9e22643" providerId="LiveId" clId="{E95F9EDC-5D17-4E20-B197-0F6560C289C3}" dt="2025-07-12T11:31:39.502" v="24" actId="21"/>
          <ac:cxnSpMkLst>
            <pc:docMk/>
            <pc:sldMk cId="3134360065" sldId="256"/>
            <ac:cxnSpMk id="186" creationId="{72253F79-D9C3-BC8D-6CAB-8F597E7B7207}"/>
          </ac:cxnSpMkLst>
        </pc:cxnChg>
        <pc:cxnChg chg="del mod">
          <ac:chgData name="Fatima Pillosu" userId="a6295d4dc9e22643" providerId="LiveId" clId="{E95F9EDC-5D17-4E20-B197-0F6560C289C3}" dt="2025-07-12T11:31:39.502" v="24" actId="21"/>
          <ac:cxnSpMkLst>
            <pc:docMk/>
            <pc:sldMk cId="3134360065" sldId="256"/>
            <ac:cxnSpMk id="198" creationId="{48DB744B-4C99-DF3B-FB9D-857FCD5F19A7}"/>
          </ac:cxnSpMkLst>
        </pc:cxnChg>
        <pc:cxnChg chg="del mod">
          <ac:chgData name="Fatima Pillosu" userId="a6295d4dc9e22643" providerId="LiveId" clId="{E95F9EDC-5D17-4E20-B197-0F6560C289C3}" dt="2025-07-12T11:31:39.502" v="24" actId="21"/>
          <ac:cxnSpMkLst>
            <pc:docMk/>
            <pc:sldMk cId="3134360065" sldId="256"/>
            <ac:cxnSpMk id="201" creationId="{1C54B008-1A80-6A5D-8CC5-713604526B77}"/>
          </ac:cxnSpMkLst>
        </pc:cxnChg>
        <pc:cxnChg chg="del mod">
          <ac:chgData name="Fatima Pillosu" userId="a6295d4dc9e22643" providerId="LiveId" clId="{E95F9EDC-5D17-4E20-B197-0F6560C289C3}" dt="2025-07-12T11:31:39.502" v="24" actId="21"/>
          <ac:cxnSpMkLst>
            <pc:docMk/>
            <pc:sldMk cId="3134360065" sldId="256"/>
            <ac:cxnSpMk id="202" creationId="{2D88E885-B6D4-523A-4110-2ECF17F30D0E}"/>
          </ac:cxnSpMkLst>
        </pc:cxnChg>
        <pc:cxnChg chg="add del mod">
          <ac:chgData name="Fatima Pillosu" userId="a6295d4dc9e22643" providerId="LiveId" clId="{E95F9EDC-5D17-4E20-B197-0F6560C289C3}" dt="2025-07-12T11:40:14.950" v="358" actId="21"/>
          <ac:cxnSpMkLst>
            <pc:docMk/>
            <pc:sldMk cId="3134360065" sldId="256"/>
            <ac:cxnSpMk id="341" creationId="{ACA84F2C-5E23-D138-138A-00936E60112A}"/>
          </ac:cxnSpMkLst>
        </pc:cxnChg>
        <pc:cxnChg chg="add del mod">
          <ac:chgData name="Fatima Pillosu" userId="a6295d4dc9e22643" providerId="LiveId" clId="{E95F9EDC-5D17-4E20-B197-0F6560C289C3}" dt="2025-07-12T11:40:14.950" v="358" actId="21"/>
          <ac:cxnSpMkLst>
            <pc:docMk/>
            <pc:sldMk cId="3134360065" sldId="256"/>
            <ac:cxnSpMk id="342" creationId="{72253F79-D9C3-BC8D-6CAB-8F597E7B7207}"/>
          </ac:cxnSpMkLst>
        </pc:cxnChg>
        <pc:cxnChg chg="add del mod">
          <ac:chgData name="Fatima Pillosu" userId="a6295d4dc9e22643" providerId="LiveId" clId="{E95F9EDC-5D17-4E20-B197-0F6560C289C3}" dt="2025-07-12T11:40:14.950" v="358" actId="21"/>
          <ac:cxnSpMkLst>
            <pc:docMk/>
            <pc:sldMk cId="3134360065" sldId="256"/>
            <ac:cxnSpMk id="345" creationId="{48DB744B-4C99-DF3B-FB9D-857FCD5F19A7}"/>
          </ac:cxnSpMkLst>
        </pc:cxnChg>
        <pc:cxnChg chg="add del mod">
          <ac:chgData name="Fatima Pillosu" userId="a6295d4dc9e22643" providerId="LiveId" clId="{E95F9EDC-5D17-4E20-B197-0F6560C289C3}" dt="2025-07-12T11:40:14.950" v="358" actId="21"/>
          <ac:cxnSpMkLst>
            <pc:docMk/>
            <pc:sldMk cId="3134360065" sldId="256"/>
            <ac:cxnSpMk id="346" creationId="{1C54B008-1A80-6A5D-8CC5-713604526B77}"/>
          </ac:cxnSpMkLst>
        </pc:cxnChg>
        <pc:cxnChg chg="add del mod">
          <ac:chgData name="Fatima Pillosu" userId="a6295d4dc9e22643" providerId="LiveId" clId="{E95F9EDC-5D17-4E20-B197-0F6560C289C3}" dt="2025-07-12T11:40:14.950" v="358" actId="21"/>
          <ac:cxnSpMkLst>
            <pc:docMk/>
            <pc:sldMk cId="3134360065" sldId="256"/>
            <ac:cxnSpMk id="347" creationId="{2D88E885-B6D4-523A-4110-2ECF17F30D0E}"/>
          </ac:cxnSpMkLst>
        </pc:cxnChg>
        <pc:cxnChg chg="add mod">
          <ac:chgData name="Fatima Pillosu" userId="a6295d4dc9e22643" providerId="LiveId" clId="{E95F9EDC-5D17-4E20-B197-0F6560C289C3}" dt="2025-07-12T11:40:34.549" v="361" actId="1035"/>
          <ac:cxnSpMkLst>
            <pc:docMk/>
            <pc:sldMk cId="3134360065" sldId="256"/>
            <ac:cxnSpMk id="472" creationId="{ACA84F2C-5E23-D138-138A-00936E60112A}"/>
          </ac:cxnSpMkLst>
        </pc:cxnChg>
        <pc:cxnChg chg="add mod">
          <ac:chgData name="Fatima Pillosu" userId="a6295d4dc9e22643" providerId="LiveId" clId="{E95F9EDC-5D17-4E20-B197-0F6560C289C3}" dt="2025-07-12T12:08:10.197" v="538" actId="1038"/>
          <ac:cxnSpMkLst>
            <pc:docMk/>
            <pc:sldMk cId="3134360065" sldId="256"/>
            <ac:cxnSpMk id="473" creationId="{72253F79-D9C3-BC8D-6CAB-8F597E7B7207}"/>
          </ac:cxnSpMkLst>
        </pc:cxnChg>
        <pc:cxnChg chg="add mod">
          <ac:chgData name="Fatima Pillosu" userId="a6295d4dc9e22643" providerId="LiveId" clId="{E95F9EDC-5D17-4E20-B197-0F6560C289C3}" dt="2025-07-12T15:21:42.323" v="656" actId="14100"/>
          <ac:cxnSpMkLst>
            <pc:docMk/>
            <pc:sldMk cId="3134360065" sldId="256"/>
            <ac:cxnSpMk id="476" creationId="{48DB744B-4C99-DF3B-FB9D-857FCD5F19A7}"/>
          </ac:cxnSpMkLst>
        </pc:cxnChg>
        <pc:cxnChg chg="add mod">
          <ac:chgData name="Fatima Pillosu" userId="a6295d4dc9e22643" providerId="LiveId" clId="{E95F9EDC-5D17-4E20-B197-0F6560C289C3}" dt="2025-07-12T15:21:30.317" v="654" actId="14100"/>
          <ac:cxnSpMkLst>
            <pc:docMk/>
            <pc:sldMk cId="3134360065" sldId="256"/>
            <ac:cxnSpMk id="477" creationId="{1C54B008-1A80-6A5D-8CC5-713604526B77}"/>
          </ac:cxnSpMkLst>
        </pc:cxnChg>
        <pc:cxnChg chg="add mod">
          <ac:chgData name="Fatima Pillosu" userId="a6295d4dc9e22643" providerId="LiveId" clId="{E95F9EDC-5D17-4E20-B197-0F6560C289C3}" dt="2025-07-12T15:07:03.305" v="592" actId="1076"/>
          <ac:cxnSpMkLst>
            <pc:docMk/>
            <pc:sldMk cId="3134360065" sldId="256"/>
            <ac:cxnSpMk id="478" creationId="{2D88E885-B6D4-523A-4110-2ECF17F30D0E}"/>
          </ac:cxnSpMkLst>
        </pc:cxnChg>
      </pc:sldChg>
    </pc:docChg>
  </pc:docChgLst>
  <pc:docChgLst>
    <pc:chgData name="Fatima Pillosu" userId="a6295d4dc9e22643" providerId="LiveId" clId="{186C5A79-2432-4CC1-AF00-1868033951BA}"/>
    <pc:docChg chg="undo custSel addSld delSld modSld">
      <pc:chgData name="Fatima Pillosu" userId="a6295d4dc9e22643" providerId="LiveId" clId="{186C5A79-2432-4CC1-AF00-1868033951BA}" dt="2025-07-13T00:02:36.527" v="1586" actId="20577"/>
      <pc:docMkLst>
        <pc:docMk/>
      </pc:docMkLst>
      <pc:sldChg chg="addSp delSp modSp mod">
        <pc:chgData name="Fatima Pillosu" userId="a6295d4dc9e22643" providerId="LiveId" clId="{186C5A79-2432-4CC1-AF00-1868033951BA}" dt="2025-07-13T00:02:36.527" v="1586" actId="20577"/>
        <pc:sldMkLst>
          <pc:docMk/>
          <pc:sldMk cId="3134360065" sldId="256"/>
        </pc:sldMkLst>
        <pc:spChg chg="del">
          <ac:chgData name="Fatima Pillosu" userId="a6295d4dc9e22643" providerId="LiveId" clId="{186C5A79-2432-4CC1-AF00-1868033951BA}" dt="2025-07-12T20:07:41.944" v="5" actId="478"/>
          <ac:spMkLst>
            <pc:docMk/>
            <pc:sldMk cId="3134360065" sldId="256"/>
            <ac:spMk id="2" creationId="{021A7F6D-0164-9D6E-173A-F9CBA72D3D62}"/>
          </ac:spMkLst>
        </pc:spChg>
        <pc:spChg chg="del">
          <ac:chgData name="Fatima Pillosu" userId="a6295d4dc9e22643" providerId="LiveId" clId="{186C5A79-2432-4CC1-AF00-1868033951BA}" dt="2025-07-12T21:53:22.603" v="1101" actId="478"/>
          <ac:spMkLst>
            <pc:docMk/>
            <pc:sldMk cId="3134360065" sldId="256"/>
            <ac:spMk id="3" creationId="{16375283-6023-2793-7917-825EB5298983}"/>
          </ac:spMkLst>
        </pc:spChg>
        <pc:spChg chg="del">
          <ac:chgData name="Fatima Pillosu" userId="a6295d4dc9e22643" providerId="LiveId" clId="{186C5A79-2432-4CC1-AF00-1868033951BA}" dt="2025-07-12T21:53:20.729" v="1099" actId="478"/>
          <ac:spMkLst>
            <pc:docMk/>
            <pc:sldMk cId="3134360065" sldId="256"/>
            <ac:spMk id="4" creationId="{47939ECB-E294-49BB-17F1-27350DC33101}"/>
          </ac:spMkLst>
        </pc:spChg>
        <pc:spChg chg="del">
          <ac:chgData name="Fatima Pillosu" userId="a6295d4dc9e22643" providerId="LiveId" clId="{186C5A79-2432-4CC1-AF00-1868033951BA}" dt="2025-07-12T22:16:55.992" v="1432" actId="478"/>
          <ac:spMkLst>
            <pc:docMk/>
            <pc:sldMk cId="3134360065" sldId="256"/>
            <ac:spMk id="5" creationId="{8EBD42D4-CFEB-EA0E-2E44-1E957AE9EB9D}"/>
          </ac:spMkLst>
        </pc:spChg>
        <pc:spChg chg="add mod">
          <ac:chgData name="Fatima Pillosu" userId="a6295d4dc9e22643" providerId="LiveId" clId="{186C5A79-2432-4CC1-AF00-1868033951BA}" dt="2025-07-12T21:47:02.887" v="409" actId="1035"/>
          <ac:spMkLst>
            <pc:docMk/>
            <pc:sldMk cId="3134360065" sldId="256"/>
            <ac:spMk id="8" creationId="{537168D0-93EE-A347-5D7D-77048F51FA8F}"/>
          </ac:spMkLst>
        </pc:spChg>
        <pc:spChg chg="add mod">
          <ac:chgData name="Fatima Pillosu" userId="a6295d4dc9e22643" providerId="LiveId" clId="{186C5A79-2432-4CC1-AF00-1868033951BA}" dt="2025-07-12T21:47:18.808" v="446" actId="1038"/>
          <ac:spMkLst>
            <pc:docMk/>
            <pc:sldMk cId="3134360065" sldId="256"/>
            <ac:spMk id="9" creationId="{B18C4C8D-5ABE-FB1D-171E-E124EE137C0A}"/>
          </ac:spMkLst>
        </pc:spChg>
        <pc:spChg chg="add mod">
          <ac:chgData name="Fatima Pillosu" userId="a6295d4dc9e22643" providerId="LiveId" clId="{186C5A79-2432-4CC1-AF00-1868033951BA}" dt="2025-07-12T22:09:47.201" v="1376" actId="1038"/>
          <ac:spMkLst>
            <pc:docMk/>
            <pc:sldMk cId="3134360065" sldId="256"/>
            <ac:spMk id="18" creationId="{5BCF63A6-8BCB-B05A-1C4B-E1A5CC236E8B}"/>
          </ac:spMkLst>
        </pc:spChg>
        <pc:spChg chg="add mod">
          <ac:chgData name="Fatima Pillosu" userId="a6295d4dc9e22643" providerId="LiveId" clId="{186C5A79-2432-4CC1-AF00-1868033951BA}" dt="2025-07-12T22:22:15.780" v="1526" actId="1036"/>
          <ac:spMkLst>
            <pc:docMk/>
            <pc:sldMk cId="3134360065" sldId="256"/>
            <ac:spMk id="25" creationId="{FDB710EB-30EF-BFA0-131A-117A2450D89C}"/>
          </ac:spMkLst>
        </pc:spChg>
        <pc:spChg chg="add mod">
          <ac:chgData name="Fatima Pillosu" userId="a6295d4dc9e22643" providerId="LiveId" clId="{186C5A79-2432-4CC1-AF00-1868033951BA}" dt="2025-07-12T22:22:20.592" v="1528" actId="1036"/>
          <ac:spMkLst>
            <pc:docMk/>
            <pc:sldMk cId="3134360065" sldId="256"/>
            <ac:spMk id="26" creationId="{FE69C3BC-AF85-B220-5A97-87656815C789}"/>
          </ac:spMkLst>
        </pc:spChg>
        <pc:spChg chg="add mod">
          <ac:chgData name="Fatima Pillosu" userId="a6295d4dc9e22643" providerId="LiveId" clId="{186C5A79-2432-4CC1-AF00-1868033951BA}" dt="2025-07-12T22:22:20.592" v="1528" actId="1036"/>
          <ac:spMkLst>
            <pc:docMk/>
            <pc:sldMk cId="3134360065" sldId="256"/>
            <ac:spMk id="27" creationId="{C2D843D6-4FEF-48F7-ABA6-C993AC5E22C2}"/>
          </ac:spMkLst>
        </pc:spChg>
        <pc:spChg chg="add mod">
          <ac:chgData name="Fatima Pillosu" userId="a6295d4dc9e22643" providerId="LiveId" clId="{186C5A79-2432-4CC1-AF00-1868033951BA}" dt="2025-07-12T22:22:10.190" v="1524" actId="1036"/>
          <ac:spMkLst>
            <pc:docMk/>
            <pc:sldMk cId="3134360065" sldId="256"/>
            <ac:spMk id="28" creationId="{9563DB12-42E1-8EDB-70EE-55846D4AE0C3}"/>
          </ac:spMkLst>
        </pc:spChg>
        <pc:spChg chg="add mod">
          <ac:chgData name="Fatima Pillosu" userId="a6295d4dc9e22643" providerId="LiveId" clId="{186C5A79-2432-4CC1-AF00-1868033951BA}" dt="2025-07-12T22:22:15.780" v="1526" actId="1036"/>
          <ac:spMkLst>
            <pc:docMk/>
            <pc:sldMk cId="3134360065" sldId="256"/>
            <ac:spMk id="29" creationId="{5556AFC5-88AD-3BA8-BAF4-A63C984CD694}"/>
          </ac:spMkLst>
        </pc:spChg>
        <pc:spChg chg="add mod">
          <ac:chgData name="Fatima Pillosu" userId="a6295d4dc9e22643" providerId="LiveId" clId="{186C5A79-2432-4CC1-AF00-1868033951BA}" dt="2025-07-12T22:22:20.592" v="1528" actId="1036"/>
          <ac:spMkLst>
            <pc:docMk/>
            <pc:sldMk cId="3134360065" sldId="256"/>
            <ac:spMk id="30" creationId="{D78716E5-A8A6-D2B5-98F3-4B9B735E9DC2}"/>
          </ac:spMkLst>
        </pc:spChg>
        <pc:spChg chg="mod">
          <ac:chgData name="Fatima Pillosu" userId="a6295d4dc9e22643" providerId="LiveId" clId="{186C5A79-2432-4CC1-AF00-1868033951BA}" dt="2025-07-13T00:02:36.527" v="1586" actId="20577"/>
          <ac:spMkLst>
            <pc:docMk/>
            <pc:sldMk cId="3134360065" sldId="256"/>
            <ac:spMk id="390" creationId="{657013C8-BE27-AD4A-0069-EF3EB8184DF5}"/>
          </ac:spMkLst>
        </pc:spChg>
        <pc:spChg chg="mod">
          <ac:chgData name="Fatima Pillosu" userId="a6295d4dc9e22643" providerId="LiveId" clId="{186C5A79-2432-4CC1-AF00-1868033951BA}" dt="2025-07-12T22:25:06.923" v="1568" actId="20577"/>
          <ac:spMkLst>
            <pc:docMk/>
            <pc:sldMk cId="3134360065" sldId="256"/>
            <ac:spMk id="400" creationId="{E3CF1A22-EEF1-96B3-1562-D49C69BC5B12}"/>
          </ac:spMkLst>
        </pc:spChg>
        <pc:spChg chg="mod">
          <ac:chgData name="Fatima Pillosu" userId="a6295d4dc9e22643" providerId="LiveId" clId="{186C5A79-2432-4CC1-AF00-1868033951BA}" dt="2025-07-12T22:25:37.646" v="1574" actId="20577"/>
          <ac:spMkLst>
            <pc:docMk/>
            <pc:sldMk cId="3134360065" sldId="256"/>
            <ac:spMk id="402" creationId="{E232F912-07CA-682B-50A7-CD6ADCAC2301}"/>
          </ac:spMkLst>
        </pc:spChg>
        <pc:spChg chg="mod">
          <ac:chgData name="Fatima Pillosu" userId="a6295d4dc9e22643" providerId="LiveId" clId="{186C5A79-2432-4CC1-AF00-1868033951BA}" dt="2025-07-12T22:25:44.396" v="1578" actId="20577"/>
          <ac:spMkLst>
            <pc:docMk/>
            <pc:sldMk cId="3134360065" sldId="256"/>
            <ac:spMk id="403" creationId="{E280C0FA-FB52-A94D-7BBA-58CCB91E4CC1}"/>
          </ac:spMkLst>
        </pc:spChg>
        <pc:spChg chg="mod">
          <ac:chgData name="Fatima Pillosu" userId="a6295d4dc9e22643" providerId="LiveId" clId="{186C5A79-2432-4CC1-AF00-1868033951BA}" dt="2025-07-12T22:25:40.571" v="1576" actId="20577"/>
          <ac:spMkLst>
            <pc:docMk/>
            <pc:sldMk cId="3134360065" sldId="256"/>
            <ac:spMk id="404" creationId="{20FC7553-3425-D90C-9245-2AE01FF3C252}"/>
          </ac:spMkLst>
        </pc:spChg>
        <pc:spChg chg="mod">
          <ac:chgData name="Fatima Pillosu" userId="a6295d4dc9e22643" providerId="LiveId" clId="{186C5A79-2432-4CC1-AF00-1868033951BA}" dt="2025-07-12T22:25:50.591" v="1580" actId="20577"/>
          <ac:spMkLst>
            <pc:docMk/>
            <pc:sldMk cId="3134360065" sldId="256"/>
            <ac:spMk id="405" creationId="{03A56789-B004-556A-340B-816762B2320B}"/>
          </ac:spMkLst>
        </pc:spChg>
        <pc:spChg chg="mod">
          <ac:chgData name="Fatima Pillosu" userId="a6295d4dc9e22643" providerId="LiveId" clId="{186C5A79-2432-4CC1-AF00-1868033951BA}" dt="2025-07-12T22:22:20.592" v="1528" actId="1036"/>
          <ac:spMkLst>
            <pc:docMk/>
            <pc:sldMk cId="3134360065" sldId="256"/>
            <ac:spMk id="406" creationId="{CFC211A2-72DF-9EC0-42A5-00FC1610BF49}"/>
          </ac:spMkLst>
        </pc:spChg>
        <pc:spChg chg="del">
          <ac:chgData name="Fatima Pillosu" userId="a6295d4dc9e22643" providerId="LiveId" clId="{186C5A79-2432-4CC1-AF00-1868033951BA}" dt="2025-07-12T22:17:20.371" v="1440" actId="478"/>
          <ac:spMkLst>
            <pc:docMk/>
            <pc:sldMk cId="3134360065" sldId="256"/>
            <ac:spMk id="407" creationId="{025ED338-733F-EA76-E05F-A08E0B4BA51C}"/>
          </ac:spMkLst>
        </pc:spChg>
        <pc:spChg chg="del">
          <ac:chgData name="Fatima Pillosu" userId="a6295d4dc9e22643" providerId="LiveId" clId="{186C5A79-2432-4CC1-AF00-1868033951BA}" dt="2025-07-12T22:17:24.245" v="1442" actId="478"/>
          <ac:spMkLst>
            <pc:docMk/>
            <pc:sldMk cId="3134360065" sldId="256"/>
            <ac:spMk id="408" creationId="{F4F8FE63-B1F0-3CBA-B94C-C0638B34E9E6}"/>
          </ac:spMkLst>
        </pc:spChg>
        <pc:spChg chg="del">
          <ac:chgData name="Fatima Pillosu" userId="a6295d4dc9e22643" providerId="LiveId" clId="{186C5A79-2432-4CC1-AF00-1868033951BA}" dt="2025-07-12T22:17:22.471" v="1441" actId="478"/>
          <ac:spMkLst>
            <pc:docMk/>
            <pc:sldMk cId="3134360065" sldId="256"/>
            <ac:spMk id="409" creationId="{334F5615-E72B-08AC-7C97-E248D375B360}"/>
          </ac:spMkLst>
        </pc:spChg>
        <pc:spChg chg="del">
          <ac:chgData name="Fatima Pillosu" userId="a6295d4dc9e22643" providerId="LiveId" clId="{186C5A79-2432-4CC1-AF00-1868033951BA}" dt="2025-07-12T22:17:22.471" v="1441" actId="478"/>
          <ac:spMkLst>
            <pc:docMk/>
            <pc:sldMk cId="3134360065" sldId="256"/>
            <ac:spMk id="410" creationId="{EEABF3DD-CAAB-EA1B-DDB7-A2693E278DE5}"/>
          </ac:spMkLst>
        </pc:spChg>
        <pc:spChg chg="del">
          <ac:chgData name="Fatima Pillosu" userId="a6295d4dc9e22643" providerId="LiveId" clId="{186C5A79-2432-4CC1-AF00-1868033951BA}" dt="2025-07-12T22:17:20.371" v="1440" actId="478"/>
          <ac:spMkLst>
            <pc:docMk/>
            <pc:sldMk cId="3134360065" sldId="256"/>
            <ac:spMk id="411" creationId="{87547A52-7267-A331-7C6E-A63EB9DF7DA2}"/>
          </ac:spMkLst>
        </pc:spChg>
        <pc:spChg chg="del">
          <ac:chgData name="Fatima Pillosu" userId="a6295d4dc9e22643" providerId="LiveId" clId="{186C5A79-2432-4CC1-AF00-1868033951BA}" dt="2025-07-12T22:17:15.529" v="1437" actId="478"/>
          <ac:spMkLst>
            <pc:docMk/>
            <pc:sldMk cId="3134360065" sldId="256"/>
            <ac:spMk id="412" creationId="{0A9C6DFE-E35C-9802-CCE2-EB2893DE1832}"/>
          </ac:spMkLst>
        </pc:spChg>
        <pc:spChg chg="del">
          <ac:chgData name="Fatima Pillosu" userId="a6295d4dc9e22643" providerId="LiveId" clId="{186C5A79-2432-4CC1-AF00-1868033951BA}" dt="2025-07-12T22:17:16.749" v="1438" actId="478"/>
          <ac:spMkLst>
            <pc:docMk/>
            <pc:sldMk cId="3134360065" sldId="256"/>
            <ac:spMk id="413" creationId="{D4FC4566-ED3F-0538-BA59-84416A38E4E0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14" creationId="{B678C550-698E-7C7C-C068-C1C2D4B8D862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15" creationId="{B825377D-2755-7F79-BB87-8A02ABB9E036}"/>
          </ac:spMkLst>
        </pc:spChg>
        <pc:spChg chg="del">
          <ac:chgData name="Fatima Pillosu" userId="a6295d4dc9e22643" providerId="LiveId" clId="{186C5A79-2432-4CC1-AF00-1868033951BA}" dt="2025-07-12T22:17:20.371" v="1440" actId="478"/>
          <ac:spMkLst>
            <pc:docMk/>
            <pc:sldMk cId="3134360065" sldId="256"/>
            <ac:spMk id="416" creationId="{14BACBD5-136E-3209-8BE5-6624A223CF44}"/>
          </ac:spMkLst>
        </pc:spChg>
        <pc:spChg chg="del">
          <ac:chgData name="Fatima Pillosu" userId="a6295d4dc9e22643" providerId="LiveId" clId="{186C5A79-2432-4CC1-AF00-1868033951BA}" dt="2025-07-12T22:17:20.371" v="1440" actId="478"/>
          <ac:spMkLst>
            <pc:docMk/>
            <pc:sldMk cId="3134360065" sldId="256"/>
            <ac:spMk id="417" creationId="{8F0F1FE3-CDB6-68CA-165F-19AA15045F65}"/>
          </ac:spMkLst>
        </pc:spChg>
        <pc:spChg chg="del">
          <ac:chgData name="Fatima Pillosu" userId="a6295d4dc9e22643" providerId="LiveId" clId="{186C5A79-2432-4CC1-AF00-1868033951BA}" dt="2025-07-12T22:17:15.529" v="1437" actId="478"/>
          <ac:spMkLst>
            <pc:docMk/>
            <pc:sldMk cId="3134360065" sldId="256"/>
            <ac:spMk id="418" creationId="{DC5DDB7E-57BE-5BBD-C949-BAE5D3F49146}"/>
          </ac:spMkLst>
        </pc:spChg>
        <pc:spChg chg="del">
          <ac:chgData name="Fatima Pillosu" userId="a6295d4dc9e22643" providerId="LiveId" clId="{186C5A79-2432-4CC1-AF00-1868033951BA}" dt="2025-07-12T22:17:17.791" v="1439" actId="478"/>
          <ac:spMkLst>
            <pc:docMk/>
            <pc:sldMk cId="3134360065" sldId="256"/>
            <ac:spMk id="419" creationId="{3BB8274A-6C12-E467-570D-0AE420EEDDED}"/>
          </ac:spMkLst>
        </pc:spChg>
        <pc:spChg chg="del">
          <ac:chgData name="Fatima Pillosu" userId="a6295d4dc9e22643" providerId="LiveId" clId="{186C5A79-2432-4CC1-AF00-1868033951BA}" dt="2025-07-12T22:17:05.753" v="1436" actId="478"/>
          <ac:spMkLst>
            <pc:docMk/>
            <pc:sldMk cId="3134360065" sldId="256"/>
            <ac:spMk id="420" creationId="{1ED5E50A-39CA-4B9E-8F34-DEB36FFB87D5}"/>
          </ac:spMkLst>
        </pc:spChg>
        <pc:spChg chg="mod">
          <ac:chgData name="Fatima Pillosu" userId="a6295d4dc9e22643" providerId="LiveId" clId="{186C5A79-2432-4CC1-AF00-1868033951BA}" dt="2025-07-12T21:47:09.288" v="429" actId="1035"/>
          <ac:spMkLst>
            <pc:docMk/>
            <pc:sldMk cId="3134360065" sldId="256"/>
            <ac:spMk id="423" creationId="{D4BC0D50-B6F8-0268-9E85-445719C5146C}"/>
          </ac:spMkLst>
        </pc:spChg>
        <pc:spChg chg="mod">
          <ac:chgData name="Fatima Pillosu" userId="a6295d4dc9e22643" providerId="LiveId" clId="{186C5A79-2432-4CC1-AF00-1868033951BA}" dt="2025-07-12T21:47:06.387" v="421" actId="1035"/>
          <ac:spMkLst>
            <pc:docMk/>
            <pc:sldMk cId="3134360065" sldId="256"/>
            <ac:spMk id="424" creationId="{D520AD5A-1E07-AE68-74F0-591CEC98F2C8}"/>
          </ac:spMkLst>
        </pc:spChg>
        <pc:spChg chg="mod">
          <ac:chgData name="Fatima Pillosu" userId="a6295d4dc9e22643" providerId="LiveId" clId="{186C5A79-2432-4CC1-AF00-1868033951BA}" dt="2025-07-12T21:46:58.269" v="394" actId="1036"/>
          <ac:spMkLst>
            <pc:docMk/>
            <pc:sldMk cId="3134360065" sldId="256"/>
            <ac:spMk id="425" creationId="{724211E0-9C40-8739-2BAC-6A68F0234B0B}"/>
          </ac:spMkLst>
        </pc:spChg>
        <pc:spChg chg="mod">
          <ac:chgData name="Fatima Pillosu" userId="a6295d4dc9e22643" providerId="LiveId" clId="{186C5A79-2432-4CC1-AF00-1868033951BA}" dt="2025-07-12T21:47:11.698" v="431" actId="1036"/>
          <ac:spMkLst>
            <pc:docMk/>
            <pc:sldMk cId="3134360065" sldId="256"/>
            <ac:spMk id="426" creationId="{329736B5-BF51-1349-E104-A74C4DD438AB}"/>
          </ac:spMkLst>
        </pc:spChg>
        <pc:spChg chg="mod">
          <ac:chgData name="Fatima Pillosu" userId="a6295d4dc9e22643" providerId="LiveId" clId="{186C5A79-2432-4CC1-AF00-1868033951BA}" dt="2025-07-12T21:47:28.127" v="468" actId="1038"/>
          <ac:spMkLst>
            <pc:docMk/>
            <pc:sldMk cId="3134360065" sldId="256"/>
            <ac:spMk id="427" creationId="{98C458A8-5555-6566-708F-CA1B7471A3F3}"/>
          </ac:spMkLst>
        </pc:spChg>
        <pc:spChg chg="mod">
          <ac:chgData name="Fatima Pillosu" userId="a6295d4dc9e22643" providerId="LiveId" clId="{186C5A79-2432-4CC1-AF00-1868033951BA}" dt="2025-07-12T21:47:23.413" v="460" actId="1038"/>
          <ac:spMkLst>
            <pc:docMk/>
            <pc:sldMk cId="3134360065" sldId="256"/>
            <ac:spMk id="428" creationId="{DC21C44A-9B3A-C5AF-4920-43F2C1EA4997}"/>
          </ac:spMkLst>
        </pc:spChg>
        <pc:spChg chg="del mod">
          <ac:chgData name="Fatima Pillosu" userId="a6295d4dc9e22643" providerId="LiveId" clId="{186C5A79-2432-4CC1-AF00-1868033951BA}" dt="2025-07-12T21:46:35.609" v="362" actId="478"/>
          <ac:spMkLst>
            <pc:docMk/>
            <pc:sldMk cId="3134360065" sldId="256"/>
            <ac:spMk id="429" creationId="{51F1A9F2-B191-9B49-0D77-E5AC7DC97B36}"/>
          </ac:spMkLst>
        </pc:spChg>
        <pc:spChg chg="add del">
          <ac:chgData name="Fatima Pillosu" userId="a6295d4dc9e22643" providerId="LiveId" clId="{186C5A79-2432-4CC1-AF00-1868033951BA}" dt="2025-07-12T21:46:22.903" v="340" actId="478"/>
          <ac:spMkLst>
            <pc:docMk/>
            <pc:sldMk cId="3134360065" sldId="256"/>
            <ac:spMk id="435" creationId="{C06564BD-7A3F-0EFD-95D2-DFAB86F85F82}"/>
          </ac:spMkLst>
        </pc:spChg>
        <pc:spChg chg="del">
          <ac:chgData name="Fatima Pillosu" userId="a6295d4dc9e22643" providerId="LiveId" clId="{186C5A79-2432-4CC1-AF00-1868033951BA}" dt="2025-07-12T22:17:03.454" v="1435" actId="478"/>
          <ac:spMkLst>
            <pc:docMk/>
            <pc:sldMk cId="3134360065" sldId="256"/>
            <ac:spMk id="440" creationId="{2C5EFC35-CE24-45FA-0554-68254EE2CF41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41" creationId="{E72D49FA-7C54-1A51-A93E-F53B46E4D259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42" creationId="{6E0E3897-BC35-BBEF-C348-DB8EFFD637D9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43" creationId="{D6BB1407-1C91-B1A4-8BEF-74603A0DF2E9}"/>
          </ac:spMkLst>
        </pc:spChg>
        <pc:spChg chg="del">
          <ac:chgData name="Fatima Pillosu" userId="a6295d4dc9e22643" providerId="LiveId" clId="{186C5A79-2432-4CC1-AF00-1868033951BA}" dt="2025-07-12T22:17:00.653" v="1434" actId="478"/>
          <ac:spMkLst>
            <pc:docMk/>
            <pc:sldMk cId="3134360065" sldId="256"/>
            <ac:spMk id="444" creationId="{E3EB6071-8F09-3C6B-89DB-46E5DFEAC1AB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46" creationId="{68EE6C2A-E3B6-4B24-0508-08A5791A43B2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47" creationId="{0FBB5AF8-CA99-7949-BB0A-768C60889949}"/>
          </ac:spMkLst>
        </pc:spChg>
        <pc:spChg chg="del">
          <ac:chgData name="Fatima Pillosu" userId="a6295d4dc9e22643" providerId="LiveId" clId="{186C5A79-2432-4CC1-AF00-1868033951BA}" dt="2025-07-12T21:44:00.078" v="205" actId="478"/>
          <ac:spMkLst>
            <pc:docMk/>
            <pc:sldMk cId="3134360065" sldId="256"/>
            <ac:spMk id="448" creationId="{28A15093-36E7-F08D-3CD8-5405A4268C3D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49" creationId="{659A1FF1-A3E5-3F58-70E1-6609E3085160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0" creationId="{82AF212F-FBD1-C2CD-CB73-789404746FA3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1" creationId="{B304C5F4-799E-429E-1093-CF963EA61113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2" creationId="{C82AF2D8-9316-5EC4-C8A9-58C5119D9FA1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3" creationId="{BC5C899D-83CF-1653-FA01-3373B96CA1CC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4" creationId="{73774C23-4895-6D38-CCE0-0CA1FC218530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5" creationId="{9507222B-704E-A577-5766-E4591A88B57D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6" creationId="{FBBDA5C0-F4FB-31A4-C26D-FBB7619A57CE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7" creationId="{B0FBBD68-8B0D-DAE6-EB40-275E33BB0A59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8" creationId="{BD03184E-0B1E-E047-B493-5398DC0E407D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59" creationId="{395798CF-BB5C-1695-B93E-926D8698595F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60" creationId="{050F22F3-5D1A-442A-A8E8-0A5BF593BA1D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61" creationId="{99FE812C-66EC-BAEC-C76C-9FEFAB545501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62" creationId="{09DB5AB6-5A75-BF77-BD16-DB5558385260}"/>
          </ac:spMkLst>
        </pc:spChg>
        <pc:spChg chg="mod">
          <ac:chgData name="Fatima Pillosu" userId="a6295d4dc9e22643" providerId="LiveId" clId="{186C5A79-2432-4CC1-AF00-1868033951BA}" dt="2025-07-12T21:51:47.521" v="1089" actId="1035"/>
          <ac:spMkLst>
            <pc:docMk/>
            <pc:sldMk cId="3134360065" sldId="256"/>
            <ac:spMk id="463" creationId="{57C82574-A750-8139-A20A-A2F6F0FB519C}"/>
          </ac:spMkLst>
        </pc:spChg>
        <pc:spChg chg="mod">
          <ac:chgData name="Fatima Pillosu" userId="a6295d4dc9e22643" providerId="LiveId" clId="{186C5A79-2432-4CC1-AF00-1868033951BA}" dt="2025-07-12T21:51:53.146" v="1094" actId="1035"/>
          <ac:spMkLst>
            <pc:docMk/>
            <pc:sldMk cId="3134360065" sldId="256"/>
            <ac:spMk id="464" creationId="{089B26E3-61F3-775C-3320-EB00D6F72B87}"/>
          </ac:spMkLst>
        </pc:spChg>
        <pc:spChg chg="del">
          <ac:chgData name="Fatima Pillosu" userId="a6295d4dc9e22643" providerId="LiveId" clId="{186C5A79-2432-4CC1-AF00-1868033951BA}" dt="2025-07-12T20:07:41.944" v="5" actId="478"/>
          <ac:spMkLst>
            <pc:docMk/>
            <pc:sldMk cId="3134360065" sldId="256"/>
            <ac:spMk id="465" creationId="{8EE37817-1E74-146F-22B8-8E6C8497F9CA}"/>
          </ac:spMkLst>
        </pc:spChg>
        <pc:spChg chg="del">
          <ac:chgData name="Fatima Pillosu" userId="a6295d4dc9e22643" providerId="LiveId" clId="{186C5A79-2432-4CC1-AF00-1868033951BA}" dt="2025-07-12T21:53:23.504" v="1102" actId="478"/>
          <ac:spMkLst>
            <pc:docMk/>
            <pc:sldMk cId="3134360065" sldId="256"/>
            <ac:spMk id="466" creationId="{E246B255-E833-F853-2244-942324A4A94D}"/>
          </ac:spMkLst>
        </pc:spChg>
        <pc:spChg chg="del">
          <ac:chgData name="Fatima Pillosu" userId="a6295d4dc9e22643" providerId="LiveId" clId="{186C5A79-2432-4CC1-AF00-1868033951BA}" dt="2025-07-12T20:07:36.893" v="2" actId="478"/>
          <ac:spMkLst>
            <pc:docMk/>
            <pc:sldMk cId="3134360065" sldId="256"/>
            <ac:spMk id="467" creationId="{8D66FAFB-4DE5-9344-C349-F2D27878D60C}"/>
          </ac:spMkLst>
        </pc:spChg>
        <pc:spChg chg="del">
          <ac:chgData name="Fatima Pillosu" userId="a6295d4dc9e22643" providerId="LiveId" clId="{186C5A79-2432-4CC1-AF00-1868033951BA}" dt="2025-07-12T21:53:21.644" v="1100" actId="478"/>
          <ac:spMkLst>
            <pc:docMk/>
            <pc:sldMk cId="3134360065" sldId="256"/>
            <ac:spMk id="468" creationId="{5391B0CD-A079-DE90-371B-F7F9E95417B7}"/>
          </ac:spMkLst>
        </pc:spChg>
        <pc:spChg chg="del">
          <ac:chgData name="Fatima Pillosu" userId="a6295d4dc9e22643" providerId="LiveId" clId="{186C5A79-2432-4CC1-AF00-1868033951BA}" dt="2025-07-12T21:53:19.559" v="1098" actId="478"/>
          <ac:spMkLst>
            <pc:docMk/>
            <pc:sldMk cId="3134360065" sldId="256"/>
            <ac:spMk id="469" creationId="{A547DA17-9CC9-FB82-6166-34C04B682D90}"/>
          </ac:spMkLst>
        </pc:spChg>
        <pc:spChg chg="del">
          <ac:chgData name="Fatima Pillosu" userId="a6295d4dc9e22643" providerId="LiveId" clId="{186C5A79-2432-4CC1-AF00-1868033951BA}" dt="2025-07-12T22:16:56.937" v="1433" actId="478"/>
          <ac:spMkLst>
            <pc:docMk/>
            <pc:sldMk cId="3134360065" sldId="256"/>
            <ac:spMk id="470" creationId="{6C8323DC-651A-514B-66FB-9F8185241594}"/>
          </ac:spMkLst>
        </pc:spChg>
        <pc:spChg chg="del">
          <ac:chgData name="Fatima Pillosu" userId="a6295d4dc9e22643" providerId="LiveId" clId="{186C5A79-2432-4CC1-AF00-1868033951BA}" dt="2025-07-12T22:16:54.807" v="1430" actId="478"/>
          <ac:spMkLst>
            <pc:docMk/>
            <pc:sldMk cId="3134360065" sldId="256"/>
            <ac:spMk id="471" creationId="{9A5B8CA9-77A9-2DA4-181A-0144014023D8}"/>
          </ac:spMkLst>
        </pc:spChg>
        <pc:spChg chg="mod">
          <ac:chgData name="Fatima Pillosu" userId="a6295d4dc9e22643" providerId="LiveId" clId="{186C5A79-2432-4CC1-AF00-1868033951BA}" dt="2025-07-12T22:22:10.190" v="1524" actId="1036"/>
          <ac:spMkLst>
            <pc:docMk/>
            <pc:sldMk cId="3134360065" sldId="256"/>
            <ac:spMk id="474" creationId="{0B89550A-094B-F7CB-8732-AD35BF2AC73E}"/>
          </ac:spMkLst>
        </pc:spChg>
        <pc:spChg chg="del">
          <ac:chgData name="Fatima Pillosu" userId="a6295d4dc9e22643" providerId="LiveId" clId="{186C5A79-2432-4CC1-AF00-1868033951BA}" dt="2025-07-12T20:07:26.221" v="0" actId="478"/>
          <ac:spMkLst>
            <pc:docMk/>
            <pc:sldMk cId="3134360065" sldId="256"/>
            <ac:spMk id="475" creationId="{4BF987E6-70FF-38C2-CDC5-FC17B41AC04E}"/>
          </ac:spMkLst>
        </pc:spChg>
        <pc:spChg chg="del">
          <ac:chgData name="Fatima Pillosu" userId="a6295d4dc9e22643" providerId="LiveId" clId="{186C5A79-2432-4CC1-AF00-1868033951BA}" dt="2025-07-12T20:07:41.944" v="5" actId="478"/>
          <ac:spMkLst>
            <pc:docMk/>
            <pc:sldMk cId="3134360065" sldId="256"/>
            <ac:spMk id="479" creationId="{1807311E-B23C-8167-E193-DBFC2ECD9784}"/>
          </ac:spMkLst>
        </pc:spChg>
        <pc:spChg chg="mod">
          <ac:chgData name="Fatima Pillosu" userId="a6295d4dc9e22643" providerId="LiveId" clId="{186C5A79-2432-4CC1-AF00-1868033951BA}" dt="2025-07-12T21:52:18.775" v="1096" actId="27107"/>
          <ac:spMkLst>
            <pc:docMk/>
            <pc:sldMk cId="3134360065" sldId="256"/>
            <ac:spMk id="504" creationId="{9D4426FE-EF45-56B2-6BD5-1B6CFF652F86}"/>
          </ac:spMkLst>
        </pc:spChg>
        <pc:spChg chg="del">
          <ac:chgData name="Fatima Pillosu" userId="a6295d4dc9e22643" providerId="LiveId" clId="{186C5A79-2432-4CC1-AF00-1868033951BA}" dt="2025-07-12T21:53:18.404" v="1097" actId="478"/>
          <ac:spMkLst>
            <pc:docMk/>
            <pc:sldMk cId="3134360065" sldId="256"/>
            <ac:spMk id="505" creationId="{B7CD76E0-8771-C210-0EC9-E6B085ACC8B3}"/>
          </ac:spMkLst>
        </pc:spChg>
        <pc:spChg chg="mod">
          <ac:chgData name="Fatima Pillosu" userId="a6295d4dc9e22643" providerId="LiveId" clId="{186C5A79-2432-4CC1-AF00-1868033951BA}" dt="2025-07-12T22:09:53.111" v="1380" actId="1036"/>
          <ac:spMkLst>
            <pc:docMk/>
            <pc:sldMk cId="3134360065" sldId="256"/>
            <ac:spMk id="507" creationId="{1D76D8E3-8D00-936C-3F7C-B5DB2F201529}"/>
          </ac:spMkLst>
        </pc:spChg>
        <pc:spChg chg="mod">
          <ac:chgData name="Fatima Pillosu" userId="a6295d4dc9e22643" providerId="LiveId" clId="{186C5A79-2432-4CC1-AF00-1868033951BA}" dt="2025-07-12T22:09:47.201" v="1376" actId="1038"/>
          <ac:spMkLst>
            <pc:docMk/>
            <pc:sldMk cId="3134360065" sldId="256"/>
            <ac:spMk id="508" creationId="{80A54715-CEEC-31AC-D32C-2D30BBBE03D7}"/>
          </ac:spMkLst>
        </pc:spChg>
        <pc:spChg chg="mod">
          <ac:chgData name="Fatima Pillosu" userId="a6295d4dc9e22643" providerId="LiveId" clId="{186C5A79-2432-4CC1-AF00-1868033951BA}" dt="2025-07-12T22:08:28.731" v="1277" actId="1037"/>
          <ac:spMkLst>
            <pc:docMk/>
            <pc:sldMk cId="3134360065" sldId="256"/>
            <ac:spMk id="510" creationId="{A86DDF6B-4B2E-0764-C38C-99D198FA4B0C}"/>
          </ac:spMkLst>
        </pc:spChg>
        <pc:spChg chg="mod">
          <ac:chgData name="Fatima Pillosu" userId="a6295d4dc9e22643" providerId="LiveId" clId="{186C5A79-2432-4CC1-AF00-1868033951BA}" dt="2025-07-12T22:08:28.731" v="1277" actId="1037"/>
          <ac:spMkLst>
            <pc:docMk/>
            <pc:sldMk cId="3134360065" sldId="256"/>
            <ac:spMk id="511" creationId="{F35EA36D-0C86-B160-C7F3-7371D033BE4C}"/>
          </ac:spMkLst>
        </pc:spChg>
        <pc:spChg chg="mod">
          <ac:chgData name="Fatima Pillosu" userId="a6295d4dc9e22643" providerId="LiveId" clId="{186C5A79-2432-4CC1-AF00-1868033951BA}" dt="2025-07-12T22:08:45.993" v="1311" actId="1037"/>
          <ac:spMkLst>
            <pc:docMk/>
            <pc:sldMk cId="3134360065" sldId="256"/>
            <ac:spMk id="512" creationId="{1D2FC167-A391-D431-1ADD-C0EC5F2559A1}"/>
          </ac:spMkLst>
        </pc:spChg>
        <pc:spChg chg="mod">
          <ac:chgData name="Fatima Pillosu" userId="a6295d4dc9e22643" providerId="LiveId" clId="{186C5A79-2432-4CC1-AF00-1868033951BA}" dt="2025-07-12T21:52:13.690" v="1095" actId="27107"/>
          <ac:spMkLst>
            <pc:docMk/>
            <pc:sldMk cId="3134360065" sldId="256"/>
            <ac:spMk id="515" creationId="{0358B4C4-C772-2BF9-884E-25E9BCD0AEC8}"/>
          </ac:spMkLst>
        </pc:spChg>
        <pc:spChg chg="mod">
          <ac:chgData name="Fatima Pillosu" userId="a6295d4dc9e22643" providerId="LiveId" clId="{186C5A79-2432-4CC1-AF00-1868033951BA}" dt="2025-07-12T21:45:26.816" v="314" actId="1076"/>
          <ac:spMkLst>
            <pc:docMk/>
            <pc:sldMk cId="3134360065" sldId="256"/>
            <ac:spMk id="517" creationId="{933338DE-BF87-051E-143C-EA3B9AED3233}"/>
          </ac:spMkLst>
        </pc:spChg>
        <pc:grpChg chg="mod ord">
          <ac:chgData name="Fatima Pillosu" userId="a6295d4dc9e22643" providerId="LiveId" clId="{186C5A79-2432-4CC1-AF00-1868033951BA}" dt="2025-07-12T22:10:19.968" v="1382" actId="1076"/>
          <ac:grpSpMkLst>
            <pc:docMk/>
            <pc:sldMk cId="3134360065" sldId="256"/>
            <ac:grpSpMk id="502" creationId="{593B2FE8-BE83-BB3D-E013-7CF275C1CEDD}"/>
          </ac:grpSpMkLst>
        </pc:grpChg>
        <pc:grpChg chg="mod ord">
          <ac:chgData name="Fatima Pillosu" userId="a6295d4dc9e22643" providerId="LiveId" clId="{186C5A79-2432-4CC1-AF00-1868033951BA}" dt="2025-07-12T22:10:16.563" v="1381" actId="1076"/>
          <ac:grpSpMkLst>
            <pc:docMk/>
            <pc:sldMk cId="3134360065" sldId="256"/>
            <ac:grpSpMk id="513" creationId="{11A5D7CB-41A8-D4BB-9478-16F36E973D4D}"/>
          </ac:grpSpMkLst>
        </pc:grpChg>
        <pc:picChg chg="add mod">
          <ac:chgData name="Fatima Pillosu" userId="a6295d4dc9e22643" providerId="LiveId" clId="{186C5A79-2432-4CC1-AF00-1868033951BA}" dt="2025-07-12T21:46:38.775" v="363" actId="14100"/>
          <ac:picMkLst>
            <pc:docMk/>
            <pc:sldMk cId="3134360065" sldId="256"/>
            <ac:picMk id="7" creationId="{B7976399-9CAA-B720-2035-EFBA476456C3}"/>
          </ac:picMkLst>
        </pc:picChg>
        <pc:picChg chg="add mod modCrop">
          <ac:chgData name="Fatima Pillosu" userId="a6295d4dc9e22643" providerId="LiveId" clId="{186C5A79-2432-4CC1-AF00-1868033951BA}" dt="2025-07-12T21:51:47.521" v="1089" actId="1035"/>
          <ac:picMkLst>
            <pc:docMk/>
            <pc:sldMk cId="3134360065" sldId="256"/>
            <ac:picMk id="11" creationId="{C047AA75-CA2C-06AC-5CBE-8B2A4A06E696}"/>
          </ac:picMkLst>
        </pc:picChg>
        <pc:picChg chg="add del mod modCrop">
          <ac:chgData name="Fatima Pillosu" userId="a6295d4dc9e22643" providerId="LiveId" clId="{186C5A79-2432-4CC1-AF00-1868033951BA}" dt="2025-07-12T22:00:05.742" v="1126" actId="21"/>
          <ac:picMkLst>
            <pc:docMk/>
            <pc:sldMk cId="3134360065" sldId="256"/>
            <ac:picMk id="13" creationId="{2A3AC92C-FF8C-70E1-BC94-FB1716A43A74}"/>
          </ac:picMkLst>
        </pc:picChg>
        <pc:picChg chg="add del mod modCrop">
          <ac:chgData name="Fatima Pillosu" userId="a6295d4dc9e22643" providerId="LiveId" clId="{186C5A79-2432-4CC1-AF00-1868033951BA}" dt="2025-07-12T22:01:37.889" v="1148" actId="478"/>
          <ac:picMkLst>
            <pc:docMk/>
            <pc:sldMk cId="3134360065" sldId="256"/>
            <ac:picMk id="15" creationId="{60AD9A24-A990-F7BA-C26B-901A2548EBD5}"/>
          </ac:picMkLst>
        </pc:picChg>
        <pc:picChg chg="add mod">
          <ac:chgData name="Fatima Pillosu" userId="a6295d4dc9e22643" providerId="LiveId" clId="{186C5A79-2432-4CC1-AF00-1868033951BA}" dt="2025-07-12T22:05:46.523" v="1201" actId="1037"/>
          <ac:picMkLst>
            <pc:docMk/>
            <pc:sldMk cId="3134360065" sldId="256"/>
            <ac:picMk id="16" creationId="{BD403A54-98D2-F40A-74F5-15FCB8ED0FCD}"/>
          </ac:picMkLst>
        </pc:picChg>
        <pc:picChg chg="add mod">
          <ac:chgData name="Fatima Pillosu" userId="a6295d4dc9e22643" providerId="LiveId" clId="{186C5A79-2432-4CC1-AF00-1868033951BA}" dt="2025-07-12T22:08:28.731" v="1277" actId="1037"/>
          <ac:picMkLst>
            <pc:docMk/>
            <pc:sldMk cId="3134360065" sldId="256"/>
            <ac:picMk id="17" creationId="{DE0684B3-61D9-FBBF-8A89-9A4906E62D09}"/>
          </ac:picMkLst>
        </pc:picChg>
        <pc:picChg chg="add mod">
          <ac:chgData name="Fatima Pillosu" userId="a6295d4dc9e22643" providerId="LiveId" clId="{186C5A79-2432-4CC1-AF00-1868033951BA}" dt="2025-07-12T22:22:10.190" v="1524" actId="1036"/>
          <ac:picMkLst>
            <pc:docMk/>
            <pc:sldMk cId="3134360065" sldId="256"/>
            <ac:picMk id="19" creationId="{8655FF17-8169-652E-7AEC-2124B5206B21}"/>
          </ac:picMkLst>
        </pc:picChg>
        <pc:picChg chg="add mod">
          <ac:chgData name="Fatima Pillosu" userId="a6295d4dc9e22643" providerId="LiveId" clId="{186C5A79-2432-4CC1-AF00-1868033951BA}" dt="2025-07-12T22:22:10.190" v="1524" actId="1036"/>
          <ac:picMkLst>
            <pc:docMk/>
            <pc:sldMk cId="3134360065" sldId="256"/>
            <ac:picMk id="20" creationId="{6D06D8BC-ED33-96D7-C59B-4D04CBB08714}"/>
          </ac:picMkLst>
        </pc:picChg>
        <pc:picChg chg="add mod">
          <ac:chgData name="Fatima Pillosu" userId="a6295d4dc9e22643" providerId="LiveId" clId="{186C5A79-2432-4CC1-AF00-1868033951BA}" dt="2025-07-12T22:22:15.780" v="1526" actId="1036"/>
          <ac:picMkLst>
            <pc:docMk/>
            <pc:sldMk cId="3134360065" sldId="256"/>
            <ac:picMk id="21" creationId="{AA747451-F17D-34C4-B1E0-841C929BE2AF}"/>
          </ac:picMkLst>
        </pc:picChg>
        <pc:picChg chg="add mod">
          <ac:chgData name="Fatima Pillosu" userId="a6295d4dc9e22643" providerId="LiveId" clId="{186C5A79-2432-4CC1-AF00-1868033951BA}" dt="2025-07-12T22:22:15.780" v="1526" actId="1036"/>
          <ac:picMkLst>
            <pc:docMk/>
            <pc:sldMk cId="3134360065" sldId="256"/>
            <ac:picMk id="22" creationId="{B0FFF373-BCD1-BA1D-8A37-866059A327BD}"/>
          </ac:picMkLst>
        </pc:picChg>
        <pc:picChg chg="add mod">
          <ac:chgData name="Fatima Pillosu" userId="a6295d4dc9e22643" providerId="LiveId" clId="{186C5A79-2432-4CC1-AF00-1868033951BA}" dt="2025-07-12T22:22:20.592" v="1528" actId="1036"/>
          <ac:picMkLst>
            <pc:docMk/>
            <pc:sldMk cId="3134360065" sldId="256"/>
            <ac:picMk id="23" creationId="{3F0E4B02-F1CB-EBB8-3E57-D7A3198604FF}"/>
          </ac:picMkLst>
        </pc:picChg>
        <pc:picChg chg="add mod">
          <ac:chgData name="Fatima Pillosu" userId="a6295d4dc9e22643" providerId="LiveId" clId="{186C5A79-2432-4CC1-AF00-1868033951BA}" dt="2025-07-12T22:22:20.592" v="1528" actId="1036"/>
          <ac:picMkLst>
            <pc:docMk/>
            <pc:sldMk cId="3134360065" sldId="256"/>
            <ac:picMk id="24" creationId="{4B8D7A89-D554-01A7-AF39-E8374386E5BE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2" creationId="{7B49E073-E34A-746C-C80F-C3961FF93D91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3" creationId="{C2FEA4EF-4732-4CE3-B8CE-4E653236EC33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4" creationId="{8F845922-3872-5086-4D8F-385A55047FE7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5" creationId="{C0D814FA-0E5A-9467-3667-96E88ACA9E62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6" creationId="{A4D5D787-CA81-678E-FF8D-099AC6D5CD80}"/>
          </ac:picMkLst>
        </pc:picChg>
        <pc:picChg chg="del">
          <ac:chgData name="Fatima Pillosu" userId="a6295d4dc9e22643" providerId="LiveId" clId="{186C5A79-2432-4CC1-AF00-1868033951BA}" dt="2025-07-12T21:55:57.951" v="1103" actId="478"/>
          <ac:picMkLst>
            <pc:docMk/>
            <pc:sldMk cId="3134360065" sldId="256"/>
            <ac:picMk id="397" creationId="{5B21DAC0-D1ED-A664-E7B2-3B16A75A3A14}"/>
          </ac:picMkLst>
        </pc:picChg>
        <pc:picChg chg="del">
          <ac:chgData name="Fatima Pillosu" userId="a6295d4dc9e22643" providerId="LiveId" clId="{186C5A79-2432-4CC1-AF00-1868033951BA}" dt="2025-07-12T21:55:59.796" v="1104" actId="478"/>
          <ac:picMkLst>
            <pc:docMk/>
            <pc:sldMk cId="3134360065" sldId="256"/>
            <ac:picMk id="398" creationId="{002033FA-76DF-F7AE-F1A9-2F0682DF70A5}"/>
          </ac:picMkLst>
        </pc:picChg>
        <pc:picChg chg="del">
          <ac:chgData name="Fatima Pillosu" userId="a6295d4dc9e22643" providerId="LiveId" clId="{186C5A79-2432-4CC1-AF00-1868033951BA}" dt="2025-07-12T22:16:53.232" v="1428" actId="478"/>
          <ac:picMkLst>
            <pc:docMk/>
            <pc:sldMk cId="3134360065" sldId="256"/>
            <ac:picMk id="399" creationId="{3878776D-1E56-4E20-7C01-C3872ABC2DB9}"/>
          </ac:picMkLst>
        </pc:picChg>
        <pc:picChg chg="del">
          <ac:chgData name="Fatima Pillosu" userId="a6295d4dc9e22643" providerId="LiveId" clId="{186C5A79-2432-4CC1-AF00-1868033951BA}" dt="2025-07-12T21:42:32.124" v="165" actId="478"/>
          <ac:picMkLst>
            <pc:docMk/>
            <pc:sldMk cId="3134360065" sldId="256"/>
            <ac:picMk id="421" creationId="{5F330F30-EF7B-06D0-02B6-EAF4095FDE4A}"/>
          </ac:picMkLst>
        </pc:picChg>
        <pc:picChg chg="del">
          <ac:chgData name="Fatima Pillosu" userId="a6295d4dc9e22643" providerId="LiveId" clId="{186C5A79-2432-4CC1-AF00-1868033951BA}" dt="2025-07-12T20:07:36.133" v="1" actId="478"/>
          <ac:picMkLst>
            <pc:docMk/>
            <pc:sldMk cId="3134360065" sldId="256"/>
            <ac:picMk id="422" creationId="{480D91B2-3DE3-A432-5B55-F6CA751CFAD1}"/>
          </ac:picMkLst>
        </pc:picChg>
        <pc:cxnChg chg="del">
          <ac:chgData name="Fatima Pillosu" userId="a6295d4dc9e22643" providerId="LiveId" clId="{186C5A79-2432-4CC1-AF00-1868033951BA}" dt="2025-07-12T22:16:54.192" v="1429" actId="478"/>
          <ac:cxnSpMkLst>
            <pc:docMk/>
            <pc:sldMk cId="3134360065" sldId="256"/>
            <ac:cxnSpMk id="472" creationId="{ACA84F2C-5E23-D138-138A-00936E60112A}"/>
          </ac:cxnSpMkLst>
        </pc:cxnChg>
        <pc:cxnChg chg="del mod">
          <ac:chgData name="Fatima Pillosu" userId="a6295d4dc9e22643" providerId="LiveId" clId="{186C5A79-2432-4CC1-AF00-1868033951BA}" dt="2025-07-12T22:16:55.527" v="1431" actId="478"/>
          <ac:cxnSpMkLst>
            <pc:docMk/>
            <pc:sldMk cId="3134360065" sldId="256"/>
            <ac:cxnSpMk id="473" creationId="{72253F79-D9C3-BC8D-6CAB-8F597E7B7207}"/>
          </ac:cxnSpMkLst>
        </pc:cxnChg>
        <pc:cxnChg chg="del">
          <ac:chgData name="Fatima Pillosu" userId="a6295d4dc9e22643" providerId="LiveId" clId="{186C5A79-2432-4CC1-AF00-1868033951BA}" dt="2025-07-12T20:07:41.944" v="5" actId="478"/>
          <ac:cxnSpMkLst>
            <pc:docMk/>
            <pc:sldMk cId="3134360065" sldId="256"/>
            <ac:cxnSpMk id="476" creationId="{48DB744B-4C99-DF3B-FB9D-857FCD5F19A7}"/>
          </ac:cxnSpMkLst>
        </pc:cxnChg>
        <pc:cxnChg chg="del">
          <ac:chgData name="Fatima Pillosu" userId="a6295d4dc9e22643" providerId="LiveId" clId="{186C5A79-2432-4CC1-AF00-1868033951BA}" dt="2025-07-12T20:07:37.663" v="3" actId="478"/>
          <ac:cxnSpMkLst>
            <pc:docMk/>
            <pc:sldMk cId="3134360065" sldId="256"/>
            <ac:cxnSpMk id="477" creationId="{1C54B008-1A80-6A5D-8CC5-713604526B77}"/>
          </ac:cxnSpMkLst>
        </pc:cxnChg>
        <pc:cxnChg chg="del mod">
          <ac:chgData name="Fatima Pillosu" userId="a6295d4dc9e22643" providerId="LiveId" clId="{186C5A79-2432-4CC1-AF00-1868033951BA}" dt="2025-07-12T20:07:38.524" v="4" actId="478"/>
          <ac:cxnSpMkLst>
            <pc:docMk/>
            <pc:sldMk cId="3134360065" sldId="256"/>
            <ac:cxnSpMk id="478" creationId="{2D88E885-B6D4-523A-4110-2ECF17F30D0E}"/>
          </ac:cxnSpMkLst>
        </pc:cxnChg>
      </pc:sldChg>
      <pc:sldChg chg="addSp delSp modSp new del mod">
        <pc:chgData name="Fatima Pillosu" userId="a6295d4dc9e22643" providerId="LiveId" clId="{186C5A79-2432-4CC1-AF00-1868033951BA}" dt="2025-07-12T22:19:07.285" v="1458" actId="2696"/>
        <pc:sldMkLst>
          <pc:docMk/>
          <pc:sldMk cId="3976121438" sldId="257"/>
        </pc:sldMkLst>
        <pc:spChg chg="del">
          <ac:chgData name="Fatima Pillosu" userId="a6295d4dc9e22643" providerId="LiveId" clId="{186C5A79-2432-4CC1-AF00-1868033951BA}" dt="2025-07-12T22:00:12.267" v="1129" actId="478"/>
          <ac:spMkLst>
            <pc:docMk/>
            <pc:sldMk cId="3976121438" sldId="257"/>
            <ac:spMk id="2" creationId="{A310DFB5-1859-B3E7-D87B-67E3880BF335}"/>
          </ac:spMkLst>
        </pc:spChg>
        <pc:spChg chg="del">
          <ac:chgData name="Fatima Pillosu" userId="a6295d4dc9e22643" providerId="LiveId" clId="{186C5A79-2432-4CC1-AF00-1868033951BA}" dt="2025-07-12T22:00:11.436" v="1128" actId="478"/>
          <ac:spMkLst>
            <pc:docMk/>
            <pc:sldMk cId="3976121438" sldId="257"/>
            <ac:spMk id="3" creationId="{B9943A25-B29C-394B-B39F-498159C35FDA}"/>
          </ac:spMkLst>
        </pc:spChg>
        <pc:picChg chg="add del mod modCrop">
          <ac:chgData name="Fatima Pillosu" userId="a6295d4dc9e22643" providerId="LiveId" clId="{186C5A79-2432-4CC1-AF00-1868033951BA}" dt="2025-07-12T22:01:34.556" v="1147" actId="21"/>
          <ac:picMkLst>
            <pc:docMk/>
            <pc:sldMk cId="3976121438" sldId="257"/>
            <ac:picMk id="5" creationId="{BD403A54-98D2-F40A-74F5-15FCB8ED0FCD}"/>
          </ac:picMkLst>
        </pc:picChg>
        <pc:picChg chg="add del mod modCrop">
          <ac:chgData name="Fatima Pillosu" userId="a6295d4dc9e22643" providerId="LiveId" clId="{186C5A79-2432-4CC1-AF00-1868033951BA}" dt="2025-07-12T22:01:34.556" v="1147" actId="21"/>
          <ac:picMkLst>
            <pc:docMk/>
            <pc:sldMk cId="3976121438" sldId="257"/>
            <ac:picMk id="7" creationId="{DE0684B3-61D9-FBBF-8A89-9A4906E62D09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9" creationId="{8655FF17-8169-652E-7AEC-2124B5206B21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11" creationId="{6D06D8BC-ED33-96D7-C59B-4D04CBB08714}"/>
          </ac:picMkLst>
        </pc:picChg>
        <pc:picChg chg="add del mod modCrop">
          <ac:chgData name="Fatima Pillosu" userId="a6295d4dc9e22643" providerId="LiveId" clId="{186C5A79-2432-4CC1-AF00-1868033951BA}" dt="2025-07-12T22:00:28.147" v="1132" actId="478"/>
          <ac:picMkLst>
            <pc:docMk/>
            <pc:sldMk cId="3976121438" sldId="257"/>
            <ac:picMk id="13" creationId="{2A3AC92C-FF8C-70E1-BC94-FB1716A43A74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14" creationId="{AA747451-F17D-34C4-B1E0-841C929BE2AF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16" creationId="{B0FFF373-BCD1-BA1D-8A37-866059A327BD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18" creationId="{3F0E4B02-F1CB-EBB8-3E57-D7A3198604FF}"/>
          </ac:picMkLst>
        </pc:picChg>
        <pc:picChg chg="add del mod modCrop">
          <ac:chgData name="Fatima Pillosu" userId="a6295d4dc9e22643" providerId="LiveId" clId="{186C5A79-2432-4CC1-AF00-1868033951BA}" dt="2025-07-12T22:16:36.610" v="1425" actId="21"/>
          <ac:picMkLst>
            <pc:docMk/>
            <pc:sldMk cId="3976121438" sldId="257"/>
            <ac:picMk id="20" creationId="{4B8D7A89-D554-01A7-AF39-E8374386E5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1131197"/>
            <a:ext cx="3519170" cy="240639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630388"/>
            <a:ext cx="3105150" cy="1668793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93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46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723196"/>
            <a:ext cx="3570923" cy="2875189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4625585"/>
            <a:ext cx="3570923" cy="1511994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4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839993"/>
            <a:ext cx="1759585" cy="438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839993"/>
            <a:ext cx="1759585" cy="4385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84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68000"/>
            <a:ext cx="3570923" cy="13359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694395"/>
            <a:ext cx="1751498" cy="830396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524791"/>
            <a:ext cx="1751498" cy="3713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694395"/>
            <a:ext cx="1760124" cy="830396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524791"/>
            <a:ext cx="1760124" cy="3713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14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475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24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60798"/>
            <a:ext cx="1335322" cy="161279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995198"/>
            <a:ext cx="2095976" cy="4911982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2073592"/>
            <a:ext cx="1335322" cy="3841587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58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60798"/>
            <a:ext cx="1335322" cy="1612794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995198"/>
            <a:ext cx="2095976" cy="4911982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2073592"/>
            <a:ext cx="1335322" cy="3841587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567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4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67999"/>
            <a:ext cx="892731" cy="58575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67999"/>
            <a:ext cx="2626439" cy="58575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37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68000"/>
            <a:ext cx="3570923" cy="1335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839993"/>
            <a:ext cx="3570923" cy="4385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6406378"/>
            <a:ext cx="931545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093FE-35F4-45C0-8951-9EAA4717686F}" type="datetimeFigureOut">
              <a:rPr lang="en-GB" smtClean="0"/>
              <a:t>13/07/2025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6406378"/>
            <a:ext cx="1397318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6406378"/>
            <a:ext cx="931545" cy="367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0A42D-BB51-499A-B1D0-9D30D16057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10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389">
            <a:extLst>
              <a:ext uri="{FF2B5EF4-FFF2-40B4-BE49-F238E27FC236}">
                <a16:creationId xmlns:a16="http://schemas.microsoft.com/office/drawing/2014/main" id="{657013C8-BE27-AD4A-0069-EF3EB8184DF5}"/>
              </a:ext>
            </a:extLst>
          </p:cNvPr>
          <p:cNvSpPr txBox="1"/>
          <p:nvPr/>
        </p:nvSpPr>
        <p:spPr>
          <a:xfrm>
            <a:off x="-83762" y="-74642"/>
            <a:ext cx="4417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Flash floods in Spain in October 2024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VT: from 2024-10-29 00 UTC </a:t>
            </a:r>
            <a:r>
              <a:rPr lang="en-US" sz="100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to 2024-10-30 </a:t>
            </a:r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00 UTC</a:t>
            </a:r>
          </a:p>
        </p:txBody>
      </p:sp>
      <p:pic>
        <p:nvPicPr>
          <p:cNvPr id="391" name="Picture 390" descr="A map of different colors&#10;&#10;AI-generated content may be incorrect.">
            <a:extLst>
              <a:ext uri="{FF2B5EF4-FFF2-40B4-BE49-F238E27FC236}">
                <a16:creationId xmlns:a16="http://schemas.microsoft.com/office/drawing/2014/main" id="{768A2415-497B-DD9D-628D-E9EEE2692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3" t="13917" r="21881" b="82352"/>
          <a:stretch/>
        </p:blipFill>
        <p:spPr>
          <a:xfrm>
            <a:off x="139940" y="2866313"/>
            <a:ext cx="3709377" cy="144433"/>
          </a:xfrm>
          <a:prstGeom prst="rect">
            <a:avLst/>
          </a:prstGeom>
        </p:spPr>
      </p:pic>
      <p:sp>
        <p:nvSpPr>
          <p:cNvPr id="400" name="TextBox 399">
            <a:extLst>
              <a:ext uri="{FF2B5EF4-FFF2-40B4-BE49-F238E27FC236}">
                <a16:creationId xmlns:a16="http://schemas.microsoft.com/office/drawing/2014/main" id="{E3CF1A22-EEF1-96B3-1562-D49C69BC5B12}"/>
              </a:ext>
            </a:extLst>
          </p:cNvPr>
          <p:cNvSpPr txBox="1"/>
          <p:nvPr/>
        </p:nvSpPr>
        <p:spPr>
          <a:xfrm>
            <a:off x="2047741" y="2977554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e) FC: 2024/10/29 at 00 UTC (t+0,t+24) – Day 1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C292F7A5-6430-0C23-5ACA-09509475E33D}"/>
              </a:ext>
            </a:extLst>
          </p:cNvPr>
          <p:cNvSpPr txBox="1"/>
          <p:nvPr/>
        </p:nvSpPr>
        <p:spPr>
          <a:xfrm>
            <a:off x="-1861" y="2977554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d) Reanalysis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E232F912-07CA-682B-50A7-CD6ADCAC2301}"/>
              </a:ext>
            </a:extLst>
          </p:cNvPr>
          <p:cNvSpPr txBox="1"/>
          <p:nvPr/>
        </p:nvSpPr>
        <p:spPr>
          <a:xfrm>
            <a:off x="-1861" y="4253469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f) FC: 2024/10/28 at 00 UTC (t+24,t+48) – Day 2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E280C0FA-FB52-A94D-7BBA-58CCB91E4CC1}"/>
              </a:ext>
            </a:extLst>
          </p:cNvPr>
          <p:cNvSpPr txBox="1"/>
          <p:nvPr/>
        </p:nvSpPr>
        <p:spPr>
          <a:xfrm>
            <a:off x="-1861" y="5526818"/>
            <a:ext cx="212400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h) FC: 2024/10/26 at 00 UTC (t72,t+96) – Day 4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0FC7553-3425-D90C-9245-2AE01FF3C252}"/>
              </a:ext>
            </a:extLst>
          </p:cNvPr>
          <p:cNvSpPr txBox="1"/>
          <p:nvPr/>
        </p:nvSpPr>
        <p:spPr>
          <a:xfrm>
            <a:off x="2047741" y="4251008"/>
            <a:ext cx="228552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g) FC: 2024/10/27 at 00 UTC (t+48,t+72) – Day 3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03A56789-B004-556A-340B-816762B2320B}"/>
              </a:ext>
            </a:extLst>
          </p:cNvPr>
          <p:cNvSpPr txBox="1"/>
          <p:nvPr/>
        </p:nvSpPr>
        <p:spPr>
          <a:xfrm>
            <a:off x="2047741" y="5521896"/>
            <a:ext cx="2222418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i) FC: 2024/10/25 at 00 UTC (t+96,t+120) – Day 5</a:t>
            </a:r>
            <a:endParaRPr lang="en-GB" sz="8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6" name="TextBox 256">
            <a:extLst>
              <a:ext uri="{FF2B5EF4-FFF2-40B4-BE49-F238E27FC236}">
                <a16:creationId xmlns:a16="http://schemas.microsoft.com/office/drawing/2014/main" id="{CFC211A2-72DF-9EC0-42A5-00FC1610BF49}"/>
              </a:ext>
            </a:extLst>
          </p:cNvPr>
          <p:cNvSpPr txBox="1"/>
          <p:nvPr/>
        </p:nvSpPr>
        <p:spPr>
          <a:xfrm>
            <a:off x="1055963" y="675545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23" name="TextBox 253">
            <a:extLst>
              <a:ext uri="{FF2B5EF4-FFF2-40B4-BE49-F238E27FC236}">
                <a16:creationId xmlns:a16="http://schemas.microsoft.com/office/drawing/2014/main" id="{D4BC0D50-B6F8-0268-9E85-445719C5146C}"/>
              </a:ext>
            </a:extLst>
          </p:cNvPr>
          <p:cNvSpPr txBox="1"/>
          <p:nvPr/>
        </p:nvSpPr>
        <p:spPr>
          <a:xfrm>
            <a:off x="-181646" y="121137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24" name="TextBox 253">
            <a:extLst>
              <a:ext uri="{FF2B5EF4-FFF2-40B4-BE49-F238E27FC236}">
                <a16:creationId xmlns:a16="http://schemas.microsoft.com/office/drawing/2014/main" id="{D520AD5A-1E07-AE68-74F0-591CEC98F2C8}"/>
              </a:ext>
            </a:extLst>
          </p:cNvPr>
          <p:cNvSpPr txBox="1"/>
          <p:nvPr/>
        </p:nvSpPr>
        <p:spPr>
          <a:xfrm>
            <a:off x="-181646" y="161518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39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25" name="TextBox 253">
            <a:extLst>
              <a:ext uri="{FF2B5EF4-FFF2-40B4-BE49-F238E27FC236}">
                <a16:creationId xmlns:a16="http://schemas.microsoft.com/office/drawing/2014/main" id="{724211E0-9C40-8739-2BAC-6A68F0234B0B}"/>
              </a:ext>
            </a:extLst>
          </p:cNvPr>
          <p:cNvSpPr txBox="1"/>
          <p:nvPr/>
        </p:nvSpPr>
        <p:spPr>
          <a:xfrm>
            <a:off x="-181646" y="238813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37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26" name="TextBox 253">
            <a:extLst>
              <a:ext uri="{FF2B5EF4-FFF2-40B4-BE49-F238E27FC236}">
                <a16:creationId xmlns:a16="http://schemas.microsoft.com/office/drawing/2014/main" id="{329736B5-BF51-1349-E104-A74C4DD438AB}"/>
              </a:ext>
            </a:extLst>
          </p:cNvPr>
          <p:cNvSpPr txBox="1"/>
          <p:nvPr/>
        </p:nvSpPr>
        <p:spPr>
          <a:xfrm>
            <a:off x="-181646" y="85311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41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27" name="TextBox 256">
            <a:extLst>
              <a:ext uri="{FF2B5EF4-FFF2-40B4-BE49-F238E27FC236}">
                <a16:creationId xmlns:a16="http://schemas.microsoft.com/office/drawing/2014/main" id="{98C458A8-5555-6566-708F-CA1B7471A3F3}"/>
              </a:ext>
            </a:extLst>
          </p:cNvPr>
          <p:cNvSpPr txBox="1"/>
          <p:nvPr/>
        </p:nvSpPr>
        <p:spPr>
          <a:xfrm>
            <a:off x="408984" y="245353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28" name="TextBox 256">
            <a:extLst>
              <a:ext uri="{FF2B5EF4-FFF2-40B4-BE49-F238E27FC236}">
                <a16:creationId xmlns:a16="http://schemas.microsoft.com/office/drawing/2014/main" id="{DC21C44A-9B3A-C5AF-4920-43F2C1EA4997}"/>
              </a:ext>
            </a:extLst>
          </p:cNvPr>
          <p:cNvSpPr txBox="1"/>
          <p:nvPr/>
        </p:nvSpPr>
        <p:spPr>
          <a:xfrm>
            <a:off x="801235" y="245305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482E038E-7A43-8D54-2D7C-9E4E17A43701}"/>
              </a:ext>
            </a:extLst>
          </p:cNvPr>
          <p:cNvSpPr txBox="1"/>
          <p:nvPr/>
        </p:nvSpPr>
        <p:spPr>
          <a:xfrm>
            <a:off x="120870" y="2579981"/>
            <a:ext cx="3960000" cy="21544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Probability (%) of flash flood</a:t>
            </a:r>
          </a:p>
        </p:txBody>
      </p:sp>
      <p:sp>
        <p:nvSpPr>
          <p:cNvPr id="431" name="TextBox 253">
            <a:extLst>
              <a:ext uri="{FF2B5EF4-FFF2-40B4-BE49-F238E27FC236}">
                <a16:creationId xmlns:a16="http://schemas.microsoft.com/office/drawing/2014/main" id="{97DBE207-7084-27C4-D8C3-10C361299E44}"/>
              </a:ext>
            </a:extLst>
          </p:cNvPr>
          <p:cNvSpPr txBox="1"/>
          <p:nvPr/>
        </p:nvSpPr>
        <p:spPr>
          <a:xfrm>
            <a:off x="18489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2" name="TextBox 253">
            <a:extLst>
              <a:ext uri="{FF2B5EF4-FFF2-40B4-BE49-F238E27FC236}">
                <a16:creationId xmlns:a16="http://schemas.microsoft.com/office/drawing/2014/main" id="{072C70FE-462E-D1FD-C55D-AA8E1A612AFD}"/>
              </a:ext>
            </a:extLst>
          </p:cNvPr>
          <p:cNvSpPr txBox="1"/>
          <p:nvPr/>
        </p:nvSpPr>
        <p:spPr>
          <a:xfrm>
            <a:off x="474513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3" name="TextBox 253">
            <a:extLst>
              <a:ext uri="{FF2B5EF4-FFF2-40B4-BE49-F238E27FC236}">
                <a16:creationId xmlns:a16="http://schemas.microsoft.com/office/drawing/2014/main" id="{6836A41F-FC76-D61D-3521-74884E60081F}"/>
              </a:ext>
            </a:extLst>
          </p:cNvPr>
          <p:cNvSpPr txBox="1"/>
          <p:nvPr/>
        </p:nvSpPr>
        <p:spPr>
          <a:xfrm>
            <a:off x="930537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4" name="TextBox 253">
            <a:extLst>
              <a:ext uri="{FF2B5EF4-FFF2-40B4-BE49-F238E27FC236}">
                <a16:creationId xmlns:a16="http://schemas.microsoft.com/office/drawing/2014/main" id="{B4DC5584-8587-F962-3A99-AB92BF543851}"/>
              </a:ext>
            </a:extLst>
          </p:cNvPr>
          <p:cNvSpPr txBox="1"/>
          <p:nvPr/>
        </p:nvSpPr>
        <p:spPr>
          <a:xfrm>
            <a:off x="1386561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5" name="TextBox 253">
            <a:extLst>
              <a:ext uri="{FF2B5EF4-FFF2-40B4-BE49-F238E27FC236}">
                <a16:creationId xmlns:a16="http://schemas.microsoft.com/office/drawing/2014/main" id="{C06564BD-7A3F-0EFD-95D2-DFAB86F85F82}"/>
              </a:ext>
            </a:extLst>
          </p:cNvPr>
          <p:cNvSpPr txBox="1"/>
          <p:nvPr/>
        </p:nvSpPr>
        <p:spPr>
          <a:xfrm>
            <a:off x="1842585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6" name="TextBox 253">
            <a:extLst>
              <a:ext uri="{FF2B5EF4-FFF2-40B4-BE49-F238E27FC236}">
                <a16:creationId xmlns:a16="http://schemas.microsoft.com/office/drawing/2014/main" id="{DA142ECB-A1E3-160C-2692-12231535B5E6}"/>
              </a:ext>
            </a:extLst>
          </p:cNvPr>
          <p:cNvSpPr txBox="1"/>
          <p:nvPr/>
        </p:nvSpPr>
        <p:spPr>
          <a:xfrm>
            <a:off x="2298609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7" name="TextBox 253">
            <a:extLst>
              <a:ext uri="{FF2B5EF4-FFF2-40B4-BE49-F238E27FC236}">
                <a16:creationId xmlns:a16="http://schemas.microsoft.com/office/drawing/2014/main" id="{C2649633-986C-564E-80F0-71517DC056D8}"/>
              </a:ext>
            </a:extLst>
          </p:cNvPr>
          <p:cNvSpPr txBox="1"/>
          <p:nvPr/>
        </p:nvSpPr>
        <p:spPr>
          <a:xfrm>
            <a:off x="2754633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8" name="TextBox 253">
            <a:extLst>
              <a:ext uri="{FF2B5EF4-FFF2-40B4-BE49-F238E27FC236}">
                <a16:creationId xmlns:a16="http://schemas.microsoft.com/office/drawing/2014/main" id="{3A2862D8-6831-ECB0-39CD-415C908383CF}"/>
              </a:ext>
            </a:extLst>
          </p:cNvPr>
          <p:cNvSpPr txBox="1"/>
          <p:nvPr/>
        </p:nvSpPr>
        <p:spPr>
          <a:xfrm>
            <a:off x="3210657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39" name="TextBox 253">
            <a:extLst>
              <a:ext uri="{FF2B5EF4-FFF2-40B4-BE49-F238E27FC236}">
                <a16:creationId xmlns:a16="http://schemas.microsoft.com/office/drawing/2014/main" id="{C69770C3-2827-1E91-408E-C0B1355814B5}"/>
              </a:ext>
            </a:extLst>
          </p:cNvPr>
          <p:cNvSpPr txBox="1"/>
          <p:nvPr/>
        </p:nvSpPr>
        <p:spPr>
          <a:xfrm>
            <a:off x="3666682" y="2702058"/>
            <a:ext cx="3415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45" name="Picture 444" descr="A map of the island&#10;&#10;AI-generated content may be incorrect.">
            <a:extLst>
              <a:ext uri="{FF2B5EF4-FFF2-40B4-BE49-F238E27FC236}">
                <a16:creationId xmlns:a16="http://schemas.microsoft.com/office/drawing/2014/main" id="{645DA334-86B0-8250-FA9C-0A61E7E7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7" t="13878" r="22076" b="82943"/>
          <a:stretch/>
        </p:blipFill>
        <p:spPr>
          <a:xfrm rot="16200000">
            <a:off x="2709964" y="1403727"/>
            <a:ext cx="2349348" cy="89477"/>
          </a:xfrm>
          <a:prstGeom prst="rect">
            <a:avLst/>
          </a:prstGeom>
        </p:spPr>
      </p:pic>
      <p:sp>
        <p:nvSpPr>
          <p:cNvPr id="446" name="TextBox 253">
            <a:extLst>
              <a:ext uri="{FF2B5EF4-FFF2-40B4-BE49-F238E27FC236}">
                <a16:creationId xmlns:a16="http://schemas.microsoft.com/office/drawing/2014/main" id="{68EE6C2A-E3B6-4B24-0508-08A5791A43B2}"/>
              </a:ext>
            </a:extLst>
          </p:cNvPr>
          <p:cNvSpPr txBox="1"/>
          <p:nvPr/>
        </p:nvSpPr>
        <p:spPr>
          <a:xfrm rot="18900000">
            <a:off x="24787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7" name="TextBox 253">
            <a:extLst>
              <a:ext uri="{FF2B5EF4-FFF2-40B4-BE49-F238E27FC236}">
                <a16:creationId xmlns:a16="http://schemas.microsoft.com/office/drawing/2014/main" id="{0FBB5AF8-CA99-7949-BB0A-768C60889949}"/>
              </a:ext>
            </a:extLst>
          </p:cNvPr>
          <p:cNvSpPr txBox="1"/>
          <p:nvPr/>
        </p:nvSpPr>
        <p:spPr>
          <a:xfrm rot="18900000">
            <a:off x="-80847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9" name="TextBox 253">
            <a:extLst>
              <a:ext uri="{FF2B5EF4-FFF2-40B4-BE49-F238E27FC236}">
                <a16:creationId xmlns:a16="http://schemas.microsoft.com/office/drawing/2014/main" id="{659A1FF1-A3E5-3F58-70E1-6609E3085160}"/>
              </a:ext>
            </a:extLst>
          </p:cNvPr>
          <p:cNvSpPr txBox="1"/>
          <p:nvPr/>
        </p:nvSpPr>
        <p:spPr>
          <a:xfrm rot="18900000">
            <a:off x="130421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0" name="TextBox 253">
            <a:extLst>
              <a:ext uri="{FF2B5EF4-FFF2-40B4-BE49-F238E27FC236}">
                <a16:creationId xmlns:a16="http://schemas.microsoft.com/office/drawing/2014/main" id="{82AF212F-FBD1-C2CD-CB73-789404746FA3}"/>
              </a:ext>
            </a:extLst>
          </p:cNvPr>
          <p:cNvSpPr txBox="1"/>
          <p:nvPr/>
        </p:nvSpPr>
        <p:spPr>
          <a:xfrm rot="18900000">
            <a:off x="236055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1" name="TextBox 253">
            <a:extLst>
              <a:ext uri="{FF2B5EF4-FFF2-40B4-BE49-F238E27FC236}">
                <a16:creationId xmlns:a16="http://schemas.microsoft.com/office/drawing/2014/main" id="{B304C5F4-799E-429E-1093-CF963EA61113}"/>
              </a:ext>
            </a:extLst>
          </p:cNvPr>
          <p:cNvSpPr txBox="1"/>
          <p:nvPr/>
        </p:nvSpPr>
        <p:spPr>
          <a:xfrm rot="18900000">
            <a:off x="341689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2" name="TextBox 253">
            <a:extLst>
              <a:ext uri="{FF2B5EF4-FFF2-40B4-BE49-F238E27FC236}">
                <a16:creationId xmlns:a16="http://schemas.microsoft.com/office/drawing/2014/main" id="{C82AF2D8-9316-5EC4-C8A9-58C5119D9FA1}"/>
              </a:ext>
            </a:extLst>
          </p:cNvPr>
          <p:cNvSpPr txBox="1"/>
          <p:nvPr/>
        </p:nvSpPr>
        <p:spPr>
          <a:xfrm rot="18900000">
            <a:off x="447323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3" name="TextBox 253">
            <a:extLst>
              <a:ext uri="{FF2B5EF4-FFF2-40B4-BE49-F238E27FC236}">
                <a16:creationId xmlns:a16="http://schemas.microsoft.com/office/drawing/2014/main" id="{BC5C899D-83CF-1653-FA01-3373B96CA1CC}"/>
              </a:ext>
            </a:extLst>
          </p:cNvPr>
          <p:cNvSpPr txBox="1"/>
          <p:nvPr/>
        </p:nvSpPr>
        <p:spPr>
          <a:xfrm rot="18900000">
            <a:off x="658591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4" name="TextBox 253">
            <a:extLst>
              <a:ext uri="{FF2B5EF4-FFF2-40B4-BE49-F238E27FC236}">
                <a16:creationId xmlns:a16="http://schemas.microsoft.com/office/drawing/2014/main" id="{73774C23-4895-6D38-CCE0-0CA1FC218530}"/>
              </a:ext>
            </a:extLst>
          </p:cNvPr>
          <p:cNvSpPr txBox="1"/>
          <p:nvPr/>
        </p:nvSpPr>
        <p:spPr>
          <a:xfrm rot="18900000">
            <a:off x="869859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125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5" name="TextBox 253">
            <a:extLst>
              <a:ext uri="{FF2B5EF4-FFF2-40B4-BE49-F238E27FC236}">
                <a16:creationId xmlns:a16="http://schemas.microsoft.com/office/drawing/2014/main" id="{9507222B-704E-A577-5766-E4591A88B57D}"/>
              </a:ext>
            </a:extLst>
          </p:cNvPr>
          <p:cNvSpPr txBox="1"/>
          <p:nvPr/>
        </p:nvSpPr>
        <p:spPr>
          <a:xfrm rot="18900000">
            <a:off x="1081127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175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6" name="TextBox 253">
            <a:extLst>
              <a:ext uri="{FF2B5EF4-FFF2-40B4-BE49-F238E27FC236}">
                <a16:creationId xmlns:a16="http://schemas.microsoft.com/office/drawing/2014/main" id="{FBBDA5C0-F4FB-31A4-C26D-FBB7619A57CE}"/>
              </a:ext>
            </a:extLst>
          </p:cNvPr>
          <p:cNvSpPr txBox="1"/>
          <p:nvPr/>
        </p:nvSpPr>
        <p:spPr>
          <a:xfrm rot="18900000">
            <a:off x="1186761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7" name="TextBox 253">
            <a:extLst>
              <a:ext uri="{FF2B5EF4-FFF2-40B4-BE49-F238E27FC236}">
                <a16:creationId xmlns:a16="http://schemas.microsoft.com/office/drawing/2014/main" id="{B0FBBD68-8B0D-DAE6-EB40-275E33BB0A59}"/>
              </a:ext>
            </a:extLst>
          </p:cNvPr>
          <p:cNvSpPr txBox="1"/>
          <p:nvPr/>
        </p:nvSpPr>
        <p:spPr>
          <a:xfrm rot="18900000">
            <a:off x="1292395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8" name="TextBox 253">
            <a:extLst>
              <a:ext uri="{FF2B5EF4-FFF2-40B4-BE49-F238E27FC236}">
                <a16:creationId xmlns:a16="http://schemas.microsoft.com/office/drawing/2014/main" id="{BD03184E-0B1E-E047-B493-5398DC0E407D}"/>
              </a:ext>
            </a:extLst>
          </p:cNvPr>
          <p:cNvSpPr txBox="1"/>
          <p:nvPr/>
        </p:nvSpPr>
        <p:spPr>
          <a:xfrm rot="18900000">
            <a:off x="1398029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350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59" name="TextBox 253">
            <a:extLst>
              <a:ext uri="{FF2B5EF4-FFF2-40B4-BE49-F238E27FC236}">
                <a16:creationId xmlns:a16="http://schemas.microsoft.com/office/drawing/2014/main" id="{395798CF-BB5C-1695-B93E-926D8698595F}"/>
              </a:ext>
            </a:extLst>
          </p:cNvPr>
          <p:cNvSpPr txBox="1"/>
          <p:nvPr/>
        </p:nvSpPr>
        <p:spPr>
          <a:xfrm rot="18900000">
            <a:off x="1503663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0" name="TextBox 253">
            <a:extLst>
              <a:ext uri="{FF2B5EF4-FFF2-40B4-BE49-F238E27FC236}">
                <a16:creationId xmlns:a16="http://schemas.microsoft.com/office/drawing/2014/main" id="{050F22F3-5D1A-442A-A8E8-0A5BF593BA1D}"/>
              </a:ext>
            </a:extLst>
          </p:cNvPr>
          <p:cNvSpPr txBox="1"/>
          <p:nvPr/>
        </p:nvSpPr>
        <p:spPr>
          <a:xfrm rot="18900000">
            <a:off x="552957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1" name="TextBox 253">
            <a:extLst>
              <a:ext uri="{FF2B5EF4-FFF2-40B4-BE49-F238E27FC236}">
                <a16:creationId xmlns:a16="http://schemas.microsoft.com/office/drawing/2014/main" id="{99FE812C-66EC-BAEC-C76C-9FEFAB545501}"/>
              </a:ext>
            </a:extLst>
          </p:cNvPr>
          <p:cNvSpPr txBox="1"/>
          <p:nvPr/>
        </p:nvSpPr>
        <p:spPr>
          <a:xfrm rot="18900000">
            <a:off x="764225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2" name="TextBox 253">
            <a:extLst>
              <a:ext uri="{FF2B5EF4-FFF2-40B4-BE49-F238E27FC236}">
                <a16:creationId xmlns:a16="http://schemas.microsoft.com/office/drawing/2014/main" id="{09DB5AB6-5A75-BF77-BD16-DB5558385260}"/>
              </a:ext>
            </a:extLst>
          </p:cNvPr>
          <p:cNvSpPr txBox="1"/>
          <p:nvPr/>
        </p:nvSpPr>
        <p:spPr>
          <a:xfrm rot="18900000">
            <a:off x="975493" y="557396"/>
            <a:ext cx="3415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150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3" name="TextBox 253">
            <a:extLst>
              <a:ext uri="{FF2B5EF4-FFF2-40B4-BE49-F238E27FC236}">
                <a16:creationId xmlns:a16="http://schemas.microsoft.com/office/drawing/2014/main" id="{57C82574-A750-8139-A20A-A2F6F0FB519C}"/>
              </a:ext>
            </a:extLst>
          </p:cNvPr>
          <p:cNvSpPr txBox="1"/>
          <p:nvPr/>
        </p:nvSpPr>
        <p:spPr>
          <a:xfrm rot="18900000">
            <a:off x="1609295" y="537577"/>
            <a:ext cx="3975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800</a:t>
            </a:r>
            <a:endParaRPr lang="en-GB" sz="7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089B26E3-61F3-775C-3320-EB00D6F72B87}"/>
              </a:ext>
            </a:extLst>
          </p:cNvPr>
          <p:cNvSpPr txBox="1"/>
          <p:nvPr/>
        </p:nvSpPr>
        <p:spPr>
          <a:xfrm>
            <a:off x="-67880" y="365054"/>
            <a:ext cx="2277109" cy="213502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(a) Rainfall (mm/24h) observations</a:t>
            </a:r>
          </a:p>
        </p:txBody>
      </p:sp>
      <p:sp>
        <p:nvSpPr>
          <p:cNvPr id="474" name="TextBox 253">
            <a:extLst>
              <a:ext uri="{FF2B5EF4-FFF2-40B4-BE49-F238E27FC236}">
                <a16:creationId xmlns:a16="http://schemas.microsoft.com/office/drawing/2014/main" id="{0B89550A-094B-F7CB-8732-AD35BF2AC73E}"/>
              </a:ext>
            </a:extLst>
          </p:cNvPr>
          <p:cNvSpPr txBox="1"/>
          <p:nvPr/>
        </p:nvSpPr>
        <p:spPr>
          <a:xfrm>
            <a:off x="-98015" y="357163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480" name="TextBox 228">
            <a:extLst>
              <a:ext uri="{FF2B5EF4-FFF2-40B4-BE49-F238E27FC236}">
                <a16:creationId xmlns:a16="http://schemas.microsoft.com/office/drawing/2014/main" id="{F3217D05-AAA9-4C66-D680-374ED42E55E2}"/>
              </a:ext>
            </a:extLst>
          </p:cNvPr>
          <p:cNvSpPr txBox="1"/>
          <p:nvPr/>
        </p:nvSpPr>
        <p:spPr>
          <a:xfrm>
            <a:off x="3856625" y="1075771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481" name="TextBox 229">
            <a:extLst>
              <a:ext uri="{FF2B5EF4-FFF2-40B4-BE49-F238E27FC236}">
                <a16:creationId xmlns:a16="http://schemas.microsoft.com/office/drawing/2014/main" id="{C6F57629-A2B4-68D0-6628-E8D40663C44E}"/>
              </a:ext>
            </a:extLst>
          </p:cNvPr>
          <p:cNvSpPr txBox="1"/>
          <p:nvPr/>
        </p:nvSpPr>
        <p:spPr>
          <a:xfrm>
            <a:off x="3856625" y="1294579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20.5</a:t>
            </a:r>
          </a:p>
        </p:txBody>
      </p:sp>
      <p:sp>
        <p:nvSpPr>
          <p:cNvPr id="482" name="TextBox 230">
            <a:extLst>
              <a:ext uri="{FF2B5EF4-FFF2-40B4-BE49-F238E27FC236}">
                <a16:creationId xmlns:a16="http://schemas.microsoft.com/office/drawing/2014/main" id="{876B4DB5-2AAF-E5A8-BA31-784D12B6D363}"/>
              </a:ext>
            </a:extLst>
          </p:cNvPr>
          <p:cNvSpPr txBox="1"/>
          <p:nvPr/>
        </p:nvSpPr>
        <p:spPr>
          <a:xfrm>
            <a:off x="3856625" y="1513387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13.5</a:t>
            </a:r>
          </a:p>
        </p:txBody>
      </p:sp>
      <p:sp>
        <p:nvSpPr>
          <p:cNvPr id="483" name="TextBox 231">
            <a:extLst>
              <a:ext uri="{FF2B5EF4-FFF2-40B4-BE49-F238E27FC236}">
                <a16:creationId xmlns:a16="http://schemas.microsoft.com/office/drawing/2014/main" id="{8A952958-FD32-DB35-54E5-751C1DAC5B20}"/>
              </a:ext>
            </a:extLst>
          </p:cNvPr>
          <p:cNvSpPr txBox="1"/>
          <p:nvPr/>
        </p:nvSpPr>
        <p:spPr>
          <a:xfrm>
            <a:off x="3856625" y="2060407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3.5 </a:t>
            </a:r>
          </a:p>
        </p:txBody>
      </p:sp>
      <p:sp>
        <p:nvSpPr>
          <p:cNvPr id="484" name="TextBox 232">
            <a:extLst>
              <a:ext uri="{FF2B5EF4-FFF2-40B4-BE49-F238E27FC236}">
                <a16:creationId xmlns:a16="http://schemas.microsoft.com/office/drawing/2014/main" id="{7FCA79C6-A782-E59D-7C0A-777A2E9E4DF3}"/>
              </a:ext>
            </a:extLst>
          </p:cNvPr>
          <p:cNvSpPr txBox="1"/>
          <p:nvPr/>
        </p:nvSpPr>
        <p:spPr>
          <a:xfrm>
            <a:off x="3856625" y="2279215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1.5</a:t>
            </a:r>
          </a:p>
        </p:txBody>
      </p:sp>
      <p:sp>
        <p:nvSpPr>
          <p:cNvPr id="485" name="TextBox 233">
            <a:extLst>
              <a:ext uri="{FF2B5EF4-FFF2-40B4-BE49-F238E27FC236}">
                <a16:creationId xmlns:a16="http://schemas.microsoft.com/office/drawing/2014/main" id="{C773A854-B7BD-E8D7-1C6C-E8FB02F936B5}"/>
              </a:ext>
            </a:extLst>
          </p:cNvPr>
          <p:cNvSpPr txBox="1"/>
          <p:nvPr/>
        </p:nvSpPr>
        <p:spPr>
          <a:xfrm>
            <a:off x="3856625" y="2498023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</a:p>
        </p:txBody>
      </p:sp>
      <p:sp>
        <p:nvSpPr>
          <p:cNvPr id="486" name="TextBox 260">
            <a:extLst>
              <a:ext uri="{FF2B5EF4-FFF2-40B4-BE49-F238E27FC236}">
                <a16:creationId xmlns:a16="http://schemas.microsoft.com/office/drawing/2014/main" id="{05ADED12-4A48-FCEE-12DA-B2341FFEB09E}"/>
              </a:ext>
            </a:extLst>
          </p:cNvPr>
          <p:cNvSpPr txBox="1"/>
          <p:nvPr/>
        </p:nvSpPr>
        <p:spPr>
          <a:xfrm>
            <a:off x="3856625" y="2388619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0.5</a:t>
            </a:r>
          </a:p>
        </p:txBody>
      </p:sp>
      <p:sp>
        <p:nvSpPr>
          <p:cNvPr id="487" name="TextBox 261">
            <a:extLst>
              <a:ext uri="{FF2B5EF4-FFF2-40B4-BE49-F238E27FC236}">
                <a16:creationId xmlns:a16="http://schemas.microsoft.com/office/drawing/2014/main" id="{EB2BE31D-9060-44C2-E249-BFD72AF63FA8}"/>
              </a:ext>
            </a:extLst>
          </p:cNvPr>
          <p:cNvSpPr txBox="1"/>
          <p:nvPr/>
        </p:nvSpPr>
        <p:spPr>
          <a:xfrm>
            <a:off x="3856625" y="2169811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2.5</a:t>
            </a:r>
          </a:p>
        </p:txBody>
      </p:sp>
      <p:sp>
        <p:nvSpPr>
          <p:cNvPr id="488" name="TextBox 262">
            <a:extLst>
              <a:ext uri="{FF2B5EF4-FFF2-40B4-BE49-F238E27FC236}">
                <a16:creationId xmlns:a16="http://schemas.microsoft.com/office/drawing/2014/main" id="{9DC36795-9F68-D1A1-2431-73C60B05B14C}"/>
              </a:ext>
            </a:extLst>
          </p:cNvPr>
          <p:cNvSpPr txBox="1"/>
          <p:nvPr/>
        </p:nvSpPr>
        <p:spPr>
          <a:xfrm>
            <a:off x="3856625" y="1951003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4.5</a:t>
            </a:r>
          </a:p>
        </p:txBody>
      </p:sp>
      <p:sp>
        <p:nvSpPr>
          <p:cNvPr id="489" name="TextBox 263">
            <a:extLst>
              <a:ext uri="{FF2B5EF4-FFF2-40B4-BE49-F238E27FC236}">
                <a16:creationId xmlns:a16="http://schemas.microsoft.com/office/drawing/2014/main" id="{D0D1EDF5-4CCF-53C2-2397-417831E93BCC}"/>
              </a:ext>
            </a:extLst>
          </p:cNvPr>
          <p:cNvSpPr txBox="1"/>
          <p:nvPr/>
        </p:nvSpPr>
        <p:spPr>
          <a:xfrm>
            <a:off x="3856625" y="1403983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16.5</a:t>
            </a:r>
          </a:p>
        </p:txBody>
      </p:sp>
      <p:sp>
        <p:nvSpPr>
          <p:cNvPr id="490" name="TextBox 264">
            <a:extLst>
              <a:ext uri="{FF2B5EF4-FFF2-40B4-BE49-F238E27FC236}">
                <a16:creationId xmlns:a16="http://schemas.microsoft.com/office/drawing/2014/main" id="{1C9843E0-772A-EF00-517D-91EC1B5E7C35}"/>
              </a:ext>
            </a:extLst>
          </p:cNvPr>
          <p:cNvSpPr txBox="1"/>
          <p:nvPr/>
        </p:nvSpPr>
        <p:spPr>
          <a:xfrm>
            <a:off x="3856625" y="1185175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25.5</a:t>
            </a:r>
          </a:p>
        </p:txBody>
      </p:sp>
      <p:sp>
        <p:nvSpPr>
          <p:cNvPr id="491" name="TextBox 262">
            <a:extLst>
              <a:ext uri="{FF2B5EF4-FFF2-40B4-BE49-F238E27FC236}">
                <a16:creationId xmlns:a16="http://schemas.microsoft.com/office/drawing/2014/main" id="{D46F1F91-D430-9BCE-D92B-5E046ECCCE9D}"/>
              </a:ext>
            </a:extLst>
          </p:cNvPr>
          <p:cNvSpPr txBox="1"/>
          <p:nvPr/>
        </p:nvSpPr>
        <p:spPr>
          <a:xfrm>
            <a:off x="3856625" y="1841599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6.5</a:t>
            </a:r>
          </a:p>
        </p:txBody>
      </p:sp>
      <p:sp>
        <p:nvSpPr>
          <p:cNvPr id="492" name="TextBox 262">
            <a:extLst>
              <a:ext uri="{FF2B5EF4-FFF2-40B4-BE49-F238E27FC236}">
                <a16:creationId xmlns:a16="http://schemas.microsoft.com/office/drawing/2014/main" id="{762F3E87-CA3E-C2BB-C08F-2502D29ADCE3}"/>
              </a:ext>
            </a:extLst>
          </p:cNvPr>
          <p:cNvSpPr txBox="1"/>
          <p:nvPr/>
        </p:nvSpPr>
        <p:spPr>
          <a:xfrm>
            <a:off x="3856625" y="1732195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8.5</a:t>
            </a:r>
          </a:p>
        </p:txBody>
      </p:sp>
      <p:sp>
        <p:nvSpPr>
          <p:cNvPr id="493" name="TextBox 262">
            <a:extLst>
              <a:ext uri="{FF2B5EF4-FFF2-40B4-BE49-F238E27FC236}">
                <a16:creationId xmlns:a16="http://schemas.microsoft.com/office/drawing/2014/main" id="{14D04271-5C0A-F15D-FD7F-E9D13F4E8AA3}"/>
              </a:ext>
            </a:extLst>
          </p:cNvPr>
          <p:cNvSpPr txBox="1"/>
          <p:nvPr/>
        </p:nvSpPr>
        <p:spPr>
          <a:xfrm>
            <a:off x="3856625" y="1622791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10.5</a:t>
            </a:r>
          </a:p>
        </p:txBody>
      </p:sp>
      <p:sp>
        <p:nvSpPr>
          <p:cNvPr id="494" name="TextBox 228">
            <a:extLst>
              <a:ext uri="{FF2B5EF4-FFF2-40B4-BE49-F238E27FC236}">
                <a16:creationId xmlns:a16="http://schemas.microsoft.com/office/drawing/2014/main" id="{7D074FE6-1612-301F-2DE5-6FEE1BE8F912}"/>
              </a:ext>
            </a:extLst>
          </p:cNvPr>
          <p:cNvSpPr txBox="1"/>
          <p:nvPr/>
        </p:nvSpPr>
        <p:spPr>
          <a:xfrm>
            <a:off x="3856625" y="966367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5.5</a:t>
            </a:r>
          </a:p>
        </p:txBody>
      </p:sp>
      <p:sp>
        <p:nvSpPr>
          <p:cNvPr id="495" name="TextBox 228">
            <a:extLst>
              <a:ext uri="{FF2B5EF4-FFF2-40B4-BE49-F238E27FC236}">
                <a16:creationId xmlns:a16="http://schemas.microsoft.com/office/drawing/2014/main" id="{E6221F0B-31DF-2D44-3744-25979D73EFA9}"/>
              </a:ext>
            </a:extLst>
          </p:cNvPr>
          <p:cNvSpPr txBox="1"/>
          <p:nvPr/>
        </p:nvSpPr>
        <p:spPr>
          <a:xfrm>
            <a:off x="3856625" y="856963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496" name="TextBox 228">
            <a:extLst>
              <a:ext uri="{FF2B5EF4-FFF2-40B4-BE49-F238E27FC236}">
                <a16:creationId xmlns:a16="http://schemas.microsoft.com/office/drawing/2014/main" id="{00030F00-251F-92F1-4E7B-89AFC2335B2F}"/>
              </a:ext>
            </a:extLst>
          </p:cNvPr>
          <p:cNvSpPr txBox="1"/>
          <p:nvPr/>
        </p:nvSpPr>
        <p:spPr>
          <a:xfrm>
            <a:off x="3856625" y="747559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6F524280-ABC9-A627-E6C4-DA75997BFF16}"/>
              </a:ext>
            </a:extLst>
          </p:cNvPr>
          <p:cNvSpPr txBox="1"/>
          <p:nvPr/>
        </p:nvSpPr>
        <p:spPr>
          <a:xfrm>
            <a:off x="3856625" y="638155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60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498" name="TextBox 228">
            <a:extLst>
              <a:ext uri="{FF2B5EF4-FFF2-40B4-BE49-F238E27FC236}">
                <a16:creationId xmlns:a16="http://schemas.microsoft.com/office/drawing/2014/main" id="{812DB24D-7539-1BFC-63A4-C0030422FBB1}"/>
              </a:ext>
            </a:extLst>
          </p:cNvPr>
          <p:cNvSpPr txBox="1"/>
          <p:nvPr/>
        </p:nvSpPr>
        <p:spPr>
          <a:xfrm>
            <a:off x="3856625" y="528751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70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499" name="TextBox 228">
            <a:extLst>
              <a:ext uri="{FF2B5EF4-FFF2-40B4-BE49-F238E27FC236}">
                <a16:creationId xmlns:a16="http://schemas.microsoft.com/office/drawing/2014/main" id="{03FF3970-5FEF-7D24-4F2E-8F90C4815C35}"/>
              </a:ext>
            </a:extLst>
          </p:cNvPr>
          <p:cNvSpPr txBox="1"/>
          <p:nvPr/>
        </p:nvSpPr>
        <p:spPr>
          <a:xfrm>
            <a:off x="3856625" y="419347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80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00" name="TextBox 228">
            <a:extLst>
              <a:ext uri="{FF2B5EF4-FFF2-40B4-BE49-F238E27FC236}">
                <a16:creationId xmlns:a16="http://schemas.microsoft.com/office/drawing/2014/main" id="{D72470ED-F839-7779-0E7D-951807A65C72}"/>
              </a:ext>
            </a:extLst>
          </p:cNvPr>
          <p:cNvSpPr txBox="1"/>
          <p:nvPr/>
        </p:nvSpPr>
        <p:spPr>
          <a:xfrm>
            <a:off x="3856625" y="309943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90</a:t>
            </a:r>
            <a:r>
              <a:rPr lang="en-GB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.5</a:t>
            </a:r>
          </a:p>
        </p:txBody>
      </p:sp>
      <p:sp>
        <p:nvSpPr>
          <p:cNvPr id="501" name="TextBox 228">
            <a:extLst>
              <a:ext uri="{FF2B5EF4-FFF2-40B4-BE49-F238E27FC236}">
                <a16:creationId xmlns:a16="http://schemas.microsoft.com/office/drawing/2014/main" id="{52B6C80E-717C-8699-2243-20C2E4EB98CB}"/>
              </a:ext>
            </a:extLst>
          </p:cNvPr>
          <p:cNvSpPr txBox="1"/>
          <p:nvPr/>
        </p:nvSpPr>
        <p:spPr>
          <a:xfrm>
            <a:off x="3856625" y="229114"/>
            <a:ext cx="3636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100</a:t>
            </a:r>
            <a:endParaRPr lang="en-GB" sz="700" dirty="0">
              <a:solidFill>
                <a:schemeClr val="tx1">
                  <a:lumMod val="95000"/>
                  <a:lumOff val="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07" name="TextBox 253">
            <a:extLst>
              <a:ext uri="{FF2B5EF4-FFF2-40B4-BE49-F238E27FC236}">
                <a16:creationId xmlns:a16="http://schemas.microsoft.com/office/drawing/2014/main" id="{1D76D8E3-8D00-936C-3F7C-B5DB2F201529}"/>
              </a:ext>
            </a:extLst>
          </p:cNvPr>
          <p:cNvSpPr txBox="1"/>
          <p:nvPr/>
        </p:nvSpPr>
        <p:spPr>
          <a:xfrm>
            <a:off x="1923297" y="1574515"/>
            <a:ext cx="5368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50 </a:t>
            </a:r>
            <a:r>
              <a:rPr lang="it-IT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508" name="TextBox 253">
            <a:extLst>
              <a:ext uri="{FF2B5EF4-FFF2-40B4-BE49-F238E27FC236}">
                <a16:creationId xmlns:a16="http://schemas.microsoft.com/office/drawing/2014/main" id="{80A54715-CEEC-31AC-D32C-2D30BBBE03D7}"/>
              </a:ext>
            </a:extLst>
          </p:cNvPr>
          <p:cNvSpPr txBox="1"/>
          <p:nvPr/>
        </p:nvSpPr>
        <p:spPr>
          <a:xfrm>
            <a:off x="1923297" y="1952712"/>
            <a:ext cx="5368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510" name="TextBox 256">
            <a:extLst>
              <a:ext uri="{FF2B5EF4-FFF2-40B4-BE49-F238E27FC236}">
                <a16:creationId xmlns:a16="http://schemas.microsoft.com/office/drawing/2014/main" id="{A86DDF6B-4B2E-0764-C38C-99D198FA4B0C}"/>
              </a:ext>
            </a:extLst>
          </p:cNvPr>
          <p:cNvSpPr txBox="1"/>
          <p:nvPr/>
        </p:nvSpPr>
        <p:spPr>
          <a:xfrm>
            <a:off x="2377931" y="233816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11" name="TextBox 256">
            <a:extLst>
              <a:ext uri="{FF2B5EF4-FFF2-40B4-BE49-F238E27FC236}">
                <a16:creationId xmlns:a16="http://schemas.microsoft.com/office/drawing/2014/main" id="{F35EA36D-0C86-B160-C7F3-7371D033BE4C}"/>
              </a:ext>
            </a:extLst>
          </p:cNvPr>
          <p:cNvSpPr txBox="1"/>
          <p:nvPr/>
        </p:nvSpPr>
        <p:spPr>
          <a:xfrm>
            <a:off x="2910382" y="233816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</a:p>
        </p:txBody>
      </p:sp>
      <p:sp>
        <p:nvSpPr>
          <p:cNvPr id="512" name="TextBox 256">
            <a:extLst>
              <a:ext uri="{FF2B5EF4-FFF2-40B4-BE49-F238E27FC236}">
                <a16:creationId xmlns:a16="http://schemas.microsoft.com/office/drawing/2014/main" id="{1D2FC167-A391-D431-1ADD-C0EC5F2559A1}"/>
              </a:ext>
            </a:extLst>
          </p:cNvPr>
          <p:cNvSpPr txBox="1"/>
          <p:nvPr/>
        </p:nvSpPr>
        <p:spPr>
          <a:xfrm>
            <a:off x="3419018" y="233816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</a:p>
        </p:txBody>
      </p:sp>
      <p:sp>
        <p:nvSpPr>
          <p:cNvPr id="517" name="TextBox 253">
            <a:extLst>
              <a:ext uri="{FF2B5EF4-FFF2-40B4-BE49-F238E27FC236}">
                <a16:creationId xmlns:a16="http://schemas.microsoft.com/office/drawing/2014/main" id="{933338DE-BF87-051E-143C-EA3B9AED3233}"/>
              </a:ext>
            </a:extLst>
          </p:cNvPr>
          <p:cNvSpPr txBox="1"/>
          <p:nvPr/>
        </p:nvSpPr>
        <p:spPr>
          <a:xfrm>
            <a:off x="1964337" y="996286"/>
            <a:ext cx="5368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518" name="TextBox 253">
            <a:extLst>
              <a:ext uri="{FF2B5EF4-FFF2-40B4-BE49-F238E27FC236}">
                <a16:creationId xmlns:a16="http://schemas.microsoft.com/office/drawing/2014/main" id="{DD8B8B23-97A3-1E99-C5B4-F5B89DE0175A}"/>
              </a:ext>
            </a:extLst>
          </p:cNvPr>
          <p:cNvSpPr txBox="1"/>
          <p:nvPr/>
        </p:nvSpPr>
        <p:spPr>
          <a:xfrm>
            <a:off x="1965714" y="1266848"/>
            <a:ext cx="5368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20 </a:t>
            </a:r>
            <a:r>
              <a:rPr lang="it-IT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76399-9CAA-B720-2035-EFBA47645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79" y="923902"/>
            <a:ext cx="1429389" cy="1588748"/>
          </a:xfrm>
          <a:prstGeom prst="rect">
            <a:avLst/>
          </a:prstGeom>
        </p:spPr>
      </p:pic>
      <p:sp>
        <p:nvSpPr>
          <p:cNvPr id="8" name="TextBox 253">
            <a:extLst>
              <a:ext uri="{FF2B5EF4-FFF2-40B4-BE49-F238E27FC236}">
                <a16:creationId xmlns:a16="http://schemas.microsoft.com/office/drawing/2014/main" id="{537168D0-93EE-A347-5D7D-77048F51FA8F}"/>
              </a:ext>
            </a:extLst>
          </p:cNvPr>
          <p:cNvSpPr txBox="1"/>
          <p:nvPr/>
        </p:nvSpPr>
        <p:spPr>
          <a:xfrm>
            <a:off x="-178940" y="199336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38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9" name="TextBox 256">
            <a:extLst>
              <a:ext uri="{FF2B5EF4-FFF2-40B4-BE49-F238E27FC236}">
                <a16:creationId xmlns:a16="http://schemas.microsoft.com/office/drawing/2014/main" id="{B18C4C8D-5ABE-FB1D-171E-E124EE137C0A}"/>
              </a:ext>
            </a:extLst>
          </p:cNvPr>
          <p:cNvSpPr txBox="1"/>
          <p:nvPr/>
        </p:nvSpPr>
        <p:spPr>
          <a:xfrm>
            <a:off x="1184924" y="244746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0°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47AA75-CA2C-06AC-5CBE-8B2A4A06E6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5485"/>
          <a:stretch/>
        </p:blipFill>
        <p:spPr>
          <a:xfrm>
            <a:off x="34364" y="743706"/>
            <a:ext cx="1768846" cy="95123"/>
          </a:xfrm>
          <a:prstGeom prst="rect">
            <a:avLst/>
          </a:prstGeom>
        </p:spPr>
      </p:pic>
      <p:pic>
        <p:nvPicPr>
          <p:cNvPr id="16" name="Picture 15" descr="A map of different colors&#10;&#10;AI-generated content may be incorrect.">
            <a:extLst>
              <a:ext uri="{FF2B5EF4-FFF2-40B4-BE49-F238E27FC236}">
                <a16:creationId xmlns:a16="http://schemas.microsoft.com/office/drawing/2014/main" id="{BD403A54-98D2-F40A-74F5-15FCB8ED0F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" t="19654" r="31958" b="4826"/>
          <a:stretch/>
        </p:blipFill>
        <p:spPr>
          <a:xfrm>
            <a:off x="1894233" y="405250"/>
            <a:ext cx="1350149" cy="1188000"/>
          </a:xfrm>
          <a:prstGeom prst="rect">
            <a:avLst/>
          </a:prstGeom>
        </p:spPr>
      </p:pic>
      <p:pic>
        <p:nvPicPr>
          <p:cNvPr id="17" name="Picture 16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DE0684B3-61D9-FBBF-8A89-9A4906E62D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2" t="19654" r="31958" b="4826"/>
          <a:stretch/>
        </p:blipFill>
        <p:spPr>
          <a:xfrm>
            <a:off x="2372976" y="1196257"/>
            <a:ext cx="1350149" cy="1188000"/>
          </a:xfrm>
          <a:prstGeom prst="rect">
            <a:avLst/>
          </a:prstGeom>
        </p:spPr>
      </p:pic>
      <p:grpSp>
        <p:nvGrpSpPr>
          <p:cNvPr id="502" name="Group 501">
            <a:extLst>
              <a:ext uri="{FF2B5EF4-FFF2-40B4-BE49-F238E27FC236}">
                <a16:creationId xmlns:a16="http://schemas.microsoft.com/office/drawing/2014/main" id="{593B2FE8-BE83-BB3D-E013-7CF275C1CEDD}"/>
              </a:ext>
            </a:extLst>
          </p:cNvPr>
          <p:cNvGrpSpPr/>
          <p:nvPr/>
        </p:nvGrpSpPr>
        <p:grpSpPr>
          <a:xfrm>
            <a:off x="3048167" y="1097137"/>
            <a:ext cx="855317" cy="523220"/>
            <a:chOff x="2386716" y="2235537"/>
            <a:chExt cx="855317" cy="523220"/>
          </a:xfrm>
        </p:grpSpPr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38B63174-854D-589B-08E5-8575965C1B88}"/>
                </a:ext>
              </a:extLst>
            </p:cNvPr>
            <p:cNvSpPr/>
            <p:nvPr/>
          </p:nvSpPr>
          <p:spPr>
            <a:xfrm>
              <a:off x="2448040" y="2266197"/>
              <a:ext cx="700095" cy="46220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9D4426FE-EF45-56B2-6BD5-1B6CFF652F86}"/>
                </a:ext>
              </a:extLst>
            </p:cNvPr>
            <p:cNvSpPr txBox="1"/>
            <p:nvPr/>
          </p:nvSpPr>
          <p:spPr>
            <a:xfrm>
              <a:off x="2386716" y="2235537"/>
              <a:ext cx="855317" cy="52322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(c) Probability (%)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of exceeding the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50-year return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Period - Reanalysis</a:t>
              </a:r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1A5D7CB-41A8-D4BB-9478-16F36E973D4D}"/>
              </a:ext>
            </a:extLst>
          </p:cNvPr>
          <p:cNvGrpSpPr/>
          <p:nvPr/>
        </p:nvGrpSpPr>
        <p:grpSpPr>
          <a:xfrm>
            <a:off x="2636193" y="310076"/>
            <a:ext cx="864809" cy="523220"/>
            <a:chOff x="2386716" y="2235537"/>
            <a:chExt cx="864809" cy="523220"/>
          </a:xfrm>
        </p:grpSpPr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B0F29DBE-287E-1E4A-B569-DA8ABD5552EF}"/>
                </a:ext>
              </a:extLst>
            </p:cNvPr>
            <p:cNvSpPr/>
            <p:nvPr/>
          </p:nvSpPr>
          <p:spPr>
            <a:xfrm>
              <a:off x="2448040" y="2266197"/>
              <a:ext cx="700095" cy="46220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0358B4C4-C772-2BF9-884E-25E9BCD0AEC8}"/>
                </a:ext>
              </a:extLst>
            </p:cNvPr>
            <p:cNvSpPr txBox="1"/>
            <p:nvPr/>
          </p:nvSpPr>
          <p:spPr>
            <a:xfrm>
              <a:off x="2386716" y="2235537"/>
              <a:ext cx="864809" cy="523220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(b) Probability (%)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of exceeding the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1-year return </a:t>
              </a:r>
            </a:p>
            <a:p>
              <a:r>
                <a:rPr lang="en-US" sz="700" dirty="0">
                  <a:solidFill>
                    <a:srgbClr val="3333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Period - Reanalysis</a:t>
              </a:r>
            </a:p>
          </p:txBody>
        </p:sp>
      </p:grpSp>
      <p:sp>
        <p:nvSpPr>
          <p:cNvPr id="18" name="TextBox 253">
            <a:extLst>
              <a:ext uri="{FF2B5EF4-FFF2-40B4-BE49-F238E27FC236}">
                <a16:creationId xmlns:a16="http://schemas.microsoft.com/office/drawing/2014/main" id="{5BCF63A6-8BCB-B05A-1C4B-E1A5CC236E8B}"/>
              </a:ext>
            </a:extLst>
          </p:cNvPr>
          <p:cNvSpPr txBox="1"/>
          <p:nvPr/>
        </p:nvSpPr>
        <p:spPr>
          <a:xfrm>
            <a:off x="1923297" y="2274972"/>
            <a:ext cx="5368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30 </a:t>
            </a:r>
            <a:r>
              <a:rPr lang="it-IT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7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pic>
        <p:nvPicPr>
          <p:cNvPr id="19" name="Picture 18" descr="A screenshot of a computer generated map&#10;&#10;AI-generated content may be incorrect.">
            <a:extLst>
              <a:ext uri="{FF2B5EF4-FFF2-40B4-BE49-F238E27FC236}">
                <a16:creationId xmlns:a16="http://schemas.microsoft.com/office/drawing/2014/main" id="{8655FF17-8169-652E-7AEC-2124B5206B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7"/>
          <a:stretch/>
        </p:blipFill>
        <p:spPr>
          <a:xfrm>
            <a:off x="355169" y="3180515"/>
            <a:ext cx="1292867" cy="1080000"/>
          </a:xfrm>
          <a:prstGeom prst="rect">
            <a:avLst/>
          </a:prstGeom>
        </p:spPr>
      </p:pic>
      <p:pic>
        <p:nvPicPr>
          <p:cNvPr id="20" name="Picture 19" descr="A map of different colors&#10;&#10;AI-generated content may be incorrect.">
            <a:extLst>
              <a:ext uri="{FF2B5EF4-FFF2-40B4-BE49-F238E27FC236}">
                <a16:creationId xmlns:a16="http://schemas.microsoft.com/office/drawing/2014/main" id="{6D06D8BC-ED33-96D7-C59B-4D04CBB0871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7"/>
          <a:stretch/>
        </p:blipFill>
        <p:spPr>
          <a:xfrm>
            <a:off x="2500506" y="3180515"/>
            <a:ext cx="1292867" cy="1080000"/>
          </a:xfrm>
          <a:prstGeom prst="rect">
            <a:avLst/>
          </a:prstGeom>
        </p:spPr>
      </p:pic>
      <p:pic>
        <p:nvPicPr>
          <p:cNvPr id="21" name="Picture 20" descr="A screenshot of a computer generated map&#10;&#10;AI-generated content may be incorrect.">
            <a:extLst>
              <a:ext uri="{FF2B5EF4-FFF2-40B4-BE49-F238E27FC236}">
                <a16:creationId xmlns:a16="http://schemas.microsoft.com/office/drawing/2014/main" id="{AA747451-F17D-34C4-B1E0-841C929BE2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7"/>
          <a:stretch/>
        </p:blipFill>
        <p:spPr>
          <a:xfrm>
            <a:off x="355169" y="4461227"/>
            <a:ext cx="1292867" cy="1080000"/>
          </a:xfrm>
          <a:prstGeom prst="rect">
            <a:avLst/>
          </a:prstGeom>
        </p:spPr>
      </p:pic>
      <p:pic>
        <p:nvPicPr>
          <p:cNvPr id="22" name="Picture 21" descr="A map of different colors&#10;&#10;AI-generated content may be incorrect.">
            <a:extLst>
              <a:ext uri="{FF2B5EF4-FFF2-40B4-BE49-F238E27FC236}">
                <a16:creationId xmlns:a16="http://schemas.microsoft.com/office/drawing/2014/main" id="{B0FFF373-BCD1-BA1D-8A37-866059A327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7"/>
          <a:stretch/>
        </p:blipFill>
        <p:spPr>
          <a:xfrm>
            <a:off x="2544069" y="4461227"/>
            <a:ext cx="1292867" cy="1080000"/>
          </a:xfrm>
          <a:prstGeom prst="rect">
            <a:avLst/>
          </a:prstGeom>
        </p:spPr>
      </p:pic>
      <p:pic>
        <p:nvPicPr>
          <p:cNvPr id="23" name="Picture 22" descr="A screenshot of a computer generated map&#10;&#10;AI-generated content may be incorrect.">
            <a:extLst>
              <a:ext uri="{FF2B5EF4-FFF2-40B4-BE49-F238E27FC236}">
                <a16:creationId xmlns:a16="http://schemas.microsoft.com/office/drawing/2014/main" id="{3F0E4B02-F1CB-EBB8-3E57-D7A3198604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7"/>
          <a:stretch/>
        </p:blipFill>
        <p:spPr>
          <a:xfrm>
            <a:off x="387032" y="5730787"/>
            <a:ext cx="1292867" cy="1080000"/>
          </a:xfrm>
          <a:prstGeom prst="rect">
            <a:avLst/>
          </a:prstGeom>
        </p:spPr>
      </p:pic>
      <p:pic>
        <p:nvPicPr>
          <p:cNvPr id="24" name="Picture 2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B8D7A89-D554-01A7-AF39-E8374386E5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9" t="19612" r="28681" b="4685"/>
          <a:stretch/>
        </p:blipFill>
        <p:spPr>
          <a:xfrm>
            <a:off x="2492109" y="5730787"/>
            <a:ext cx="1292867" cy="1080000"/>
          </a:xfrm>
          <a:prstGeom prst="rect">
            <a:avLst/>
          </a:prstGeom>
        </p:spPr>
      </p:pic>
      <p:sp>
        <p:nvSpPr>
          <p:cNvPr id="25" name="TextBox 253">
            <a:extLst>
              <a:ext uri="{FF2B5EF4-FFF2-40B4-BE49-F238E27FC236}">
                <a16:creationId xmlns:a16="http://schemas.microsoft.com/office/drawing/2014/main" id="{FDB710EB-30EF-BFA0-131A-117A2450D89C}"/>
              </a:ext>
            </a:extLst>
          </p:cNvPr>
          <p:cNvSpPr txBox="1"/>
          <p:nvPr/>
        </p:nvSpPr>
        <p:spPr>
          <a:xfrm>
            <a:off x="-98015" y="486191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6" name="TextBox 253">
            <a:extLst>
              <a:ext uri="{FF2B5EF4-FFF2-40B4-BE49-F238E27FC236}">
                <a16:creationId xmlns:a16="http://schemas.microsoft.com/office/drawing/2014/main" id="{FE69C3BC-AF85-B220-5A97-87656815C789}"/>
              </a:ext>
            </a:extLst>
          </p:cNvPr>
          <p:cNvSpPr txBox="1"/>
          <p:nvPr/>
        </p:nvSpPr>
        <p:spPr>
          <a:xfrm>
            <a:off x="-98015" y="613324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7" name="TextBox 256">
            <a:extLst>
              <a:ext uri="{FF2B5EF4-FFF2-40B4-BE49-F238E27FC236}">
                <a16:creationId xmlns:a16="http://schemas.microsoft.com/office/drawing/2014/main" id="{C2D843D6-4FEF-48F7-ABA6-C993AC5E22C2}"/>
              </a:ext>
            </a:extLst>
          </p:cNvPr>
          <p:cNvSpPr txBox="1"/>
          <p:nvPr/>
        </p:nvSpPr>
        <p:spPr>
          <a:xfrm>
            <a:off x="3158632" y="674431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endParaRPr lang="en-GB" sz="800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TextBox 253">
            <a:extLst>
              <a:ext uri="{FF2B5EF4-FFF2-40B4-BE49-F238E27FC236}">
                <a16:creationId xmlns:a16="http://schemas.microsoft.com/office/drawing/2014/main" id="{9563DB12-42E1-8EDB-70EE-55846D4AE0C3}"/>
              </a:ext>
            </a:extLst>
          </p:cNvPr>
          <p:cNvSpPr txBox="1"/>
          <p:nvPr/>
        </p:nvSpPr>
        <p:spPr>
          <a:xfrm>
            <a:off x="2042234" y="356415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29" name="TextBox 253">
            <a:extLst>
              <a:ext uri="{FF2B5EF4-FFF2-40B4-BE49-F238E27FC236}">
                <a16:creationId xmlns:a16="http://schemas.microsoft.com/office/drawing/2014/main" id="{5556AFC5-88AD-3BA8-BAF4-A63C984CD694}"/>
              </a:ext>
            </a:extLst>
          </p:cNvPr>
          <p:cNvSpPr txBox="1"/>
          <p:nvPr/>
        </p:nvSpPr>
        <p:spPr>
          <a:xfrm>
            <a:off x="2042234" y="485443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  <p:sp>
        <p:nvSpPr>
          <p:cNvPr id="30" name="TextBox 253">
            <a:extLst>
              <a:ext uri="{FF2B5EF4-FFF2-40B4-BE49-F238E27FC236}">
                <a16:creationId xmlns:a16="http://schemas.microsoft.com/office/drawing/2014/main" id="{D78716E5-A8A6-D2B5-98F3-4B9B735E9DC2}"/>
              </a:ext>
            </a:extLst>
          </p:cNvPr>
          <p:cNvSpPr txBox="1"/>
          <p:nvPr/>
        </p:nvSpPr>
        <p:spPr>
          <a:xfrm>
            <a:off x="2042234" y="612576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134360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283</Words>
  <Application>Microsoft Office PowerPoint</Application>
  <PresentationFormat>Custom</PresentationFormat>
  <Paragraphs>90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Pillosu</cp:lastModifiedBy>
  <cp:revision>1</cp:revision>
  <dcterms:created xsi:type="dcterms:W3CDTF">2025-07-11T19:12:48Z</dcterms:created>
  <dcterms:modified xsi:type="dcterms:W3CDTF">2025-07-13T00:02:38Z</dcterms:modified>
</cp:coreProperties>
</file>