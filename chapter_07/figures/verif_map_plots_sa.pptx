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4140200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80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328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4A427BAA-5505-432A-BD0A-43FF12CDECF5}"/>
    <pc:docChg chg="modSld">
      <pc:chgData name="Fatima Pillosu" userId="a6295d4dc9e22643" providerId="LiveId" clId="{4A427BAA-5505-432A-BD0A-43FF12CDECF5}" dt="2025-07-13T10:12:35.687" v="14" actId="20577"/>
      <pc:docMkLst>
        <pc:docMk/>
      </pc:docMkLst>
      <pc:sldChg chg="modSp mod">
        <pc:chgData name="Fatima Pillosu" userId="a6295d4dc9e22643" providerId="LiveId" clId="{4A427BAA-5505-432A-BD0A-43FF12CDECF5}" dt="2025-07-13T10:12:35.687" v="14" actId="20577"/>
        <pc:sldMkLst>
          <pc:docMk/>
          <pc:sldMk cId="2092808223" sldId="256"/>
        </pc:sldMkLst>
        <pc:spChg chg="mod">
          <ac:chgData name="Fatima Pillosu" userId="a6295d4dc9e22643" providerId="LiveId" clId="{4A427BAA-5505-432A-BD0A-43FF12CDECF5}" dt="2025-07-13T10:12:35.687" v="14" actId="20577"/>
          <ac:spMkLst>
            <pc:docMk/>
            <pc:sldMk cId="2092808223" sldId="256"/>
            <ac:spMk id="91" creationId="{589BFED4-59F5-6B12-9B8F-82DB19E6CE2A}"/>
          </ac:spMkLst>
        </pc:spChg>
        <pc:spChg chg="mod">
          <ac:chgData name="Fatima Pillosu" userId="a6295d4dc9e22643" providerId="LiveId" clId="{4A427BAA-5505-432A-BD0A-43FF12CDECF5}" dt="2025-07-13T00:09:17.792" v="0" actId="552"/>
          <ac:spMkLst>
            <pc:docMk/>
            <pc:sldMk cId="2092808223" sldId="256"/>
            <ac:spMk id="92" creationId="{DDB5A933-A789-B7DB-1A92-D4116E3BA8F3}"/>
          </ac:spMkLst>
        </pc:spChg>
        <pc:spChg chg="mod">
          <ac:chgData name="Fatima Pillosu" userId="a6295d4dc9e22643" providerId="LiveId" clId="{4A427BAA-5505-432A-BD0A-43FF12CDECF5}" dt="2025-07-13T00:09:17.792" v="0" actId="552"/>
          <ac:spMkLst>
            <pc:docMk/>
            <pc:sldMk cId="2092808223" sldId="256"/>
            <ac:spMk id="94" creationId="{18FC8558-1AB9-0605-1DC5-0BC68557B97E}"/>
          </ac:spMkLst>
        </pc:spChg>
        <pc:spChg chg="mod">
          <ac:chgData name="Fatima Pillosu" userId="a6295d4dc9e22643" providerId="LiveId" clId="{4A427BAA-5505-432A-BD0A-43FF12CDECF5}" dt="2025-07-13T00:09:17.792" v="0" actId="552"/>
          <ac:spMkLst>
            <pc:docMk/>
            <pc:sldMk cId="2092808223" sldId="256"/>
            <ac:spMk id="96" creationId="{FE0A6CD2-A8BC-1836-9F4A-2E9E5EB99C62}"/>
          </ac:spMkLst>
        </pc:spChg>
        <pc:spChg chg="mod">
          <ac:chgData name="Fatima Pillosu" userId="a6295d4dc9e22643" providerId="LiveId" clId="{4A427BAA-5505-432A-BD0A-43FF12CDECF5}" dt="2025-07-13T10:08:37.730" v="6" actId="20577"/>
          <ac:spMkLst>
            <pc:docMk/>
            <pc:sldMk cId="2092808223" sldId="256"/>
            <ac:spMk id="97" creationId="{2841A9F5-26DC-1522-1894-E57BF9345D81}"/>
          </ac:spMkLst>
        </pc:spChg>
        <pc:spChg chg="mod">
          <ac:chgData name="Fatima Pillosu" userId="a6295d4dc9e22643" providerId="LiveId" clId="{4A427BAA-5505-432A-BD0A-43FF12CDECF5}" dt="2025-07-13T10:08:42.530" v="12" actId="20577"/>
          <ac:spMkLst>
            <pc:docMk/>
            <pc:sldMk cId="2092808223" sldId="256"/>
            <ac:spMk id="98" creationId="{E67B25A1-6143-8AF9-6A93-2247A0EC248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515" y="942577"/>
            <a:ext cx="3519170" cy="2005142"/>
          </a:xfrm>
        </p:spPr>
        <p:txBody>
          <a:bodyPr anchor="b"/>
          <a:lstStyle>
            <a:lvl1pPr algn="ctr"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25" y="3025045"/>
            <a:ext cx="3105150" cy="1390533"/>
          </a:xfrm>
        </p:spPr>
        <p:txBody>
          <a:bodyPr/>
          <a:lstStyle>
            <a:lvl1pPr marL="0" indent="0" algn="ctr">
              <a:buNone/>
              <a:defRPr sz="1087"/>
            </a:lvl1pPr>
            <a:lvl2pPr marL="207020" indent="0" algn="ctr">
              <a:buNone/>
              <a:defRPr sz="906"/>
            </a:lvl2pPr>
            <a:lvl3pPr marL="414040" indent="0" algn="ctr">
              <a:buNone/>
              <a:defRPr sz="815"/>
            </a:lvl3pPr>
            <a:lvl4pPr marL="621060" indent="0" algn="ctr">
              <a:buNone/>
              <a:defRPr sz="724"/>
            </a:lvl4pPr>
            <a:lvl5pPr marL="828081" indent="0" algn="ctr">
              <a:buNone/>
              <a:defRPr sz="724"/>
            </a:lvl5pPr>
            <a:lvl6pPr marL="1035101" indent="0" algn="ctr">
              <a:buNone/>
              <a:defRPr sz="724"/>
            </a:lvl6pPr>
            <a:lvl7pPr marL="1242121" indent="0" algn="ctr">
              <a:buNone/>
              <a:defRPr sz="724"/>
            </a:lvl7pPr>
            <a:lvl8pPr marL="1449141" indent="0" algn="ctr">
              <a:buNone/>
              <a:defRPr sz="724"/>
            </a:lvl8pPr>
            <a:lvl9pPr marL="1656161" indent="0" algn="ctr">
              <a:buNone/>
              <a:defRPr sz="7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404E-D697-4927-A0A4-11467CDF3B7E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08E6-1F5B-4ABA-9849-3740E163C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622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404E-D697-4927-A0A4-11467CDF3B7E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08E6-1F5B-4ABA-9849-3740E163C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565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82" y="1435864"/>
            <a:ext cx="3570923" cy="2395771"/>
          </a:xfrm>
        </p:spPr>
        <p:txBody>
          <a:bodyPr anchor="b"/>
          <a:lstStyle>
            <a:lvl1pPr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82" y="3854300"/>
            <a:ext cx="3570923" cy="1259879"/>
          </a:xfrm>
        </p:spPr>
        <p:txBody>
          <a:bodyPr/>
          <a:lstStyle>
            <a:lvl1pPr marL="0" indent="0">
              <a:buNone/>
              <a:defRPr sz="1087">
                <a:solidFill>
                  <a:schemeClr val="tx1">
                    <a:tint val="82000"/>
                  </a:schemeClr>
                </a:solidFill>
              </a:defRPr>
            </a:lvl1pPr>
            <a:lvl2pPr marL="207020" indent="0">
              <a:buNone/>
              <a:defRPr sz="906">
                <a:solidFill>
                  <a:schemeClr val="tx1">
                    <a:tint val="82000"/>
                  </a:schemeClr>
                </a:solidFill>
              </a:defRPr>
            </a:lvl2pPr>
            <a:lvl3pPr marL="414040" indent="0">
              <a:buNone/>
              <a:defRPr sz="815">
                <a:solidFill>
                  <a:schemeClr val="tx1">
                    <a:tint val="82000"/>
                  </a:schemeClr>
                </a:solidFill>
              </a:defRPr>
            </a:lvl3pPr>
            <a:lvl4pPr marL="621060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4pPr>
            <a:lvl5pPr marL="82808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5pPr>
            <a:lvl6pPr marL="103510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6pPr>
            <a:lvl7pPr marL="124212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7pPr>
            <a:lvl8pPr marL="144914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8pPr>
            <a:lvl9pPr marL="165616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404E-D697-4927-A0A4-11467CDF3B7E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08E6-1F5B-4ABA-9849-3740E163C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4122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39" y="1533187"/>
            <a:ext cx="1759585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976" y="1533187"/>
            <a:ext cx="1759585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404E-D697-4927-A0A4-11467CDF3B7E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08E6-1F5B-4ABA-9849-3740E163C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065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306639"/>
            <a:ext cx="3570923" cy="11132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79" y="1411865"/>
            <a:ext cx="1751498" cy="691934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79" y="2103799"/>
            <a:ext cx="1751498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977" y="1411865"/>
            <a:ext cx="1760124" cy="691934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977" y="2103799"/>
            <a:ext cx="1760124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404E-D697-4927-A0A4-11467CDF3B7E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08E6-1F5B-4ABA-9849-3740E163C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916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404E-D697-4927-A0A4-11467CDF3B7E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08E6-1F5B-4ABA-9849-3740E163C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5188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404E-D697-4927-A0A4-11467CDF3B7E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08E6-1F5B-4ABA-9849-3740E163C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1185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383963"/>
            <a:ext cx="1335322" cy="1343872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124" y="829256"/>
            <a:ext cx="2095976" cy="4092942"/>
          </a:xfrm>
        </p:spPr>
        <p:txBody>
          <a:bodyPr/>
          <a:lstStyle>
            <a:lvl1pPr>
              <a:defRPr sz="1449"/>
            </a:lvl1pPr>
            <a:lvl2pPr>
              <a:defRPr sz="1268"/>
            </a:lvl2pPr>
            <a:lvl3pPr>
              <a:defRPr sz="1087"/>
            </a:lvl3pPr>
            <a:lvl4pPr>
              <a:defRPr sz="906"/>
            </a:lvl4pPr>
            <a:lvl5pPr>
              <a:defRPr sz="906"/>
            </a:lvl5pPr>
            <a:lvl6pPr>
              <a:defRPr sz="906"/>
            </a:lvl6pPr>
            <a:lvl7pPr>
              <a:defRPr sz="906"/>
            </a:lvl7pPr>
            <a:lvl8pPr>
              <a:defRPr sz="906"/>
            </a:lvl8pPr>
            <a:lvl9pPr>
              <a:defRPr sz="9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727835"/>
            <a:ext cx="1335322" cy="3201028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404E-D697-4927-A0A4-11467CDF3B7E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08E6-1F5B-4ABA-9849-3740E163C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3058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383963"/>
            <a:ext cx="1335322" cy="1343872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124" y="829256"/>
            <a:ext cx="2095976" cy="4092942"/>
          </a:xfrm>
        </p:spPr>
        <p:txBody>
          <a:bodyPr anchor="t"/>
          <a:lstStyle>
            <a:lvl1pPr marL="0" indent="0">
              <a:buNone/>
              <a:defRPr sz="1449"/>
            </a:lvl1pPr>
            <a:lvl2pPr marL="207020" indent="0">
              <a:buNone/>
              <a:defRPr sz="1268"/>
            </a:lvl2pPr>
            <a:lvl3pPr marL="414040" indent="0">
              <a:buNone/>
              <a:defRPr sz="1087"/>
            </a:lvl3pPr>
            <a:lvl4pPr marL="621060" indent="0">
              <a:buNone/>
              <a:defRPr sz="906"/>
            </a:lvl4pPr>
            <a:lvl5pPr marL="828081" indent="0">
              <a:buNone/>
              <a:defRPr sz="906"/>
            </a:lvl5pPr>
            <a:lvl6pPr marL="1035101" indent="0">
              <a:buNone/>
              <a:defRPr sz="906"/>
            </a:lvl6pPr>
            <a:lvl7pPr marL="1242121" indent="0">
              <a:buNone/>
              <a:defRPr sz="906"/>
            </a:lvl7pPr>
            <a:lvl8pPr marL="1449141" indent="0">
              <a:buNone/>
              <a:defRPr sz="906"/>
            </a:lvl8pPr>
            <a:lvl9pPr marL="1656161" indent="0">
              <a:buNone/>
              <a:defRPr sz="9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727835"/>
            <a:ext cx="1335322" cy="3201028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404E-D697-4927-A0A4-11467CDF3B7E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08E6-1F5B-4ABA-9849-3740E163C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5221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404E-D697-4927-A0A4-11467CDF3B7E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08E6-1F5B-4ABA-9849-3740E163C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2939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831" y="306637"/>
            <a:ext cx="892731" cy="48808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39" y="306637"/>
            <a:ext cx="2626439" cy="48808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404E-D697-4927-A0A4-11467CDF3B7E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08E6-1F5B-4ABA-9849-3740E163C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4753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39" y="306639"/>
            <a:ext cx="3570923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39" y="1533187"/>
            <a:ext cx="3570923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39" y="5338158"/>
            <a:ext cx="931545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1C404E-D697-4927-A0A4-11467CDF3B7E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441" y="5338158"/>
            <a:ext cx="1397318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4016" y="5338158"/>
            <a:ext cx="931545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0D08E6-1F5B-4ABA-9849-3740E163C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7189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14040" rtl="0" eaLnBrk="1" latinLnBrk="0" hangingPunct="1">
        <a:lnSpc>
          <a:spcPct val="90000"/>
        </a:lnSpc>
        <a:spcBef>
          <a:spcPct val="0"/>
        </a:spcBef>
        <a:buNone/>
        <a:defRPr sz="1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510" indent="-103510" algn="l" defTabSz="414040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268" kern="1200">
          <a:solidFill>
            <a:schemeClr val="tx1"/>
          </a:solidFill>
          <a:latin typeface="+mn-lt"/>
          <a:ea typeface="+mn-ea"/>
          <a:cs typeface="+mn-cs"/>
        </a:defRPr>
      </a:lvl1pPr>
      <a:lvl2pPr marL="31053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2pPr>
      <a:lvl3pPr marL="51755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906" kern="1200">
          <a:solidFill>
            <a:schemeClr val="tx1"/>
          </a:solidFill>
          <a:latin typeface="+mn-lt"/>
          <a:ea typeface="+mn-ea"/>
          <a:cs typeface="+mn-cs"/>
        </a:defRPr>
      </a:lvl3pPr>
      <a:lvl4pPr marL="7245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93159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13861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34563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55265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7596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1pPr>
      <a:lvl2pPr marL="20702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2pPr>
      <a:lvl3pPr marL="41404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3pPr>
      <a:lvl4pPr marL="62106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82808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03510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24212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44914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65616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70" descr="A map of the united states&#10;&#10;AI-generated content may be incorrect.">
            <a:extLst>
              <a:ext uri="{FF2B5EF4-FFF2-40B4-BE49-F238E27FC236}">
                <a16:creationId xmlns:a16="http://schemas.microsoft.com/office/drawing/2014/main" id="{56EE9570-A00F-9688-95AC-00182FA99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3" t="28240" r="3621" b="4522"/>
          <a:stretch/>
        </p:blipFill>
        <p:spPr>
          <a:xfrm>
            <a:off x="2242349" y="926886"/>
            <a:ext cx="1898743" cy="1011934"/>
          </a:xfrm>
          <a:prstGeom prst="rect">
            <a:avLst/>
          </a:prstGeom>
        </p:spPr>
      </p:pic>
      <p:pic>
        <p:nvPicPr>
          <p:cNvPr id="72" name="Picture 71" descr="A map of the united states&#10;&#10;AI-generated content may be incorrect.">
            <a:extLst>
              <a:ext uri="{FF2B5EF4-FFF2-40B4-BE49-F238E27FC236}">
                <a16:creationId xmlns:a16="http://schemas.microsoft.com/office/drawing/2014/main" id="{1F6F97D1-E83E-45A7-DC21-55F0F17A7D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7" t="28240" b="4522"/>
          <a:stretch/>
        </p:blipFill>
        <p:spPr>
          <a:xfrm>
            <a:off x="250250" y="2177652"/>
            <a:ext cx="1977888" cy="1011934"/>
          </a:xfrm>
          <a:prstGeom prst="rect">
            <a:avLst/>
          </a:prstGeom>
        </p:spPr>
      </p:pic>
      <p:pic>
        <p:nvPicPr>
          <p:cNvPr id="73" name="Picture 72" descr="A map of the united states&#10;&#10;AI-generated content may be incorrect.">
            <a:extLst>
              <a:ext uri="{FF2B5EF4-FFF2-40B4-BE49-F238E27FC236}">
                <a16:creationId xmlns:a16="http://schemas.microsoft.com/office/drawing/2014/main" id="{4ECB54BC-CCB4-9CC9-94CB-C641C33E12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4" t="28240" r="3620" b="4522"/>
          <a:stretch/>
        </p:blipFill>
        <p:spPr>
          <a:xfrm>
            <a:off x="2242348" y="2177652"/>
            <a:ext cx="1898743" cy="1011934"/>
          </a:xfrm>
          <a:prstGeom prst="rect">
            <a:avLst/>
          </a:prstGeom>
        </p:spPr>
      </p:pic>
      <p:pic>
        <p:nvPicPr>
          <p:cNvPr id="74" name="Picture 73" descr="A map of the united states&#10;&#10;AI-generated content may be incorrect.">
            <a:extLst>
              <a:ext uri="{FF2B5EF4-FFF2-40B4-BE49-F238E27FC236}">
                <a16:creationId xmlns:a16="http://schemas.microsoft.com/office/drawing/2014/main" id="{7ADB8A4E-61CF-9B21-32CE-F4E1C54916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7" t="28240" b="4522"/>
          <a:stretch/>
        </p:blipFill>
        <p:spPr>
          <a:xfrm>
            <a:off x="250250" y="3421175"/>
            <a:ext cx="1977888" cy="1011934"/>
          </a:xfrm>
          <a:prstGeom prst="rect">
            <a:avLst/>
          </a:prstGeom>
        </p:spPr>
      </p:pic>
      <p:pic>
        <p:nvPicPr>
          <p:cNvPr id="75" name="Picture 74" descr="A map of the united states&#10;&#10;AI-generated content may be incorrect.">
            <a:extLst>
              <a:ext uri="{FF2B5EF4-FFF2-40B4-BE49-F238E27FC236}">
                <a16:creationId xmlns:a16="http://schemas.microsoft.com/office/drawing/2014/main" id="{BA066873-F0D4-8525-DE83-6874CEC6E7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3" t="28240" r="3621" b="4666"/>
          <a:stretch/>
        </p:blipFill>
        <p:spPr>
          <a:xfrm>
            <a:off x="2242349" y="3423335"/>
            <a:ext cx="1898743" cy="1009774"/>
          </a:xfrm>
          <a:prstGeom prst="rect">
            <a:avLst/>
          </a:prstGeom>
        </p:spPr>
      </p:pic>
      <p:pic>
        <p:nvPicPr>
          <p:cNvPr id="76" name="Picture 75" descr="A map of the united states&#10;&#10;AI-generated content may be incorrect.">
            <a:extLst>
              <a:ext uri="{FF2B5EF4-FFF2-40B4-BE49-F238E27FC236}">
                <a16:creationId xmlns:a16="http://schemas.microsoft.com/office/drawing/2014/main" id="{BA227150-AC48-91F3-8F02-9655CE9C33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7" t="28240" b="4250"/>
          <a:stretch/>
        </p:blipFill>
        <p:spPr>
          <a:xfrm>
            <a:off x="250250" y="4653374"/>
            <a:ext cx="1977888" cy="1016019"/>
          </a:xfrm>
          <a:prstGeom prst="rect">
            <a:avLst/>
          </a:prstGeom>
        </p:spPr>
      </p:pic>
      <p:pic>
        <p:nvPicPr>
          <p:cNvPr id="77" name="Picture 76" descr="A map of the united states&#10;&#10;AI-generated content may be incorrect.">
            <a:extLst>
              <a:ext uri="{FF2B5EF4-FFF2-40B4-BE49-F238E27FC236}">
                <a16:creationId xmlns:a16="http://schemas.microsoft.com/office/drawing/2014/main" id="{04617D83-5A4F-AC1A-4ADA-303C9C462E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3" t="28240" r="3621" b="4250"/>
          <a:stretch/>
        </p:blipFill>
        <p:spPr>
          <a:xfrm>
            <a:off x="2242349" y="4653374"/>
            <a:ext cx="1898743" cy="1016019"/>
          </a:xfrm>
          <a:prstGeom prst="rect">
            <a:avLst/>
          </a:prstGeom>
        </p:spPr>
      </p:pic>
      <p:pic>
        <p:nvPicPr>
          <p:cNvPr id="78" name="Picture 77" descr="A map of the united states&#10;&#10;AI-generated content may be incorrect.">
            <a:extLst>
              <a:ext uri="{FF2B5EF4-FFF2-40B4-BE49-F238E27FC236}">
                <a16:creationId xmlns:a16="http://schemas.microsoft.com/office/drawing/2014/main" id="{1ED7BA67-0833-5E71-784D-94A3E920ADE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7" t="28240" b="4522"/>
          <a:stretch/>
        </p:blipFill>
        <p:spPr>
          <a:xfrm>
            <a:off x="250250" y="926886"/>
            <a:ext cx="1977887" cy="1011934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91E21AFC-B3BC-D710-C567-AB93D5233F86}"/>
              </a:ext>
            </a:extLst>
          </p:cNvPr>
          <p:cNvSpPr/>
          <p:nvPr/>
        </p:nvSpPr>
        <p:spPr>
          <a:xfrm>
            <a:off x="-78147" y="-46215"/>
            <a:ext cx="4335187" cy="38414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Verification results – Map plots for Storm Ida</a:t>
            </a:r>
          </a:p>
          <a:p>
            <a:r>
              <a:rPr lang="en-US" sz="10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VT: from 2021-09-01 00 UTC to 2021-09-02 00 UTC</a:t>
            </a:r>
          </a:p>
        </p:txBody>
      </p:sp>
      <p:pic>
        <p:nvPicPr>
          <p:cNvPr id="80" name="Picture 79" descr="A map of the united states&#10;&#10;AI-generated content may be incorrect.">
            <a:extLst>
              <a:ext uri="{FF2B5EF4-FFF2-40B4-BE49-F238E27FC236}">
                <a16:creationId xmlns:a16="http://schemas.microsoft.com/office/drawing/2014/main" id="{B5B4C007-9407-E5D2-FB1C-FC3981E5A90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87" t="22464" r="9199" b="73486"/>
          <a:stretch/>
        </p:blipFill>
        <p:spPr>
          <a:xfrm>
            <a:off x="846394" y="604550"/>
            <a:ext cx="2650855" cy="94504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2205401B-0FAA-B651-78E2-8182CDD8BD82}"/>
              </a:ext>
            </a:extLst>
          </p:cNvPr>
          <p:cNvSpPr txBox="1"/>
          <p:nvPr/>
        </p:nvSpPr>
        <p:spPr>
          <a:xfrm>
            <a:off x="717408" y="435323"/>
            <a:ext cx="33813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69451D9-DB56-DB29-7F2C-A4B7E5FCD330}"/>
              </a:ext>
            </a:extLst>
          </p:cNvPr>
          <p:cNvSpPr txBox="1"/>
          <p:nvPr/>
        </p:nvSpPr>
        <p:spPr>
          <a:xfrm>
            <a:off x="1033278" y="435323"/>
            <a:ext cx="33813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40B7201-3CA9-8F8D-C439-4A8D27CCA30E}"/>
              </a:ext>
            </a:extLst>
          </p:cNvPr>
          <p:cNvSpPr txBox="1"/>
          <p:nvPr/>
        </p:nvSpPr>
        <p:spPr>
          <a:xfrm>
            <a:off x="1349148" y="435323"/>
            <a:ext cx="33813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53A0EE8-3F81-D3C0-C92C-2E48157B62D4}"/>
              </a:ext>
            </a:extLst>
          </p:cNvPr>
          <p:cNvSpPr txBox="1"/>
          <p:nvPr/>
        </p:nvSpPr>
        <p:spPr>
          <a:xfrm>
            <a:off x="1665018" y="435323"/>
            <a:ext cx="33813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40C459F-71E1-0969-042D-85ACD610A32B}"/>
              </a:ext>
            </a:extLst>
          </p:cNvPr>
          <p:cNvSpPr txBox="1"/>
          <p:nvPr/>
        </p:nvSpPr>
        <p:spPr>
          <a:xfrm>
            <a:off x="1980888" y="435323"/>
            <a:ext cx="33813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7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147016E-8536-E938-01D0-A2F3E85FDB63}"/>
              </a:ext>
            </a:extLst>
          </p:cNvPr>
          <p:cNvSpPr txBox="1"/>
          <p:nvPr/>
        </p:nvSpPr>
        <p:spPr>
          <a:xfrm>
            <a:off x="2296758" y="435323"/>
            <a:ext cx="33813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CF25B82-AF0D-E673-D6AE-E09C2D55274D}"/>
              </a:ext>
            </a:extLst>
          </p:cNvPr>
          <p:cNvSpPr txBox="1"/>
          <p:nvPr/>
        </p:nvSpPr>
        <p:spPr>
          <a:xfrm>
            <a:off x="2612628" y="435323"/>
            <a:ext cx="33813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25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9F2C724-43F8-EEB8-E2E2-1C9306CDFAFE}"/>
              </a:ext>
            </a:extLst>
          </p:cNvPr>
          <p:cNvSpPr txBox="1"/>
          <p:nvPr/>
        </p:nvSpPr>
        <p:spPr>
          <a:xfrm>
            <a:off x="2928498" y="435323"/>
            <a:ext cx="33813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4CF555E-3DBA-3E87-715B-7C61EC90ED2C}"/>
              </a:ext>
            </a:extLst>
          </p:cNvPr>
          <p:cNvSpPr txBox="1"/>
          <p:nvPr/>
        </p:nvSpPr>
        <p:spPr>
          <a:xfrm>
            <a:off x="3244364" y="435323"/>
            <a:ext cx="33813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100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4C4079F-7F71-FCFF-0BE0-DEF5F785FBBA}"/>
              </a:ext>
            </a:extLst>
          </p:cNvPr>
          <p:cNvSpPr txBox="1"/>
          <p:nvPr/>
        </p:nvSpPr>
        <p:spPr>
          <a:xfrm>
            <a:off x="873572" y="300520"/>
            <a:ext cx="2536378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[%]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89BFED4-59F5-6B12-9B8F-82DB19E6CE2A}"/>
              </a:ext>
            </a:extLst>
          </p:cNvPr>
          <p:cNvSpPr txBox="1"/>
          <p:nvPr/>
        </p:nvSpPr>
        <p:spPr>
          <a:xfrm>
            <a:off x="-71438" y="697074"/>
            <a:ext cx="236819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a) Full training dataset (from Figure 6.17a)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DB5A933-A789-B7DB-1A92-D4116E3BA8F3}"/>
              </a:ext>
            </a:extLst>
          </p:cNvPr>
          <p:cNvSpPr txBox="1"/>
          <p:nvPr/>
        </p:nvSpPr>
        <p:spPr>
          <a:xfrm>
            <a:off x="2133721" y="697074"/>
            <a:ext cx="236819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b) TA1-1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0FC6F71-384C-519D-E86A-913ED0D6B4C0}"/>
              </a:ext>
            </a:extLst>
          </p:cNvPr>
          <p:cNvSpPr txBox="1"/>
          <p:nvPr/>
        </p:nvSpPr>
        <p:spPr>
          <a:xfrm>
            <a:off x="-71438" y="1969683"/>
            <a:ext cx="236819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c) TA1-2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8FC8558-1AB9-0605-1DC5-0BC68557B97E}"/>
              </a:ext>
            </a:extLst>
          </p:cNvPr>
          <p:cNvSpPr txBox="1"/>
          <p:nvPr/>
        </p:nvSpPr>
        <p:spPr>
          <a:xfrm>
            <a:off x="2133721" y="1969683"/>
            <a:ext cx="236819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d) TA1-3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AF78A53-3CEE-0BD1-7F4A-5091A546F3E0}"/>
              </a:ext>
            </a:extLst>
          </p:cNvPr>
          <p:cNvSpPr txBox="1"/>
          <p:nvPr/>
        </p:nvSpPr>
        <p:spPr>
          <a:xfrm>
            <a:off x="-71438" y="3212516"/>
            <a:ext cx="236819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e) TA2-1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E0A6CD2-A8BC-1836-9F4A-2E9E5EB99C62}"/>
              </a:ext>
            </a:extLst>
          </p:cNvPr>
          <p:cNvSpPr txBox="1"/>
          <p:nvPr/>
        </p:nvSpPr>
        <p:spPr>
          <a:xfrm>
            <a:off x="2133721" y="3212516"/>
            <a:ext cx="236819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f) TA2-2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841A9F5-26DC-1522-1894-E57BF9345D81}"/>
              </a:ext>
            </a:extLst>
          </p:cNvPr>
          <p:cNvSpPr txBox="1"/>
          <p:nvPr/>
        </p:nvSpPr>
        <p:spPr>
          <a:xfrm>
            <a:off x="-71438" y="4445696"/>
            <a:ext cx="236819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g) TA3-1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67B25A1-6143-8AF9-6A93-2247A0EC2489}"/>
              </a:ext>
            </a:extLst>
          </p:cNvPr>
          <p:cNvSpPr txBox="1"/>
          <p:nvPr/>
        </p:nvSpPr>
        <p:spPr>
          <a:xfrm>
            <a:off x="2133721" y="4445696"/>
            <a:ext cx="236819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</a:t>
            </a:r>
            <a:r>
              <a:rPr 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 TA3-2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9" name="TextBox 251">
            <a:extLst>
              <a:ext uri="{FF2B5EF4-FFF2-40B4-BE49-F238E27FC236}">
                <a16:creationId xmlns:a16="http://schemas.microsoft.com/office/drawing/2014/main" id="{F0087DBD-11C5-E702-44A4-7400E159194C}"/>
              </a:ext>
            </a:extLst>
          </p:cNvPr>
          <p:cNvSpPr txBox="1"/>
          <p:nvPr/>
        </p:nvSpPr>
        <p:spPr>
          <a:xfrm>
            <a:off x="-200809" y="909836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100" name="TextBox 252">
            <a:extLst>
              <a:ext uri="{FF2B5EF4-FFF2-40B4-BE49-F238E27FC236}">
                <a16:creationId xmlns:a16="http://schemas.microsoft.com/office/drawing/2014/main" id="{25795F9F-E08E-01D7-49C2-44E322CBA954}"/>
              </a:ext>
            </a:extLst>
          </p:cNvPr>
          <p:cNvSpPr txBox="1"/>
          <p:nvPr/>
        </p:nvSpPr>
        <p:spPr>
          <a:xfrm>
            <a:off x="-200809" y="1275946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101" name="TextBox 253">
            <a:extLst>
              <a:ext uri="{FF2B5EF4-FFF2-40B4-BE49-F238E27FC236}">
                <a16:creationId xmlns:a16="http://schemas.microsoft.com/office/drawing/2014/main" id="{73FF2040-A415-A676-B31E-BCE39D598084}"/>
              </a:ext>
            </a:extLst>
          </p:cNvPr>
          <p:cNvSpPr txBox="1"/>
          <p:nvPr/>
        </p:nvSpPr>
        <p:spPr>
          <a:xfrm>
            <a:off x="-200809" y="1595854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102" name="TextBox 251">
            <a:extLst>
              <a:ext uri="{FF2B5EF4-FFF2-40B4-BE49-F238E27FC236}">
                <a16:creationId xmlns:a16="http://schemas.microsoft.com/office/drawing/2014/main" id="{B1D8BAF8-77E2-B868-03B8-9FC83D815BB7}"/>
              </a:ext>
            </a:extLst>
          </p:cNvPr>
          <p:cNvSpPr txBox="1"/>
          <p:nvPr/>
        </p:nvSpPr>
        <p:spPr>
          <a:xfrm>
            <a:off x="-200809" y="2158121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103" name="TextBox 252">
            <a:extLst>
              <a:ext uri="{FF2B5EF4-FFF2-40B4-BE49-F238E27FC236}">
                <a16:creationId xmlns:a16="http://schemas.microsoft.com/office/drawing/2014/main" id="{D58BD7DF-15F6-CD87-2714-3674C0F8C732}"/>
              </a:ext>
            </a:extLst>
          </p:cNvPr>
          <p:cNvSpPr txBox="1"/>
          <p:nvPr/>
        </p:nvSpPr>
        <p:spPr>
          <a:xfrm>
            <a:off x="-200809" y="2524231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104" name="TextBox 253">
            <a:extLst>
              <a:ext uri="{FF2B5EF4-FFF2-40B4-BE49-F238E27FC236}">
                <a16:creationId xmlns:a16="http://schemas.microsoft.com/office/drawing/2014/main" id="{FCD738A4-BBEB-F4CD-2B8A-D6902B712FF3}"/>
              </a:ext>
            </a:extLst>
          </p:cNvPr>
          <p:cNvSpPr txBox="1"/>
          <p:nvPr/>
        </p:nvSpPr>
        <p:spPr>
          <a:xfrm>
            <a:off x="-200809" y="2844139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105" name="TextBox 251">
            <a:extLst>
              <a:ext uri="{FF2B5EF4-FFF2-40B4-BE49-F238E27FC236}">
                <a16:creationId xmlns:a16="http://schemas.microsoft.com/office/drawing/2014/main" id="{2ABC3CB3-4585-7AD6-4D08-2689C091678B}"/>
              </a:ext>
            </a:extLst>
          </p:cNvPr>
          <p:cNvSpPr txBox="1"/>
          <p:nvPr/>
        </p:nvSpPr>
        <p:spPr>
          <a:xfrm>
            <a:off x="-200550" y="3407304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106" name="TextBox 252">
            <a:extLst>
              <a:ext uri="{FF2B5EF4-FFF2-40B4-BE49-F238E27FC236}">
                <a16:creationId xmlns:a16="http://schemas.microsoft.com/office/drawing/2014/main" id="{12888A6A-AB23-50B6-EE1B-D54F442736A5}"/>
              </a:ext>
            </a:extLst>
          </p:cNvPr>
          <p:cNvSpPr txBox="1"/>
          <p:nvPr/>
        </p:nvSpPr>
        <p:spPr>
          <a:xfrm>
            <a:off x="-200550" y="3773414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107" name="TextBox 253">
            <a:extLst>
              <a:ext uri="{FF2B5EF4-FFF2-40B4-BE49-F238E27FC236}">
                <a16:creationId xmlns:a16="http://schemas.microsoft.com/office/drawing/2014/main" id="{17695D1A-8491-D8EF-9F0E-D63C4FE9C72A}"/>
              </a:ext>
            </a:extLst>
          </p:cNvPr>
          <p:cNvSpPr txBox="1"/>
          <p:nvPr/>
        </p:nvSpPr>
        <p:spPr>
          <a:xfrm>
            <a:off x="-200550" y="4093322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108" name="TextBox 251">
            <a:extLst>
              <a:ext uri="{FF2B5EF4-FFF2-40B4-BE49-F238E27FC236}">
                <a16:creationId xmlns:a16="http://schemas.microsoft.com/office/drawing/2014/main" id="{369723A6-2822-F25C-4085-50153A1786FE}"/>
              </a:ext>
            </a:extLst>
          </p:cNvPr>
          <p:cNvSpPr txBox="1"/>
          <p:nvPr/>
        </p:nvSpPr>
        <p:spPr>
          <a:xfrm>
            <a:off x="-203316" y="4641267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109" name="TextBox 252">
            <a:extLst>
              <a:ext uri="{FF2B5EF4-FFF2-40B4-BE49-F238E27FC236}">
                <a16:creationId xmlns:a16="http://schemas.microsoft.com/office/drawing/2014/main" id="{5464F917-CF37-D82A-FD25-7100EDDFB490}"/>
              </a:ext>
            </a:extLst>
          </p:cNvPr>
          <p:cNvSpPr txBox="1"/>
          <p:nvPr/>
        </p:nvSpPr>
        <p:spPr>
          <a:xfrm>
            <a:off x="-203316" y="5007377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110" name="TextBox 253">
            <a:extLst>
              <a:ext uri="{FF2B5EF4-FFF2-40B4-BE49-F238E27FC236}">
                <a16:creationId xmlns:a16="http://schemas.microsoft.com/office/drawing/2014/main" id="{18D5AC99-3825-83B6-252F-04299CA9FADF}"/>
              </a:ext>
            </a:extLst>
          </p:cNvPr>
          <p:cNvSpPr txBox="1"/>
          <p:nvPr/>
        </p:nvSpPr>
        <p:spPr>
          <a:xfrm>
            <a:off x="-203316" y="5327285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111" name="TextBox 254">
            <a:extLst>
              <a:ext uri="{FF2B5EF4-FFF2-40B4-BE49-F238E27FC236}">
                <a16:creationId xmlns:a16="http://schemas.microsoft.com/office/drawing/2014/main" id="{B127A5E2-664A-0390-CDF9-DE4EC7F2906B}"/>
              </a:ext>
            </a:extLst>
          </p:cNvPr>
          <p:cNvSpPr txBox="1"/>
          <p:nvPr/>
        </p:nvSpPr>
        <p:spPr>
          <a:xfrm>
            <a:off x="246993" y="5615616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120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112" name="TextBox 255">
            <a:extLst>
              <a:ext uri="{FF2B5EF4-FFF2-40B4-BE49-F238E27FC236}">
                <a16:creationId xmlns:a16="http://schemas.microsoft.com/office/drawing/2014/main" id="{67D9335A-BBBA-3802-6BAB-C30BD93530A8}"/>
              </a:ext>
            </a:extLst>
          </p:cNvPr>
          <p:cNvSpPr txBox="1"/>
          <p:nvPr/>
        </p:nvSpPr>
        <p:spPr>
          <a:xfrm>
            <a:off x="768656" y="5615616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113" name="TextBox 256">
            <a:extLst>
              <a:ext uri="{FF2B5EF4-FFF2-40B4-BE49-F238E27FC236}">
                <a16:creationId xmlns:a16="http://schemas.microsoft.com/office/drawing/2014/main" id="{4074FE9A-75D6-A843-17EB-A551D771DCEC}"/>
              </a:ext>
            </a:extLst>
          </p:cNvPr>
          <p:cNvSpPr txBox="1"/>
          <p:nvPr/>
        </p:nvSpPr>
        <p:spPr>
          <a:xfrm>
            <a:off x="1284976" y="5615616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80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114" name="TextBox 254">
            <a:extLst>
              <a:ext uri="{FF2B5EF4-FFF2-40B4-BE49-F238E27FC236}">
                <a16:creationId xmlns:a16="http://schemas.microsoft.com/office/drawing/2014/main" id="{4DF0CAAC-FD4C-5D22-4090-5716B954E64D}"/>
              </a:ext>
            </a:extLst>
          </p:cNvPr>
          <p:cNvSpPr txBox="1"/>
          <p:nvPr/>
        </p:nvSpPr>
        <p:spPr>
          <a:xfrm>
            <a:off x="2243171" y="5615616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120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115" name="TextBox 255">
            <a:extLst>
              <a:ext uri="{FF2B5EF4-FFF2-40B4-BE49-F238E27FC236}">
                <a16:creationId xmlns:a16="http://schemas.microsoft.com/office/drawing/2014/main" id="{7E46110B-4018-9BB0-F3B6-BCAADB4BB715}"/>
              </a:ext>
            </a:extLst>
          </p:cNvPr>
          <p:cNvSpPr txBox="1"/>
          <p:nvPr/>
        </p:nvSpPr>
        <p:spPr>
          <a:xfrm>
            <a:off x="2764834" y="5615616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116" name="TextBox 256">
            <a:extLst>
              <a:ext uri="{FF2B5EF4-FFF2-40B4-BE49-F238E27FC236}">
                <a16:creationId xmlns:a16="http://schemas.microsoft.com/office/drawing/2014/main" id="{80B74AAF-6CF5-D28C-2B63-51E57BA0CF5A}"/>
              </a:ext>
            </a:extLst>
          </p:cNvPr>
          <p:cNvSpPr txBox="1"/>
          <p:nvPr/>
        </p:nvSpPr>
        <p:spPr>
          <a:xfrm>
            <a:off x="3281154" y="5615616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80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pic>
        <p:nvPicPr>
          <p:cNvPr id="118" name="Picture 117">
            <a:extLst>
              <a:ext uri="{FF2B5EF4-FFF2-40B4-BE49-F238E27FC236}">
                <a16:creationId xmlns:a16="http://schemas.microsoft.com/office/drawing/2014/main" id="{A321ACF7-8A73-B373-4316-ADAA658CC26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4066" y="1987405"/>
            <a:ext cx="292500" cy="180000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4799B57D-829C-CE48-7009-370BD128D2E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54066" y="714796"/>
            <a:ext cx="292500" cy="180000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58BB03A1-00E0-D558-F34B-C54DB08DA0E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54066" y="3230238"/>
            <a:ext cx="292500" cy="180000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C14F8AF5-FC89-09DF-7234-2B1653EC258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2352" y="3230238"/>
            <a:ext cx="290985" cy="180000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BB1ADE21-A83B-E34B-BBA8-43DC04FCFCF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2352" y="4463418"/>
            <a:ext cx="290985" cy="180000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FF23997B-26F6-928C-5384-B2C60977AD6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54066" y="4463418"/>
            <a:ext cx="292503" cy="180000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7E11745C-D1AF-05A6-0E2C-76B66C3435F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2352" y="1987405"/>
            <a:ext cx="290985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08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113</Words>
  <Application>Microsoft Office PowerPoint</Application>
  <PresentationFormat>Custom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Pillosu</dc:creator>
  <cp:lastModifiedBy>Fatima Pillosu</cp:lastModifiedBy>
  <cp:revision>1</cp:revision>
  <dcterms:created xsi:type="dcterms:W3CDTF">2025-07-12T23:38:10Z</dcterms:created>
  <dcterms:modified xsi:type="dcterms:W3CDTF">2025-07-13T10:12:40Z</dcterms:modified>
</cp:coreProperties>
</file>