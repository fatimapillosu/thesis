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</p:sldIdLst>
  <p:sldSz cx="4140200" cy="4895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DC09CA-6CD4-43F7-8607-5135DBD6D67A}" v="2" dt="2025-07-15T02:45:17.2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94" autoAdjust="0"/>
    <p:restoredTop sz="94660"/>
  </p:normalViewPr>
  <p:slideViewPr>
    <p:cSldViewPr snapToGrid="0">
      <p:cViewPr varScale="1">
        <p:scale>
          <a:sx n="87" d="100"/>
          <a:sy n="87" d="100"/>
        </p:scale>
        <p:origin x="21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B5DC09CA-6CD4-43F7-8607-5135DBD6D67A}"/>
    <pc:docChg chg="undo custSel modSld">
      <pc:chgData name="Fatima Pillosu" userId="a6295d4dc9e22643" providerId="LiveId" clId="{B5DC09CA-6CD4-43F7-8607-5135DBD6D67A}" dt="2025-07-15T02:45:25.851" v="19" actId="1036"/>
      <pc:docMkLst>
        <pc:docMk/>
      </pc:docMkLst>
      <pc:sldChg chg="addSp delSp modSp mod">
        <pc:chgData name="Fatima Pillosu" userId="a6295d4dc9e22643" providerId="LiveId" clId="{B5DC09CA-6CD4-43F7-8607-5135DBD6D67A}" dt="2025-07-15T02:45:25.851" v="19" actId="1036"/>
        <pc:sldMkLst>
          <pc:docMk/>
          <pc:sldMk cId="1403429394" sldId="257"/>
        </pc:sldMkLst>
        <pc:spChg chg="add del">
          <ac:chgData name="Fatima Pillosu" userId="a6295d4dc9e22643" providerId="LiveId" clId="{B5DC09CA-6CD4-43F7-8607-5135DBD6D67A}" dt="2025-07-15T02:44:36.699" v="2" actId="22"/>
          <ac:spMkLst>
            <pc:docMk/>
            <pc:sldMk cId="1403429394" sldId="257"/>
            <ac:spMk id="3" creationId="{4BB9EFAB-D6FE-5B26-B821-0CA7E7C4B463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17" creationId="{082CB828-3055-C01D-1D9B-34D32699459C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18" creationId="{26462B98-3F43-7391-382E-5FA37001F70A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19" creationId="{FB1D83BF-C5B8-0F42-ACF1-801724C77646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20" creationId="{EFB51189-ED1C-9467-A21E-04098224201A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21" creationId="{21C332B9-C99D-6C2F-F7A7-D75A6499E176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22" creationId="{88809429-C163-FEA9-654A-C938A20C2ED1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23" creationId="{64A6DF9F-4002-0BE8-0275-A7A7B18AE50E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24" creationId="{FBF4F939-D8E0-4CA6-4395-BE2703ED47D3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25" creationId="{9886A46A-5F0E-29C0-5553-F3C415C39030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26" creationId="{DD731501-A656-7957-75AF-86B51CC75396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27" creationId="{DE08B4AE-3720-60F1-D6B9-743C32AD6707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28" creationId="{9C4F17D1-D949-02CB-0B46-48106B0B393C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29" creationId="{455A54B8-5CD9-B620-BC08-5F6DA9DF0ED8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30" creationId="{55890E00-81A3-E28D-C052-5E4FA9603339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31" creationId="{D22BC35C-D8BA-9C47-5E36-D7A2E39E7940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32" creationId="{2847A4E1-5D8A-BA47-5F8F-485D455DD114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33" creationId="{9A16AC1B-8EF3-92A4-CABD-D73AD244F75E}"/>
          </ac:spMkLst>
        </pc:spChg>
        <pc:spChg chg="add mod">
          <ac:chgData name="Fatima Pillosu" userId="a6295d4dc9e22643" providerId="LiveId" clId="{B5DC09CA-6CD4-43F7-8607-5135DBD6D67A}" dt="2025-07-15T02:45:17.215" v="11"/>
          <ac:spMkLst>
            <pc:docMk/>
            <pc:sldMk cId="1403429394" sldId="257"/>
            <ac:spMk id="34" creationId="{15B66109-5EC0-175E-124D-C46996895CE7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35" creationId="{376BC6E3-86E2-3737-AB80-3B95CB16E8E3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36" creationId="{12D385A0-4768-7304-9AF2-9662B3618F45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37" creationId="{57E75AC1-1794-5E7F-F1C7-E3D46F9F3C6B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38" creationId="{51966A53-077B-E857-FB56-6D8CABD214E0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39" creationId="{35DD87AC-C1BC-2933-33E1-AC551ED331CE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40" creationId="{75493878-E8E3-4B21-EDED-882FA025EE50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41" creationId="{000021FB-3D9A-C671-5BD8-5FD3D4F57EAF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42" creationId="{1D9A1454-C5EC-EF96-9456-6EFA68D93F96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43" creationId="{CE3B5F6B-A16B-67FA-B1F3-40AF319AD7BD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44" creationId="{3FF0EAA4-2EF5-4F38-B6EC-35ED6BE230C8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45" creationId="{9C0BF0B8-9ECF-FB3A-55AD-9010A6D0C88A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46" creationId="{B4F89EAC-F5BE-5AB3-6D3A-51942411D6AC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47" creationId="{4B314188-7F22-6C36-D5F3-C79B9823CCF9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48" creationId="{445A7559-4D19-A6F6-DA0F-D756F483D299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49" creationId="{A4EE99A9-33C7-3773-9DEA-E39F625A5212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50" creationId="{D8B522E8-1814-1FE6-CF46-055B320030EF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51" creationId="{F0474377-B166-9FE7-F0CD-757289DF5B18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52" creationId="{2EC17A87-5F98-30A0-B0E4-2CF025030731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53" creationId="{B449B9DC-BC6D-3397-ECEA-E2B1A14A2A1D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54" creationId="{F931034A-7D6F-8EA8-77FA-38D23B11D246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55" creationId="{4E92A261-3F68-2130-689A-A1282F999C88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56" creationId="{13B4ED1F-BA20-584D-160D-E72FD57F6E94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57" creationId="{9E17B2EA-5075-2F32-48F1-B8F79DC14C38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58" creationId="{3C88EA91-CBB6-2923-84E8-958EAB03D695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59" creationId="{398D0DBF-C0BF-0EAB-70D2-6FAFBE8D8584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60" creationId="{BB947B23-D613-6274-5A1A-0612C9DDC7BA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61" creationId="{5B5E25C5-CF55-1AD6-2F46-56FF2C9AA072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62" creationId="{89D57BAF-EDF7-DFF3-25C8-DBF5CA7C01E8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63" creationId="{2A0340DF-C636-D189-A28F-EA34AB5D27EE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64" creationId="{12F38479-AB54-6B30-2D3C-FF8C0302CC0C}"/>
          </ac:spMkLst>
        </pc:spChg>
        <pc:spChg chg="add mod">
          <ac:chgData name="Fatima Pillosu" userId="a6295d4dc9e22643" providerId="LiveId" clId="{B5DC09CA-6CD4-43F7-8607-5135DBD6D67A}" dt="2025-07-15T02:45:25.851" v="19" actId="1036"/>
          <ac:spMkLst>
            <pc:docMk/>
            <pc:sldMk cId="1403429394" sldId="257"/>
            <ac:spMk id="65" creationId="{F814593F-D80C-3FAD-DC51-3489C5EF4A97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76" creationId="{082CB828-3055-C01D-1D9B-34D32699459C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77" creationId="{26462B98-3F43-7391-382E-5FA37001F70A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78" creationId="{FB1D83BF-C5B8-0F42-ACF1-801724C77646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79" creationId="{EFB51189-ED1C-9467-A21E-04098224201A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80" creationId="{21C332B9-C99D-6C2F-F7A7-D75A6499E176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81" creationId="{88809429-C163-FEA9-654A-C938A20C2ED1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82" creationId="{64A6DF9F-4002-0BE8-0275-A7A7B18AE50E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83" creationId="{FBF4F939-D8E0-4CA6-4395-BE2703ED47D3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84" creationId="{9886A46A-5F0E-29C0-5553-F3C415C39030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85" creationId="{DD731501-A656-7957-75AF-86B51CC75396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86" creationId="{DE08B4AE-3720-60F1-D6B9-743C32AD6707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87" creationId="{9C4F17D1-D949-02CB-0B46-48106B0B393C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88" creationId="{455A54B8-5CD9-B620-BC08-5F6DA9DF0ED8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89" creationId="{55890E00-81A3-E28D-C052-5E4FA9603339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90" creationId="{D22BC35C-D8BA-9C47-5E36-D7A2E39E7940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91" creationId="{2847A4E1-5D8A-BA47-5F8F-485D455DD114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92" creationId="{9A16AC1B-8EF3-92A4-CABD-D73AD244F75E}"/>
          </ac:spMkLst>
        </pc:spChg>
        <pc:spChg chg="add 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93" creationId="{15B66109-5EC0-175E-124D-C46996895CE7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94" creationId="{376BC6E3-86E2-3737-AB80-3B95CB16E8E3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95" creationId="{12D385A0-4768-7304-9AF2-9662B3618F45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96" creationId="{57E75AC1-1794-5E7F-F1C7-E3D46F9F3C6B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97" creationId="{51966A53-077B-E857-FB56-6D8CABD214E0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98" creationId="{35DD87AC-C1BC-2933-33E1-AC551ED331CE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99" creationId="{75493878-E8E3-4B21-EDED-882FA025EE50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100" creationId="{000021FB-3D9A-C671-5BD8-5FD3D4F57EAF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101" creationId="{1D9A1454-C5EC-EF96-9456-6EFA68D93F96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102" creationId="{CE3B5F6B-A16B-67FA-B1F3-40AF319AD7BD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103" creationId="{3FF0EAA4-2EF5-4F38-B6EC-35ED6BE230C8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104" creationId="{9C0BF0B8-9ECF-FB3A-55AD-9010A6D0C88A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105" creationId="{B4F89EAC-F5BE-5AB3-6D3A-51942411D6AC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106" creationId="{4B314188-7F22-6C36-D5F3-C79B9823CCF9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107" creationId="{445A7559-4D19-A6F6-DA0F-D756F483D299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108" creationId="{A4EE99A9-33C7-3773-9DEA-E39F625A5212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109" creationId="{D8B522E8-1814-1FE6-CF46-055B320030EF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110" creationId="{F0474377-B166-9FE7-F0CD-757289DF5B18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111" creationId="{2EC17A87-5F98-30A0-B0E4-2CF025030731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112" creationId="{B449B9DC-BC6D-3397-ECEA-E2B1A14A2A1D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113" creationId="{F931034A-7D6F-8EA8-77FA-38D23B11D246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114" creationId="{4E92A261-3F68-2130-689A-A1282F999C88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115" creationId="{13B4ED1F-BA20-584D-160D-E72FD57F6E94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116" creationId="{9E17B2EA-5075-2F32-48F1-B8F79DC14C38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117" creationId="{3C88EA91-CBB6-2923-84E8-958EAB03D695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118" creationId="{398D0DBF-C0BF-0EAB-70D2-6FAFBE8D8584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119" creationId="{BB947B23-D613-6274-5A1A-0612C9DDC7BA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120" creationId="{5B5E25C5-CF55-1AD6-2F46-56FF2C9AA072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121" creationId="{89D57BAF-EDF7-DFF3-25C8-DBF5CA7C01E8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122" creationId="{2A0340DF-C636-D189-A28F-EA34AB5D27EE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123" creationId="{12F38479-AB54-6B30-2D3C-FF8C0302CC0C}"/>
          </ac:spMkLst>
        </pc:spChg>
        <pc:spChg chg="del mod">
          <ac:chgData name="Fatima Pillosu" userId="a6295d4dc9e22643" providerId="LiveId" clId="{B5DC09CA-6CD4-43F7-8607-5135DBD6D67A}" dt="2025-07-15T02:45:05.956" v="10" actId="21"/>
          <ac:spMkLst>
            <pc:docMk/>
            <pc:sldMk cId="1403429394" sldId="257"/>
            <ac:spMk id="124" creationId="{F814593F-D80C-3FAD-DC51-3489C5EF4A97}"/>
          </ac:spMkLst>
        </pc:spChg>
        <pc:picChg chg="add mod">
          <ac:chgData name="Fatima Pillosu" userId="a6295d4dc9e22643" providerId="LiveId" clId="{B5DC09CA-6CD4-43F7-8607-5135DBD6D67A}" dt="2025-07-15T02:45:25.851" v="19" actId="1036"/>
          <ac:picMkLst>
            <pc:docMk/>
            <pc:sldMk cId="1403429394" sldId="257"/>
            <ac:picMk id="4" creationId="{4188A312-931C-A96B-9DBB-485DE2DA9003}"/>
          </ac:picMkLst>
        </pc:picChg>
        <pc:picChg chg="del mod">
          <ac:chgData name="Fatima Pillosu" userId="a6295d4dc9e22643" providerId="LiveId" clId="{B5DC09CA-6CD4-43F7-8607-5135DBD6D67A}" dt="2025-07-15T02:45:05.956" v="10" actId="21"/>
          <ac:picMkLst>
            <pc:docMk/>
            <pc:sldMk cId="1403429394" sldId="257"/>
            <ac:picMk id="5" creationId="{4188A312-931C-A96B-9DBB-485DE2DA9003}"/>
          </ac:picMkLst>
        </pc:picChg>
        <pc:picChg chg="add mod">
          <ac:chgData name="Fatima Pillosu" userId="a6295d4dc9e22643" providerId="LiveId" clId="{B5DC09CA-6CD4-43F7-8607-5135DBD6D67A}" dt="2025-07-15T02:45:25.851" v="19" actId="1036"/>
          <ac:picMkLst>
            <pc:docMk/>
            <pc:sldMk cId="1403429394" sldId="257"/>
            <ac:picMk id="6" creationId="{7A99A4F9-239E-6C7F-B1CE-EE9C66D59500}"/>
          </ac:picMkLst>
        </pc:picChg>
        <pc:picChg chg="del mod">
          <ac:chgData name="Fatima Pillosu" userId="a6295d4dc9e22643" providerId="LiveId" clId="{B5DC09CA-6CD4-43F7-8607-5135DBD6D67A}" dt="2025-07-15T02:45:05.956" v="10" actId="21"/>
          <ac:picMkLst>
            <pc:docMk/>
            <pc:sldMk cId="1403429394" sldId="257"/>
            <ac:picMk id="7" creationId="{7A99A4F9-239E-6C7F-B1CE-EE9C66D59500}"/>
          </ac:picMkLst>
        </pc:picChg>
        <pc:picChg chg="add mod">
          <ac:chgData name="Fatima Pillosu" userId="a6295d4dc9e22643" providerId="LiveId" clId="{B5DC09CA-6CD4-43F7-8607-5135DBD6D67A}" dt="2025-07-15T02:45:25.851" v="19" actId="1036"/>
          <ac:picMkLst>
            <pc:docMk/>
            <pc:sldMk cId="1403429394" sldId="257"/>
            <ac:picMk id="8" creationId="{FD73FFD3-BDBE-202C-40CA-4F1E3FA747C9}"/>
          </ac:picMkLst>
        </pc:picChg>
        <pc:picChg chg="del mod">
          <ac:chgData name="Fatima Pillosu" userId="a6295d4dc9e22643" providerId="LiveId" clId="{B5DC09CA-6CD4-43F7-8607-5135DBD6D67A}" dt="2025-07-15T02:45:05.956" v="10" actId="21"/>
          <ac:picMkLst>
            <pc:docMk/>
            <pc:sldMk cId="1403429394" sldId="257"/>
            <ac:picMk id="9" creationId="{FD73FFD3-BDBE-202C-40CA-4F1E3FA747C9}"/>
          </ac:picMkLst>
        </pc:picChg>
        <pc:picChg chg="add mod">
          <ac:chgData name="Fatima Pillosu" userId="a6295d4dc9e22643" providerId="LiveId" clId="{B5DC09CA-6CD4-43F7-8607-5135DBD6D67A}" dt="2025-07-15T02:45:25.851" v="19" actId="1036"/>
          <ac:picMkLst>
            <pc:docMk/>
            <pc:sldMk cId="1403429394" sldId="257"/>
            <ac:picMk id="10" creationId="{1E8DAAC5-8433-D72E-639E-5B9BA3EDE766}"/>
          </ac:picMkLst>
        </pc:picChg>
        <pc:picChg chg="del mod">
          <ac:chgData name="Fatima Pillosu" userId="a6295d4dc9e22643" providerId="LiveId" clId="{B5DC09CA-6CD4-43F7-8607-5135DBD6D67A}" dt="2025-07-15T02:45:05.956" v="10" actId="21"/>
          <ac:picMkLst>
            <pc:docMk/>
            <pc:sldMk cId="1403429394" sldId="257"/>
            <ac:picMk id="11" creationId="{1E8DAAC5-8433-D72E-639E-5B9BA3EDE766}"/>
          </ac:picMkLst>
        </pc:picChg>
        <pc:picChg chg="add mod">
          <ac:chgData name="Fatima Pillosu" userId="a6295d4dc9e22643" providerId="LiveId" clId="{B5DC09CA-6CD4-43F7-8607-5135DBD6D67A}" dt="2025-07-15T02:45:25.851" v="19" actId="1036"/>
          <ac:picMkLst>
            <pc:docMk/>
            <pc:sldMk cId="1403429394" sldId="257"/>
            <ac:picMk id="12" creationId="{585070D7-CA3A-502D-4DA3-91F14EC700AB}"/>
          </ac:picMkLst>
        </pc:picChg>
        <pc:picChg chg="del mod">
          <ac:chgData name="Fatima Pillosu" userId="a6295d4dc9e22643" providerId="LiveId" clId="{B5DC09CA-6CD4-43F7-8607-5135DBD6D67A}" dt="2025-07-15T02:45:05.956" v="10" actId="21"/>
          <ac:picMkLst>
            <pc:docMk/>
            <pc:sldMk cId="1403429394" sldId="257"/>
            <ac:picMk id="13" creationId="{585070D7-CA3A-502D-4DA3-91F14EC700AB}"/>
          </ac:picMkLst>
        </pc:picChg>
        <pc:picChg chg="add mod">
          <ac:chgData name="Fatima Pillosu" userId="a6295d4dc9e22643" providerId="LiveId" clId="{B5DC09CA-6CD4-43F7-8607-5135DBD6D67A}" dt="2025-07-15T02:45:25.851" v="19" actId="1036"/>
          <ac:picMkLst>
            <pc:docMk/>
            <pc:sldMk cId="1403429394" sldId="257"/>
            <ac:picMk id="14" creationId="{4F9EDECB-B740-CAEE-DF03-9FF71FFF59EA}"/>
          </ac:picMkLst>
        </pc:picChg>
        <pc:picChg chg="del mod">
          <ac:chgData name="Fatima Pillosu" userId="a6295d4dc9e22643" providerId="LiveId" clId="{B5DC09CA-6CD4-43F7-8607-5135DBD6D67A}" dt="2025-07-15T02:45:05.956" v="10" actId="21"/>
          <ac:picMkLst>
            <pc:docMk/>
            <pc:sldMk cId="1403429394" sldId="257"/>
            <ac:picMk id="15" creationId="{4F9EDECB-B740-CAEE-DF03-9FF71FFF59EA}"/>
          </ac:picMkLst>
        </pc:picChg>
        <pc:picChg chg="add mod">
          <ac:chgData name="Fatima Pillosu" userId="a6295d4dc9e22643" providerId="LiveId" clId="{B5DC09CA-6CD4-43F7-8607-5135DBD6D67A}" dt="2025-07-15T02:45:25.851" v="19" actId="1036"/>
          <ac:picMkLst>
            <pc:docMk/>
            <pc:sldMk cId="1403429394" sldId="257"/>
            <ac:picMk id="16" creationId="{5A07DFD8-3E71-3163-27C2-16BEB825E58F}"/>
          </ac:picMkLst>
        </pc:picChg>
        <pc:picChg chg="del mod">
          <ac:chgData name="Fatima Pillosu" userId="a6295d4dc9e22643" providerId="LiveId" clId="{B5DC09CA-6CD4-43F7-8607-5135DBD6D67A}" dt="2025-07-15T02:45:05.956" v="10" actId="21"/>
          <ac:picMkLst>
            <pc:docMk/>
            <pc:sldMk cId="1403429394" sldId="257"/>
            <ac:picMk id="69" creationId="{5A07DFD8-3E71-3163-27C2-16BEB825E58F}"/>
          </ac:picMkLst>
        </pc:picChg>
      </pc:sldChg>
    </pc:docChg>
  </pc:docChgLst>
  <pc:docChgLst>
    <pc:chgData name="Fatima Pillosu" userId="a6295d4dc9e22643" providerId="LiveId" clId="{9A2B42D9-F292-4BF4-BB93-D16CACD71501}"/>
    <pc:docChg chg="custSel delSld modSld">
      <pc:chgData name="Fatima Pillosu" userId="a6295d4dc9e22643" providerId="LiveId" clId="{9A2B42D9-F292-4BF4-BB93-D16CACD71501}" dt="2025-06-10T16:09:00.221" v="13" actId="47"/>
      <pc:docMkLst>
        <pc:docMk/>
      </pc:docMkLst>
      <pc:sldChg chg="del">
        <pc:chgData name="Fatima Pillosu" userId="a6295d4dc9e22643" providerId="LiveId" clId="{9A2B42D9-F292-4BF4-BB93-D16CACD71501}" dt="2025-06-10T16:09:00.221" v="13" actId="47"/>
        <pc:sldMkLst>
          <pc:docMk/>
          <pc:sldMk cId="605037563" sldId="256"/>
        </pc:sldMkLst>
      </pc:sldChg>
      <pc:sldChg chg="addSp delSp modSp mod">
        <pc:chgData name="Fatima Pillosu" userId="a6295d4dc9e22643" providerId="LiveId" clId="{9A2B42D9-F292-4BF4-BB93-D16CACD71501}" dt="2025-06-10T16:04:27.750" v="12" actId="554"/>
        <pc:sldMkLst>
          <pc:docMk/>
          <pc:sldMk cId="1403429394" sldId="257"/>
        </pc:sldMkLst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5" creationId="{082CB828-3055-C01D-1D9B-34D32699459C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6" creationId="{26462B98-3F43-7391-382E-5FA37001F70A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7" creationId="{FB1D83BF-C5B8-0F42-ACF1-801724C77646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8" creationId="{EFB51189-ED1C-9467-A21E-04098224201A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9" creationId="{21C332B9-C99D-6C2F-F7A7-D75A6499E176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10" creationId="{88809429-C163-FEA9-654A-C938A20C2ED1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11" creationId="{64A6DF9F-4002-0BE8-0275-A7A7B18AE50E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12" creationId="{FBF4F939-D8E0-4CA6-4395-BE2703ED47D3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13" creationId="{9886A46A-5F0E-29C0-5553-F3C415C39030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14" creationId="{DD731501-A656-7957-75AF-86B51CC75396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15" creationId="{DE08B4AE-3720-60F1-D6B9-743C32AD6707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16" creationId="{9C4F17D1-D949-02CB-0B46-48106B0B393C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17" creationId="{455A54B8-5CD9-B620-BC08-5F6DA9DF0ED8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18" creationId="{55890E00-81A3-E28D-C052-5E4FA9603339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19" creationId="{D22BC35C-D8BA-9C47-5E36-D7A2E39E7940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20" creationId="{2847A4E1-5D8A-BA47-5F8F-485D455DD114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21" creationId="{9A16AC1B-8EF3-92A4-CABD-D73AD244F75E}"/>
          </ac:spMkLst>
        </pc:spChg>
        <pc:spChg chg="del mod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22" creationId="{15B66109-5EC0-175E-124D-C46996895CE7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23" creationId="{376BC6E3-86E2-3737-AB80-3B95CB16E8E3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24" creationId="{12D385A0-4768-7304-9AF2-9662B3618F45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25" creationId="{57E75AC1-1794-5E7F-F1C7-E3D46F9F3C6B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26" creationId="{51966A53-077B-E857-FB56-6D8CABD214E0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27" creationId="{35DD87AC-C1BC-2933-33E1-AC551ED331CE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28" creationId="{75493878-E8E3-4B21-EDED-882FA025EE50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29" creationId="{000021FB-3D9A-C671-5BD8-5FD3D4F57EAF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36" creationId="{1D9A1454-C5EC-EF96-9456-6EFA68D93F96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37" creationId="{CE3B5F6B-A16B-67FA-B1F3-40AF319AD7BD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38" creationId="{3FF0EAA4-2EF5-4F38-B6EC-35ED6BE230C8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39" creationId="{9C0BF0B8-9ECF-FB3A-55AD-9010A6D0C88A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40" creationId="{B4F89EAC-F5BE-5AB3-6D3A-51942411D6AC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41" creationId="{4B314188-7F22-6C36-D5F3-C79B9823CCF9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42" creationId="{445A7559-4D19-A6F6-DA0F-D756F483D299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43" creationId="{A4EE99A9-33C7-3773-9DEA-E39F625A5212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44" creationId="{D8B522E8-1814-1FE6-CF46-055B320030EF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53" creationId="{F0474377-B166-9FE7-F0CD-757289DF5B18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54" creationId="{2EC17A87-5F98-30A0-B0E4-2CF025030731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55" creationId="{B449B9DC-BC6D-3397-ECEA-E2B1A14A2A1D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56" creationId="{F931034A-7D6F-8EA8-77FA-38D23B11D246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57" creationId="{4E92A261-3F68-2130-689A-A1282F999C88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58" creationId="{13B4ED1F-BA20-584D-160D-E72FD57F6E94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59" creationId="{9E17B2EA-5075-2F32-48F1-B8F79DC14C38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60" creationId="{3C88EA91-CBB6-2923-84E8-958EAB03D695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61" creationId="{398D0DBF-C0BF-0EAB-70D2-6FAFBE8D8584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62" creationId="{BB947B23-D613-6274-5A1A-0612C9DDC7BA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63" creationId="{5B5E25C5-CF55-1AD6-2F46-56FF2C9AA072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64" creationId="{89D57BAF-EDF7-DFF3-25C8-DBF5CA7C01E8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65" creationId="{2A0340DF-C636-D189-A28F-EA34AB5D27EE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66" creationId="{12F38479-AB54-6B30-2D3C-FF8C0302CC0C}"/>
          </ac:spMkLst>
        </pc:spChg>
        <pc:spChg chg="del">
          <ac:chgData name="Fatima Pillosu" userId="a6295d4dc9e22643" providerId="LiveId" clId="{9A2B42D9-F292-4BF4-BB93-D16CACD71501}" dt="2025-06-10T16:03:05.604" v="3" actId="21"/>
          <ac:spMkLst>
            <pc:docMk/>
            <pc:sldMk cId="1403429394" sldId="257"/>
            <ac:spMk id="67" creationId="{F814593F-D80C-3FAD-DC51-3489C5EF4A97}"/>
          </ac:spMkLst>
        </pc:spChg>
        <pc:spChg chg="add del">
          <ac:chgData name="Fatima Pillosu" userId="a6295d4dc9e22643" providerId="LiveId" clId="{9A2B42D9-F292-4BF4-BB93-D16CACD71501}" dt="2025-06-10T16:03:04.292" v="2" actId="478"/>
          <ac:spMkLst>
            <pc:docMk/>
            <pc:sldMk cId="1403429394" sldId="257"/>
            <ac:spMk id="68" creationId="{08C61BD4-2FFA-BC91-976B-8234946552F3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76" creationId="{082CB828-3055-C01D-1D9B-34D32699459C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77" creationId="{26462B98-3F43-7391-382E-5FA37001F70A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78" creationId="{FB1D83BF-C5B8-0F42-ACF1-801724C77646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79" creationId="{EFB51189-ED1C-9467-A21E-04098224201A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80" creationId="{21C332B9-C99D-6C2F-F7A7-D75A6499E176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81" creationId="{88809429-C163-FEA9-654A-C938A20C2ED1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82" creationId="{64A6DF9F-4002-0BE8-0275-A7A7B18AE50E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83" creationId="{FBF4F939-D8E0-4CA6-4395-BE2703ED47D3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84" creationId="{9886A46A-5F0E-29C0-5553-F3C415C39030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85" creationId="{DD731501-A656-7957-75AF-86B51CC75396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86" creationId="{DE08B4AE-3720-60F1-D6B9-743C32AD6707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87" creationId="{9C4F17D1-D949-02CB-0B46-48106B0B393C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88" creationId="{455A54B8-5CD9-B620-BC08-5F6DA9DF0ED8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89" creationId="{55890E00-81A3-E28D-C052-5E4FA9603339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90" creationId="{D22BC35C-D8BA-9C47-5E36-D7A2E39E7940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91" creationId="{2847A4E1-5D8A-BA47-5F8F-485D455DD114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92" creationId="{9A16AC1B-8EF3-92A4-CABD-D73AD244F75E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93" creationId="{15B66109-5EC0-175E-124D-C46996895CE7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94" creationId="{376BC6E3-86E2-3737-AB80-3B95CB16E8E3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95" creationId="{12D385A0-4768-7304-9AF2-9662B3618F45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96" creationId="{57E75AC1-1794-5E7F-F1C7-E3D46F9F3C6B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97" creationId="{51966A53-077B-E857-FB56-6D8CABD214E0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98" creationId="{35DD87AC-C1BC-2933-33E1-AC551ED331CE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99" creationId="{75493878-E8E3-4B21-EDED-882FA025EE50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00" creationId="{000021FB-3D9A-C671-5BD8-5FD3D4F57EAF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01" creationId="{1D9A1454-C5EC-EF96-9456-6EFA68D93F96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02" creationId="{CE3B5F6B-A16B-67FA-B1F3-40AF319AD7BD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03" creationId="{3FF0EAA4-2EF5-4F38-B6EC-35ED6BE230C8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04" creationId="{9C0BF0B8-9ECF-FB3A-55AD-9010A6D0C88A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05" creationId="{B4F89EAC-F5BE-5AB3-6D3A-51942411D6AC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06" creationId="{4B314188-7F22-6C36-D5F3-C79B9823CCF9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07" creationId="{445A7559-4D19-A6F6-DA0F-D756F483D299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08" creationId="{A4EE99A9-33C7-3773-9DEA-E39F625A5212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09" creationId="{D8B522E8-1814-1FE6-CF46-055B320030EF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10" creationId="{F0474377-B166-9FE7-F0CD-757289DF5B18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11" creationId="{2EC17A87-5F98-30A0-B0E4-2CF025030731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12" creationId="{B449B9DC-BC6D-3397-ECEA-E2B1A14A2A1D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13" creationId="{F931034A-7D6F-8EA8-77FA-38D23B11D246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14" creationId="{4E92A261-3F68-2130-689A-A1282F999C88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15" creationId="{13B4ED1F-BA20-584D-160D-E72FD57F6E94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16" creationId="{9E17B2EA-5075-2F32-48F1-B8F79DC14C38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17" creationId="{3C88EA91-CBB6-2923-84E8-958EAB03D695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18" creationId="{398D0DBF-C0BF-0EAB-70D2-6FAFBE8D8584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19" creationId="{BB947B23-D613-6274-5A1A-0612C9DDC7BA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20" creationId="{5B5E25C5-CF55-1AD6-2F46-56FF2C9AA072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21" creationId="{89D57BAF-EDF7-DFF3-25C8-DBF5CA7C01E8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22" creationId="{2A0340DF-C636-D189-A28F-EA34AB5D27EE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23" creationId="{12F38479-AB54-6B30-2D3C-FF8C0302CC0C}"/>
          </ac:spMkLst>
        </pc:spChg>
        <pc:spChg chg="add mod">
          <ac:chgData name="Fatima Pillosu" userId="a6295d4dc9e22643" providerId="LiveId" clId="{9A2B42D9-F292-4BF4-BB93-D16CACD71501}" dt="2025-06-10T16:03:48.280" v="7" actId="1036"/>
          <ac:spMkLst>
            <pc:docMk/>
            <pc:sldMk cId="1403429394" sldId="257"/>
            <ac:spMk id="124" creationId="{F814593F-D80C-3FAD-DC51-3489C5EF4A97}"/>
          </ac:spMkLst>
        </pc:spChg>
        <pc:picChg chg="del">
          <ac:chgData name="Fatima Pillosu" userId="a6295d4dc9e22643" providerId="LiveId" clId="{9A2B42D9-F292-4BF4-BB93-D16CACD71501}" dt="2025-06-10T16:03:05.604" v="3" actId="21"/>
          <ac:picMkLst>
            <pc:docMk/>
            <pc:sldMk cId="1403429394" sldId="257"/>
            <ac:picMk id="46" creationId="{6A2A8283-3849-D659-06C6-D6DE70F64B08}"/>
          </ac:picMkLst>
        </pc:picChg>
        <pc:picChg chg="del">
          <ac:chgData name="Fatima Pillosu" userId="a6295d4dc9e22643" providerId="LiveId" clId="{9A2B42D9-F292-4BF4-BB93-D16CACD71501}" dt="2025-06-10T16:03:05.604" v="3" actId="21"/>
          <ac:picMkLst>
            <pc:docMk/>
            <pc:sldMk cId="1403429394" sldId="257"/>
            <ac:picMk id="47" creationId="{A849A0A4-BAEA-683E-A6CC-B09F2F3D3040}"/>
          </ac:picMkLst>
        </pc:picChg>
        <pc:picChg chg="del">
          <ac:chgData name="Fatima Pillosu" userId="a6295d4dc9e22643" providerId="LiveId" clId="{9A2B42D9-F292-4BF4-BB93-D16CACD71501}" dt="2025-06-10T16:03:05.604" v="3" actId="21"/>
          <ac:picMkLst>
            <pc:docMk/>
            <pc:sldMk cId="1403429394" sldId="257"/>
            <ac:picMk id="48" creationId="{88979825-A594-A92A-E303-4E1684B4F59A}"/>
          </ac:picMkLst>
        </pc:picChg>
        <pc:picChg chg="del">
          <ac:chgData name="Fatima Pillosu" userId="a6295d4dc9e22643" providerId="LiveId" clId="{9A2B42D9-F292-4BF4-BB93-D16CACD71501}" dt="2025-06-10T16:03:05.604" v="3" actId="21"/>
          <ac:picMkLst>
            <pc:docMk/>
            <pc:sldMk cId="1403429394" sldId="257"/>
            <ac:picMk id="49" creationId="{F5CB678F-2B18-E524-16FF-2733AA5FC3AC}"/>
          </ac:picMkLst>
        </pc:picChg>
        <pc:picChg chg="del">
          <ac:chgData name="Fatima Pillosu" userId="a6295d4dc9e22643" providerId="LiveId" clId="{9A2B42D9-F292-4BF4-BB93-D16CACD71501}" dt="2025-06-10T16:03:05.604" v="3" actId="21"/>
          <ac:picMkLst>
            <pc:docMk/>
            <pc:sldMk cId="1403429394" sldId="257"/>
            <ac:picMk id="50" creationId="{F29DE699-E00F-06FD-D469-3B660ECA9711}"/>
          </ac:picMkLst>
        </pc:picChg>
        <pc:picChg chg="del">
          <ac:chgData name="Fatima Pillosu" userId="a6295d4dc9e22643" providerId="LiveId" clId="{9A2B42D9-F292-4BF4-BB93-D16CACD71501}" dt="2025-06-10T16:03:05.604" v="3" actId="21"/>
          <ac:picMkLst>
            <pc:docMk/>
            <pc:sldMk cId="1403429394" sldId="257"/>
            <ac:picMk id="51" creationId="{F18EEFB6-1319-D84D-0B25-D0CF3452267F}"/>
          </ac:picMkLst>
        </pc:picChg>
        <pc:picChg chg="del">
          <ac:chgData name="Fatima Pillosu" userId="a6295d4dc9e22643" providerId="LiveId" clId="{9A2B42D9-F292-4BF4-BB93-D16CACD71501}" dt="2025-06-10T16:03:05.604" v="3" actId="21"/>
          <ac:picMkLst>
            <pc:docMk/>
            <pc:sldMk cId="1403429394" sldId="257"/>
            <ac:picMk id="52" creationId="{5A07DFD8-3E71-3163-27C2-16BEB825E58F}"/>
          </ac:picMkLst>
        </pc:picChg>
        <pc:picChg chg="add mod">
          <ac:chgData name="Fatima Pillosu" userId="a6295d4dc9e22643" providerId="LiveId" clId="{9A2B42D9-F292-4BF4-BB93-D16CACD71501}" dt="2025-06-10T16:03:48.280" v="7" actId="1036"/>
          <ac:picMkLst>
            <pc:docMk/>
            <pc:sldMk cId="1403429394" sldId="257"/>
            <ac:picMk id="69" creationId="{5A07DFD8-3E71-3163-27C2-16BEB825E58F}"/>
          </ac:picMkLst>
        </pc:picChg>
        <pc:picChg chg="add mod">
          <ac:chgData name="Fatima Pillosu" userId="a6295d4dc9e22643" providerId="LiveId" clId="{9A2B42D9-F292-4BF4-BB93-D16CACD71501}" dt="2025-06-10T16:04:16.138" v="10" actId="554"/>
          <ac:picMkLst>
            <pc:docMk/>
            <pc:sldMk cId="1403429394" sldId="257"/>
            <ac:picMk id="70" creationId="{6A2A8283-3849-D659-06C6-D6DE70F64B08}"/>
          </ac:picMkLst>
        </pc:picChg>
        <pc:picChg chg="add mod">
          <ac:chgData name="Fatima Pillosu" userId="a6295d4dc9e22643" providerId="LiveId" clId="{9A2B42D9-F292-4BF4-BB93-D16CACD71501}" dt="2025-06-10T16:04:16.138" v="10" actId="554"/>
          <ac:picMkLst>
            <pc:docMk/>
            <pc:sldMk cId="1403429394" sldId="257"/>
            <ac:picMk id="71" creationId="{A849A0A4-BAEA-683E-A6CC-B09F2F3D3040}"/>
          </ac:picMkLst>
        </pc:picChg>
        <pc:picChg chg="add mod">
          <ac:chgData name="Fatima Pillosu" userId="a6295d4dc9e22643" providerId="LiveId" clId="{9A2B42D9-F292-4BF4-BB93-D16CACD71501}" dt="2025-06-10T16:04:22.942" v="11" actId="554"/>
          <ac:picMkLst>
            <pc:docMk/>
            <pc:sldMk cId="1403429394" sldId="257"/>
            <ac:picMk id="72" creationId="{88979825-A594-A92A-E303-4E1684B4F59A}"/>
          </ac:picMkLst>
        </pc:picChg>
        <pc:picChg chg="add mod">
          <ac:chgData name="Fatima Pillosu" userId="a6295d4dc9e22643" providerId="LiveId" clId="{9A2B42D9-F292-4BF4-BB93-D16CACD71501}" dt="2025-06-10T16:04:22.942" v="11" actId="554"/>
          <ac:picMkLst>
            <pc:docMk/>
            <pc:sldMk cId="1403429394" sldId="257"/>
            <ac:picMk id="73" creationId="{F5CB678F-2B18-E524-16FF-2733AA5FC3AC}"/>
          </ac:picMkLst>
        </pc:picChg>
        <pc:picChg chg="add mod">
          <ac:chgData name="Fatima Pillosu" userId="a6295d4dc9e22643" providerId="LiveId" clId="{9A2B42D9-F292-4BF4-BB93-D16CACD71501}" dt="2025-06-10T16:04:27.750" v="12" actId="554"/>
          <ac:picMkLst>
            <pc:docMk/>
            <pc:sldMk cId="1403429394" sldId="257"/>
            <ac:picMk id="74" creationId="{F29DE699-E00F-06FD-D469-3B660ECA9711}"/>
          </ac:picMkLst>
        </pc:picChg>
        <pc:picChg chg="add mod">
          <ac:chgData name="Fatima Pillosu" userId="a6295d4dc9e22643" providerId="LiveId" clId="{9A2B42D9-F292-4BF4-BB93-D16CACD71501}" dt="2025-06-10T16:04:27.750" v="12" actId="554"/>
          <ac:picMkLst>
            <pc:docMk/>
            <pc:sldMk cId="1403429394" sldId="257"/>
            <ac:picMk id="75" creationId="{F18EEFB6-1319-D84D-0B25-D0CF3452267F}"/>
          </ac:picMkLst>
        </pc:picChg>
      </pc:sldChg>
    </pc:docChg>
  </pc:docChgLst>
  <pc:docChgLst>
    <pc:chgData name="Fatima Pillosu" userId="a6295d4dc9e22643" providerId="LiveId" clId="{B9A31C07-789E-48D4-B2E6-C80B6605FE08}"/>
    <pc:docChg chg="custSel addSld delSld modSld">
      <pc:chgData name="Fatima Pillosu" userId="a6295d4dc9e22643" providerId="LiveId" clId="{B9A31C07-789E-48D4-B2E6-C80B6605FE08}" dt="2025-06-10T21:40:28.264" v="99" actId="20577"/>
      <pc:docMkLst>
        <pc:docMk/>
      </pc:docMkLst>
      <pc:sldChg chg="addSp delSp modSp mod">
        <pc:chgData name="Fatima Pillosu" userId="a6295d4dc9e22643" providerId="LiveId" clId="{B9A31C07-789E-48D4-B2E6-C80B6605FE08}" dt="2025-06-10T21:40:28.264" v="99" actId="20577"/>
        <pc:sldMkLst>
          <pc:docMk/>
          <pc:sldMk cId="1403429394" sldId="257"/>
        </pc:sldMkLst>
        <pc:spChg chg="mod">
          <ac:chgData name="Fatima Pillosu" userId="a6295d4dc9e22643" providerId="LiveId" clId="{B9A31C07-789E-48D4-B2E6-C80B6605FE08}" dt="2025-06-10T21:40:28.264" v="99" actId="20577"/>
          <ac:spMkLst>
            <pc:docMk/>
            <pc:sldMk cId="1403429394" sldId="257"/>
            <ac:spMk id="93" creationId="{15B66109-5EC0-175E-124D-C46996895CE7}"/>
          </ac:spMkLst>
        </pc:spChg>
        <pc:picChg chg="add mod ord">
          <ac:chgData name="Fatima Pillosu" userId="a6295d4dc9e22643" providerId="LiveId" clId="{B9A31C07-789E-48D4-B2E6-C80B6605FE08}" dt="2025-06-10T16:16:10.710" v="91" actId="554"/>
          <ac:picMkLst>
            <pc:docMk/>
            <pc:sldMk cId="1403429394" sldId="257"/>
            <ac:picMk id="5" creationId="{4188A312-931C-A96B-9DBB-485DE2DA9003}"/>
          </ac:picMkLst>
        </pc:picChg>
        <pc:picChg chg="add mod ord">
          <ac:chgData name="Fatima Pillosu" userId="a6295d4dc9e22643" providerId="LiveId" clId="{B9A31C07-789E-48D4-B2E6-C80B6605FE08}" dt="2025-06-10T16:16:10.710" v="91" actId="554"/>
          <ac:picMkLst>
            <pc:docMk/>
            <pc:sldMk cId="1403429394" sldId="257"/>
            <ac:picMk id="7" creationId="{7A99A4F9-239E-6C7F-B1CE-EE9C66D59500}"/>
          </ac:picMkLst>
        </pc:picChg>
        <pc:picChg chg="add mod ord">
          <ac:chgData name="Fatima Pillosu" userId="a6295d4dc9e22643" providerId="LiveId" clId="{B9A31C07-789E-48D4-B2E6-C80B6605FE08}" dt="2025-06-10T16:16:15.246" v="92" actId="554"/>
          <ac:picMkLst>
            <pc:docMk/>
            <pc:sldMk cId="1403429394" sldId="257"/>
            <ac:picMk id="9" creationId="{FD73FFD3-BDBE-202C-40CA-4F1E3FA747C9}"/>
          </ac:picMkLst>
        </pc:picChg>
        <pc:picChg chg="add mod ord">
          <ac:chgData name="Fatima Pillosu" userId="a6295d4dc9e22643" providerId="LiveId" clId="{B9A31C07-789E-48D4-B2E6-C80B6605FE08}" dt="2025-06-10T16:16:15.246" v="92" actId="554"/>
          <ac:picMkLst>
            <pc:docMk/>
            <pc:sldMk cId="1403429394" sldId="257"/>
            <ac:picMk id="11" creationId="{1E8DAAC5-8433-D72E-639E-5B9BA3EDE766}"/>
          </ac:picMkLst>
        </pc:picChg>
        <pc:picChg chg="add mod ord">
          <ac:chgData name="Fatima Pillosu" userId="a6295d4dc9e22643" providerId="LiveId" clId="{B9A31C07-789E-48D4-B2E6-C80B6605FE08}" dt="2025-06-10T16:16:20.132" v="93" actId="554"/>
          <ac:picMkLst>
            <pc:docMk/>
            <pc:sldMk cId="1403429394" sldId="257"/>
            <ac:picMk id="13" creationId="{585070D7-CA3A-502D-4DA3-91F14EC700AB}"/>
          </ac:picMkLst>
        </pc:picChg>
        <pc:picChg chg="add mod ord">
          <ac:chgData name="Fatima Pillosu" userId="a6295d4dc9e22643" providerId="LiveId" clId="{B9A31C07-789E-48D4-B2E6-C80B6605FE08}" dt="2025-06-10T16:16:20.132" v="93" actId="554"/>
          <ac:picMkLst>
            <pc:docMk/>
            <pc:sldMk cId="1403429394" sldId="257"/>
            <ac:picMk id="15" creationId="{4F9EDECB-B740-CAEE-DF03-9FF71FFF59EA}"/>
          </ac:picMkLst>
        </pc:picChg>
        <pc:picChg chg="del mod">
          <ac:chgData name="Fatima Pillosu" userId="a6295d4dc9e22643" providerId="LiveId" clId="{B9A31C07-789E-48D4-B2E6-C80B6605FE08}" dt="2025-06-10T16:15:41.433" v="84" actId="478"/>
          <ac:picMkLst>
            <pc:docMk/>
            <pc:sldMk cId="1403429394" sldId="257"/>
            <ac:picMk id="70" creationId="{6A2A8283-3849-D659-06C6-D6DE70F64B08}"/>
          </ac:picMkLst>
        </pc:picChg>
        <pc:picChg chg="del mod">
          <ac:chgData name="Fatima Pillosu" userId="a6295d4dc9e22643" providerId="LiveId" clId="{B9A31C07-789E-48D4-B2E6-C80B6605FE08}" dt="2025-06-10T16:15:40.350" v="83" actId="478"/>
          <ac:picMkLst>
            <pc:docMk/>
            <pc:sldMk cId="1403429394" sldId="257"/>
            <ac:picMk id="71" creationId="{A849A0A4-BAEA-683E-A6CC-B09F2F3D3040}"/>
          </ac:picMkLst>
        </pc:picChg>
        <pc:picChg chg="del mod">
          <ac:chgData name="Fatima Pillosu" userId="a6295d4dc9e22643" providerId="LiveId" clId="{B9A31C07-789E-48D4-B2E6-C80B6605FE08}" dt="2025-06-10T16:15:42.892" v="85" actId="478"/>
          <ac:picMkLst>
            <pc:docMk/>
            <pc:sldMk cId="1403429394" sldId="257"/>
            <ac:picMk id="72" creationId="{88979825-A594-A92A-E303-4E1684B4F59A}"/>
          </ac:picMkLst>
        </pc:picChg>
        <pc:picChg chg="del mod">
          <ac:chgData name="Fatima Pillosu" userId="a6295d4dc9e22643" providerId="LiveId" clId="{B9A31C07-789E-48D4-B2E6-C80B6605FE08}" dt="2025-06-10T16:15:43.771" v="86" actId="478"/>
          <ac:picMkLst>
            <pc:docMk/>
            <pc:sldMk cId="1403429394" sldId="257"/>
            <ac:picMk id="73" creationId="{F5CB678F-2B18-E524-16FF-2733AA5FC3AC}"/>
          </ac:picMkLst>
        </pc:picChg>
        <pc:picChg chg="del mod">
          <ac:chgData name="Fatima Pillosu" userId="a6295d4dc9e22643" providerId="LiveId" clId="{B9A31C07-789E-48D4-B2E6-C80B6605FE08}" dt="2025-06-10T16:15:44.987" v="88" actId="478"/>
          <ac:picMkLst>
            <pc:docMk/>
            <pc:sldMk cId="1403429394" sldId="257"/>
            <ac:picMk id="74" creationId="{F29DE699-E00F-06FD-D469-3B660ECA9711}"/>
          </ac:picMkLst>
        </pc:picChg>
        <pc:picChg chg="del mod">
          <ac:chgData name="Fatima Pillosu" userId="a6295d4dc9e22643" providerId="LiveId" clId="{B9A31C07-789E-48D4-B2E6-C80B6605FE08}" dt="2025-06-10T16:15:44.375" v="87" actId="478"/>
          <ac:picMkLst>
            <pc:docMk/>
            <pc:sldMk cId="1403429394" sldId="257"/>
            <ac:picMk id="75" creationId="{F18EEFB6-1319-D84D-0B25-D0CF3452267F}"/>
          </ac:picMkLst>
        </pc:picChg>
      </pc:sldChg>
      <pc:sldChg chg="addSp delSp modSp new del mod">
        <pc:chgData name="Fatima Pillosu" userId="a6295d4dc9e22643" providerId="LiveId" clId="{B9A31C07-789E-48D4-B2E6-C80B6605FE08}" dt="2025-06-10T16:16:39.516" v="94" actId="47"/>
        <pc:sldMkLst>
          <pc:docMk/>
          <pc:sldMk cId="266204001" sldId="258"/>
        </pc:sldMkLst>
        <pc:spChg chg="del">
          <ac:chgData name="Fatima Pillosu" userId="a6295d4dc9e22643" providerId="LiveId" clId="{B9A31C07-789E-48D4-B2E6-C80B6605FE08}" dt="2025-06-10T16:11:11.990" v="5" actId="478"/>
          <ac:spMkLst>
            <pc:docMk/>
            <pc:sldMk cId="266204001" sldId="258"/>
            <ac:spMk id="2" creationId="{385879F8-7009-F396-A693-D0FC3D82097C}"/>
          </ac:spMkLst>
        </pc:spChg>
        <pc:spChg chg="del">
          <ac:chgData name="Fatima Pillosu" userId="a6295d4dc9e22643" providerId="LiveId" clId="{B9A31C07-789E-48D4-B2E6-C80B6605FE08}" dt="2025-06-10T16:11:10.851" v="4" actId="478"/>
          <ac:spMkLst>
            <pc:docMk/>
            <pc:sldMk cId="266204001" sldId="258"/>
            <ac:spMk id="3" creationId="{A370CD33-840B-1033-77D9-6F0F0F13F000}"/>
          </ac:spMkLst>
        </pc:spChg>
        <pc:picChg chg="add del mod modCrop">
          <ac:chgData name="Fatima Pillosu" userId="a6295d4dc9e22643" providerId="LiveId" clId="{B9A31C07-789E-48D4-B2E6-C80B6605FE08}" dt="2025-06-10T16:14:08.582" v="54" actId="21"/>
          <ac:picMkLst>
            <pc:docMk/>
            <pc:sldMk cId="266204001" sldId="258"/>
            <ac:picMk id="5" creationId="{4188A312-931C-A96B-9DBB-485DE2DA9003}"/>
          </ac:picMkLst>
        </pc:picChg>
        <pc:picChg chg="add del mod modCrop">
          <ac:chgData name="Fatima Pillosu" userId="a6295d4dc9e22643" providerId="LiveId" clId="{B9A31C07-789E-48D4-B2E6-C80B6605FE08}" dt="2025-06-10T16:14:22.315" v="58" actId="21"/>
          <ac:picMkLst>
            <pc:docMk/>
            <pc:sldMk cId="266204001" sldId="258"/>
            <ac:picMk id="7" creationId="{7A99A4F9-239E-6C7F-B1CE-EE9C66D59500}"/>
          </ac:picMkLst>
        </pc:picChg>
        <pc:picChg chg="add del mod modCrop">
          <ac:chgData name="Fatima Pillosu" userId="a6295d4dc9e22643" providerId="LiveId" clId="{B9A31C07-789E-48D4-B2E6-C80B6605FE08}" dt="2025-06-10T16:14:38.576" v="62" actId="21"/>
          <ac:picMkLst>
            <pc:docMk/>
            <pc:sldMk cId="266204001" sldId="258"/>
            <ac:picMk id="9" creationId="{FD73FFD3-BDBE-202C-40CA-4F1E3FA747C9}"/>
          </ac:picMkLst>
        </pc:picChg>
        <pc:picChg chg="add del mod modCrop">
          <ac:chgData name="Fatima Pillosu" userId="a6295d4dc9e22643" providerId="LiveId" clId="{B9A31C07-789E-48D4-B2E6-C80B6605FE08}" dt="2025-06-10T16:14:51.899" v="67" actId="21"/>
          <ac:picMkLst>
            <pc:docMk/>
            <pc:sldMk cId="266204001" sldId="258"/>
            <ac:picMk id="11" creationId="{1E8DAAC5-8433-D72E-639E-5B9BA3EDE766}"/>
          </ac:picMkLst>
        </pc:picChg>
        <pc:picChg chg="add del mod modCrop">
          <ac:chgData name="Fatima Pillosu" userId="a6295d4dc9e22643" providerId="LiveId" clId="{B9A31C07-789E-48D4-B2E6-C80B6605FE08}" dt="2025-06-10T16:15:06.686" v="72" actId="21"/>
          <ac:picMkLst>
            <pc:docMk/>
            <pc:sldMk cId="266204001" sldId="258"/>
            <ac:picMk id="13" creationId="{585070D7-CA3A-502D-4DA3-91F14EC700AB}"/>
          </ac:picMkLst>
        </pc:picChg>
        <pc:picChg chg="add del mod modCrop">
          <ac:chgData name="Fatima Pillosu" userId="a6295d4dc9e22643" providerId="LiveId" clId="{B9A31C07-789E-48D4-B2E6-C80B6605FE08}" dt="2025-06-10T16:15:19.822" v="77" actId="21"/>
          <ac:picMkLst>
            <pc:docMk/>
            <pc:sldMk cId="266204001" sldId="258"/>
            <ac:picMk id="15" creationId="{4F9EDECB-B740-CAEE-DF03-9FF71FFF59E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515" y="801243"/>
            <a:ext cx="3519170" cy="1704481"/>
          </a:xfrm>
        </p:spPr>
        <p:txBody>
          <a:bodyPr anchor="b"/>
          <a:lstStyle>
            <a:lvl1pPr algn="ctr"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525" y="2571455"/>
            <a:ext cx="3105150" cy="1182030"/>
          </a:xfrm>
        </p:spPr>
        <p:txBody>
          <a:bodyPr/>
          <a:lstStyle>
            <a:lvl1pPr marL="0" indent="0" algn="ctr">
              <a:buNone/>
              <a:defRPr sz="1087"/>
            </a:lvl1pPr>
            <a:lvl2pPr marL="207020" indent="0" algn="ctr">
              <a:buNone/>
              <a:defRPr sz="906"/>
            </a:lvl2pPr>
            <a:lvl3pPr marL="414040" indent="0" algn="ctr">
              <a:buNone/>
              <a:defRPr sz="815"/>
            </a:lvl3pPr>
            <a:lvl4pPr marL="621060" indent="0" algn="ctr">
              <a:buNone/>
              <a:defRPr sz="724"/>
            </a:lvl4pPr>
            <a:lvl5pPr marL="828081" indent="0" algn="ctr">
              <a:buNone/>
              <a:defRPr sz="724"/>
            </a:lvl5pPr>
            <a:lvl6pPr marL="1035101" indent="0" algn="ctr">
              <a:buNone/>
              <a:defRPr sz="724"/>
            </a:lvl6pPr>
            <a:lvl7pPr marL="1242121" indent="0" algn="ctr">
              <a:buNone/>
              <a:defRPr sz="724"/>
            </a:lvl7pPr>
            <a:lvl8pPr marL="1449141" indent="0" algn="ctr">
              <a:buNone/>
              <a:defRPr sz="724"/>
            </a:lvl8pPr>
            <a:lvl9pPr marL="1656161" indent="0" algn="ctr">
              <a:buNone/>
              <a:defRPr sz="7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15D41-4DB4-46CC-BF5F-4F1657FD0E8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DE729-A475-44A1-812C-1BA80CD08D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13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15D41-4DB4-46CC-BF5F-4F1657FD0E8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DE729-A475-44A1-812C-1BA80CD08D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6556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482" y="1220564"/>
            <a:ext cx="3570923" cy="2036537"/>
          </a:xfrm>
        </p:spPr>
        <p:txBody>
          <a:bodyPr anchor="b"/>
          <a:lstStyle>
            <a:lvl1pPr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482" y="3276368"/>
            <a:ext cx="3570923" cy="1070967"/>
          </a:xfrm>
        </p:spPr>
        <p:txBody>
          <a:bodyPr/>
          <a:lstStyle>
            <a:lvl1pPr marL="0" indent="0">
              <a:buNone/>
              <a:defRPr sz="1087">
                <a:solidFill>
                  <a:schemeClr val="tx1">
                    <a:tint val="82000"/>
                  </a:schemeClr>
                </a:solidFill>
              </a:defRPr>
            </a:lvl1pPr>
            <a:lvl2pPr marL="207020" indent="0">
              <a:buNone/>
              <a:defRPr sz="906">
                <a:solidFill>
                  <a:schemeClr val="tx1">
                    <a:tint val="82000"/>
                  </a:schemeClr>
                </a:solidFill>
              </a:defRPr>
            </a:lvl2pPr>
            <a:lvl3pPr marL="414040" indent="0">
              <a:buNone/>
              <a:defRPr sz="815">
                <a:solidFill>
                  <a:schemeClr val="tx1">
                    <a:tint val="82000"/>
                  </a:schemeClr>
                </a:solidFill>
              </a:defRPr>
            </a:lvl3pPr>
            <a:lvl4pPr marL="621060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4pPr>
            <a:lvl5pPr marL="82808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5pPr>
            <a:lvl6pPr marL="103510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6pPr>
            <a:lvl7pPr marL="124212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7pPr>
            <a:lvl8pPr marL="144914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8pPr>
            <a:lvl9pPr marL="165616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15D41-4DB4-46CC-BF5F-4F1657FD0E8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DE729-A475-44A1-812C-1BA80CD08D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3629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4639" y="1303293"/>
            <a:ext cx="1759585" cy="3106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5976" y="1303293"/>
            <a:ext cx="1759585" cy="3106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15D41-4DB4-46CC-BF5F-4F1657FD0E8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DE729-A475-44A1-812C-1BA80CD08D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9566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260660"/>
            <a:ext cx="3570923" cy="946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179" y="1200163"/>
            <a:ext cx="1751498" cy="588182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5179" y="1788345"/>
            <a:ext cx="1751498" cy="2630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95977" y="1200163"/>
            <a:ext cx="1760124" cy="588182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95977" y="1788345"/>
            <a:ext cx="1760124" cy="2630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15D41-4DB4-46CC-BF5F-4F1657FD0E8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DE729-A475-44A1-812C-1BA80CD08D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323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15D41-4DB4-46CC-BF5F-4F1657FD0E8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DE729-A475-44A1-812C-1BA80CD08D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170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15D41-4DB4-46CC-BF5F-4F1657FD0E8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DE729-A475-44A1-812C-1BA80CD08D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1762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326390"/>
            <a:ext cx="1335322" cy="1142365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0124" y="704913"/>
            <a:ext cx="2095976" cy="3479227"/>
          </a:xfrm>
        </p:spPr>
        <p:txBody>
          <a:bodyPr/>
          <a:lstStyle>
            <a:lvl1pPr>
              <a:defRPr sz="1449"/>
            </a:lvl1pPr>
            <a:lvl2pPr>
              <a:defRPr sz="1268"/>
            </a:lvl2pPr>
            <a:lvl3pPr>
              <a:defRPr sz="1087"/>
            </a:lvl3pPr>
            <a:lvl4pPr>
              <a:defRPr sz="906"/>
            </a:lvl4pPr>
            <a:lvl5pPr>
              <a:defRPr sz="906"/>
            </a:lvl5pPr>
            <a:lvl6pPr>
              <a:defRPr sz="906"/>
            </a:lvl6pPr>
            <a:lvl7pPr>
              <a:defRPr sz="906"/>
            </a:lvl7pPr>
            <a:lvl8pPr>
              <a:defRPr sz="906"/>
            </a:lvl8pPr>
            <a:lvl9pPr>
              <a:defRPr sz="9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1468755"/>
            <a:ext cx="1335322" cy="2721050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15D41-4DB4-46CC-BF5F-4F1657FD0E8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DE729-A475-44A1-812C-1BA80CD08D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7973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326390"/>
            <a:ext cx="1335322" cy="1142365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60124" y="704913"/>
            <a:ext cx="2095976" cy="3479227"/>
          </a:xfrm>
        </p:spPr>
        <p:txBody>
          <a:bodyPr anchor="t"/>
          <a:lstStyle>
            <a:lvl1pPr marL="0" indent="0">
              <a:buNone/>
              <a:defRPr sz="1449"/>
            </a:lvl1pPr>
            <a:lvl2pPr marL="207020" indent="0">
              <a:buNone/>
              <a:defRPr sz="1268"/>
            </a:lvl2pPr>
            <a:lvl3pPr marL="414040" indent="0">
              <a:buNone/>
              <a:defRPr sz="1087"/>
            </a:lvl3pPr>
            <a:lvl4pPr marL="621060" indent="0">
              <a:buNone/>
              <a:defRPr sz="906"/>
            </a:lvl4pPr>
            <a:lvl5pPr marL="828081" indent="0">
              <a:buNone/>
              <a:defRPr sz="906"/>
            </a:lvl5pPr>
            <a:lvl6pPr marL="1035101" indent="0">
              <a:buNone/>
              <a:defRPr sz="906"/>
            </a:lvl6pPr>
            <a:lvl7pPr marL="1242121" indent="0">
              <a:buNone/>
              <a:defRPr sz="906"/>
            </a:lvl7pPr>
            <a:lvl8pPr marL="1449141" indent="0">
              <a:buNone/>
              <a:defRPr sz="906"/>
            </a:lvl8pPr>
            <a:lvl9pPr marL="1656161" indent="0">
              <a:buNone/>
              <a:defRPr sz="90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1468755"/>
            <a:ext cx="1335322" cy="2721050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15D41-4DB4-46CC-BF5F-4F1657FD0E8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DE729-A475-44A1-812C-1BA80CD08D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6933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15D41-4DB4-46CC-BF5F-4F1657FD0E8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DE729-A475-44A1-812C-1BA80CD08D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2787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62831" y="260658"/>
            <a:ext cx="892731" cy="414900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639" y="260658"/>
            <a:ext cx="2626439" cy="41490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15D41-4DB4-46CC-BF5F-4F1657FD0E8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DE729-A475-44A1-812C-1BA80CD08D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981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639" y="260660"/>
            <a:ext cx="3570923" cy="946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639" y="1303293"/>
            <a:ext cx="3570923" cy="31063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4639" y="4537729"/>
            <a:ext cx="931545" cy="260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515D41-4DB4-46CC-BF5F-4F1657FD0E85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1441" y="4537729"/>
            <a:ext cx="1397318" cy="260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24016" y="4537729"/>
            <a:ext cx="931545" cy="260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ADE729-A475-44A1-812C-1BA80CD08D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07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14040" rtl="0" eaLnBrk="1" latinLnBrk="0" hangingPunct="1">
        <a:lnSpc>
          <a:spcPct val="90000"/>
        </a:lnSpc>
        <a:spcBef>
          <a:spcPct val="0"/>
        </a:spcBef>
        <a:buNone/>
        <a:defRPr sz="1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3510" indent="-103510" algn="l" defTabSz="414040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268" kern="1200">
          <a:solidFill>
            <a:schemeClr val="tx1"/>
          </a:solidFill>
          <a:latin typeface="+mn-lt"/>
          <a:ea typeface="+mn-ea"/>
          <a:cs typeface="+mn-cs"/>
        </a:defRPr>
      </a:lvl1pPr>
      <a:lvl2pPr marL="31053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2pPr>
      <a:lvl3pPr marL="51755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906" kern="1200">
          <a:solidFill>
            <a:schemeClr val="tx1"/>
          </a:solidFill>
          <a:latin typeface="+mn-lt"/>
          <a:ea typeface="+mn-ea"/>
          <a:cs typeface="+mn-cs"/>
        </a:defRPr>
      </a:lvl3pPr>
      <a:lvl4pPr marL="7245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93159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13861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34563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55265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7596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1pPr>
      <a:lvl2pPr marL="20702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2pPr>
      <a:lvl3pPr marL="41404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3pPr>
      <a:lvl4pPr marL="62106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82808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03510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24212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44914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65616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p of the united states&#10;&#10;AI-generated content may be incorrect.">
            <a:extLst>
              <a:ext uri="{FF2B5EF4-FFF2-40B4-BE49-F238E27FC236}">
                <a16:creationId xmlns:a16="http://schemas.microsoft.com/office/drawing/2014/main" id="{4188A312-931C-A96B-9DBB-485DE2DA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6" t="28307" r="7106" b="4495"/>
          <a:stretch/>
        </p:blipFill>
        <p:spPr>
          <a:xfrm>
            <a:off x="260361" y="1082805"/>
            <a:ext cx="1918800" cy="1062612"/>
          </a:xfrm>
          <a:prstGeom prst="rect">
            <a:avLst/>
          </a:prstGeom>
        </p:spPr>
      </p:pic>
      <p:pic>
        <p:nvPicPr>
          <p:cNvPr id="6" name="Picture 5" descr="A map of the united states&#10;&#10;AI-generated content may be incorrect.">
            <a:extLst>
              <a:ext uri="{FF2B5EF4-FFF2-40B4-BE49-F238E27FC236}">
                <a16:creationId xmlns:a16="http://schemas.microsoft.com/office/drawing/2014/main" id="{7A99A4F9-239E-6C7F-B1CE-EE9C66D595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6" t="28307" r="7106" b="4495"/>
          <a:stretch/>
        </p:blipFill>
        <p:spPr>
          <a:xfrm>
            <a:off x="2206032" y="1082805"/>
            <a:ext cx="1918800" cy="1062612"/>
          </a:xfrm>
          <a:prstGeom prst="rect">
            <a:avLst/>
          </a:prstGeom>
        </p:spPr>
      </p:pic>
      <p:pic>
        <p:nvPicPr>
          <p:cNvPr id="8" name="Picture 7" descr="A map of the united states&#10;&#10;AI-generated content may be incorrect.">
            <a:extLst>
              <a:ext uri="{FF2B5EF4-FFF2-40B4-BE49-F238E27FC236}">
                <a16:creationId xmlns:a16="http://schemas.microsoft.com/office/drawing/2014/main" id="{FD73FFD3-BDBE-202C-40CA-4F1E3FA747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6" t="28307" r="7106" b="4495"/>
          <a:stretch/>
        </p:blipFill>
        <p:spPr>
          <a:xfrm>
            <a:off x="260361" y="2385072"/>
            <a:ext cx="1918800" cy="1062612"/>
          </a:xfrm>
          <a:prstGeom prst="rect">
            <a:avLst/>
          </a:prstGeom>
        </p:spPr>
      </p:pic>
      <p:pic>
        <p:nvPicPr>
          <p:cNvPr id="10" name="Picture 9" descr="A map of the united states&#10;&#10;AI-generated content may be incorrect.">
            <a:extLst>
              <a:ext uri="{FF2B5EF4-FFF2-40B4-BE49-F238E27FC236}">
                <a16:creationId xmlns:a16="http://schemas.microsoft.com/office/drawing/2014/main" id="{1E8DAAC5-8433-D72E-639E-5B9BA3EDE7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07" t="28307" r="7106" b="4495"/>
          <a:stretch/>
        </p:blipFill>
        <p:spPr>
          <a:xfrm>
            <a:off x="2206032" y="2385072"/>
            <a:ext cx="1918800" cy="1063870"/>
          </a:xfrm>
          <a:prstGeom prst="rect">
            <a:avLst/>
          </a:prstGeom>
        </p:spPr>
      </p:pic>
      <p:pic>
        <p:nvPicPr>
          <p:cNvPr id="12" name="Picture 11" descr="A map of the united states&#10;&#10;AI-generated content may be incorrect.">
            <a:extLst>
              <a:ext uri="{FF2B5EF4-FFF2-40B4-BE49-F238E27FC236}">
                <a16:creationId xmlns:a16="http://schemas.microsoft.com/office/drawing/2014/main" id="{585070D7-CA3A-502D-4DA3-91F14EC700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07" t="28307" r="7309" b="4495"/>
          <a:stretch/>
        </p:blipFill>
        <p:spPr>
          <a:xfrm>
            <a:off x="260361" y="3692131"/>
            <a:ext cx="1918800" cy="1066396"/>
          </a:xfrm>
          <a:prstGeom prst="rect">
            <a:avLst/>
          </a:prstGeom>
        </p:spPr>
      </p:pic>
      <p:pic>
        <p:nvPicPr>
          <p:cNvPr id="14" name="Picture 13" descr="A map of the united states&#10;&#10;AI-generated content may be incorrect.">
            <a:extLst>
              <a:ext uri="{FF2B5EF4-FFF2-40B4-BE49-F238E27FC236}">
                <a16:creationId xmlns:a16="http://schemas.microsoft.com/office/drawing/2014/main" id="{4F9EDECB-B740-CAEE-DF03-9FF71FFF59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09" t="28307" r="7208" b="4495"/>
          <a:stretch/>
        </p:blipFill>
        <p:spPr>
          <a:xfrm>
            <a:off x="2206032" y="3692131"/>
            <a:ext cx="1918800" cy="1066396"/>
          </a:xfrm>
          <a:prstGeom prst="rect">
            <a:avLst/>
          </a:prstGeom>
        </p:spPr>
      </p:pic>
      <p:pic>
        <p:nvPicPr>
          <p:cNvPr id="16" name="Picture 15" descr="A map of the united states&#10;&#10;AI-generated content may be incorrect.">
            <a:extLst>
              <a:ext uri="{FF2B5EF4-FFF2-40B4-BE49-F238E27FC236}">
                <a16:creationId xmlns:a16="http://schemas.microsoft.com/office/drawing/2014/main" id="{5A07DFD8-3E71-3163-27C2-16BEB825E58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1598" t="22791" r="11568" b="74084"/>
          <a:stretch/>
        </p:blipFill>
        <p:spPr>
          <a:xfrm>
            <a:off x="74264" y="720450"/>
            <a:ext cx="3937373" cy="113213"/>
          </a:xfrm>
          <a:prstGeom prst="rect">
            <a:avLst/>
          </a:prstGeom>
        </p:spPr>
      </p:pic>
      <p:sp>
        <p:nvSpPr>
          <p:cNvPr id="17" name="TextBox 228">
            <a:extLst>
              <a:ext uri="{FF2B5EF4-FFF2-40B4-BE49-F238E27FC236}">
                <a16:creationId xmlns:a16="http://schemas.microsoft.com/office/drawing/2014/main" id="{082CB828-3055-C01D-1D9B-34D32699459C}"/>
              </a:ext>
            </a:extLst>
          </p:cNvPr>
          <p:cNvSpPr txBox="1"/>
          <p:nvPr/>
        </p:nvSpPr>
        <p:spPr>
          <a:xfrm rot="18900000">
            <a:off x="2369594" y="507145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</a:t>
            </a:r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0.5</a:t>
            </a:r>
          </a:p>
        </p:txBody>
      </p:sp>
      <p:sp>
        <p:nvSpPr>
          <p:cNvPr id="18" name="TextBox 229">
            <a:extLst>
              <a:ext uri="{FF2B5EF4-FFF2-40B4-BE49-F238E27FC236}">
                <a16:creationId xmlns:a16="http://schemas.microsoft.com/office/drawing/2014/main" id="{26462B98-3F43-7391-382E-5FA37001F70A}"/>
              </a:ext>
            </a:extLst>
          </p:cNvPr>
          <p:cNvSpPr txBox="1"/>
          <p:nvPr/>
        </p:nvSpPr>
        <p:spPr>
          <a:xfrm rot="18900000">
            <a:off x="1996768" y="507145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20.5</a:t>
            </a:r>
          </a:p>
        </p:txBody>
      </p:sp>
      <p:sp>
        <p:nvSpPr>
          <p:cNvPr id="19" name="TextBox 230">
            <a:extLst>
              <a:ext uri="{FF2B5EF4-FFF2-40B4-BE49-F238E27FC236}">
                <a16:creationId xmlns:a16="http://schemas.microsoft.com/office/drawing/2014/main" id="{FB1D83BF-C5B8-0F42-ACF1-801724C77646}"/>
              </a:ext>
            </a:extLst>
          </p:cNvPr>
          <p:cNvSpPr txBox="1"/>
          <p:nvPr/>
        </p:nvSpPr>
        <p:spPr>
          <a:xfrm rot="18900000">
            <a:off x="1623942" y="507145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13.5</a:t>
            </a:r>
          </a:p>
        </p:txBody>
      </p:sp>
      <p:sp>
        <p:nvSpPr>
          <p:cNvPr id="20" name="TextBox 231">
            <a:extLst>
              <a:ext uri="{FF2B5EF4-FFF2-40B4-BE49-F238E27FC236}">
                <a16:creationId xmlns:a16="http://schemas.microsoft.com/office/drawing/2014/main" id="{EFB51189-ED1C-9467-A21E-04098224201A}"/>
              </a:ext>
            </a:extLst>
          </p:cNvPr>
          <p:cNvSpPr txBox="1"/>
          <p:nvPr/>
        </p:nvSpPr>
        <p:spPr>
          <a:xfrm rot="18900000">
            <a:off x="691877" y="507145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3.5 </a:t>
            </a:r>
          </a:p>
        </p:txBody>
      </p:sp>
      <p:sp>
        <p:nvSpPr>
          <p:cNvPr id="21" name="TextBox 232">
            <a:extLst>
              <a:ext uri="{FF2B5EF4-FFF2-40B4-BE49-F238E27FC236}">
                <a16:creationId xmlns:a16="http://schemas.microsoft.com/office/drawing/2014/main" id="{21C332B9-C99D-6C2F-F7A7-D75A6499E176}"/>
              </a:ext>
            </a:extLst>
          </p:cNvPr>
          <p:cNvSpPr txBox="1"/>
          <p:nvPr/>
        </p:nvSpPr>
        <p:spPr>
          <a:xfrm rot="18900000">
            <a:off x="319051" y="507145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1.5</a:t>
            </a:r>
          </a:p>
        </p:txBody>
      </p:sp>
      <p:sp>
        <p:nvSpPr>
          <p:cNvPr id="22" name="TextBox 233">
            <a:extLst>
              <a:ext uri="{FF2B5EF4-FFF2-40B4-BE49-F238E27FC236}">
                <a16:creationId xmlns:a16="http://schemas.microsoft.com/office/drawing/2014/main" id="{88809429-C163-FEA9-654A-C938A20C2ED1}"/>
              </a:ext>
            </a:extLst>
          </p:cNvPr>
          <p:cNvSpPr txBox="1"/>
          <p:nvPr/>
        </p:nvSpPr>
        <p:spPr>
          <a:xfrm rot="18900000">
            <a:off x="-53775" y="507145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</a:t>
            </a:r>
          </a:p>
        </p:txBody>
      </p:sp>
      <p:sp>
        <p:nvSpPr>
          <p:cNvPr id="23" name="TextBox 251">
            <a:extLst>
              <a:ext uri="{FF2B5EF4-FFF2-40B4-BE49-F238E27FC236}">
                <a16:creationId xmlns:a16="http://schemas.microsoft.com/office/drawing/2014/main" id="{64A6DF9F-4002-0BE8-0275-A7A7B18AE50E}"/>
              </a:ext>
            </a:extLst>
          </p:cNvPr>
          <p:cNvSpPr txBox="1"/>
          <p:nvPr/>
        </p:nvSpPr>
        <p:spPr>
          <a:xfrm>
            <a:off x="-202283" y="1069777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24" name="TextBox 252">
            <a:extLst>
              <a:ext uri="{FF2B5EF4-FFF2-40B4-BE49-F238E27FC236}">
                <a16:creationId xmlns:a16="http://schemas.microsoft.com/office/drawing/2014/main" id="{FBF4F939-D8E0-4CA6-4395-BE2703ED47D3}"/>
              </a:ext>
            </a:extLst>
          </p:cNvPr>
          <p:cNvSpPr txBox="1"/>
          <p:nvPr/>
        </p:nvSpPr>
        <p:spPr>
          <a:xfrm>
            <a:off x="-202283" y="1460090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25" name="TextBox 253">
            <a:extLst>
              <a:ext uri="{FF2B5EF4-FFF2-40B4-BE49-F238E27FC236}">
                <a16:creationId xmlns:a16="http://schemas.microsoft.com/office/drawing/2014/main" id="{9886A46A-5F0E-29C0-5553-F3C415C39030}"/>
              </a:ext>
            </a:extLst>
          </p:cNvPr>
          <p:cNvSpPr txBox="1"/>
          <p:nvPr/>
        </p:nvSpPr>
        <p:spPr>
          <a:xfrm>
            <a:off x="-202283" y="1787440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26" name="TextBox 254">
            <a:extLst>
              <a:ext uri="{FF2B5EF4-FFF2-40B4-BE49-F238E27FC236}">
                <a16:creationId xmlns:a16="http://schemas.microsoft.com/office/drawing/2014/main" id="{DD731501-A656-7957-75AF-86B51CC75396}"/>
              </a:ext>
            </a:extLst>
          </p:cNvPr>
          <p:cNvSpPr txBox="1"/>
          <p:nvPr/>
        </p:nvSpPr>
        <p:spPr>
          <a:xfrm>
            <a:off x="270041" y="4703555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120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27" name="TextBox 255">
            <a:extLst>
              <a:ext uri="{FF2B5EF4-FFF2-40B4-BE49-F238E27FC236}">
                <a16:creationId xmlns:a16="http://schemas.microsoft.com/office/drawing/2014/main" id="{DE08B4AE-3720-60F1-D6B9-743C32AD6707}"/>
              </a:ext>
            </a:extLst>
          </p:cNvPr>
          <p:cNvSpPr txBox="1"/>
          <p:nvPr/>
        </p:nvSpPr>
        <p:spPr>
          <a:xfrm>
            <a:off x="816043" y="4703555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28" name="TextBox 256">
            <a:extLst>
              <a:ext uri="{FF2B5EF4-FFF2-40B4-BE49-F238E27FC236}">
                <a16:creationId xmlns:a16="http://schemas.microsoft.com/office/drawing/2014/main" id="{9C4F17D1-D949-02CB-0B46-48106B0B393C}"/>
              </a:ext>
            </a:extLst>
          </p:cNvPr>
          <p:cNvSpPr txBox="1"/>
          <p:nvPr/>
        </p:nvSpPr>
        <p:spPr>
          <a:xfrm>
            <a:off x="1356702" y="4703555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80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29" name="TextBox 260">
            <a:extLst>
              <a:ext uri="{FF2B5EF4-FFF2-40B4-BE49-F238E27FC236}">
                <a16:creationId xmlns:a16="http://schemas.microsoft.com/office/drawing/2014/main" id="{455A54B8-5CD9-B620-BC08-5F6DA9DF0ED8}"/>
              </a:ext>
            </a:extLst>
          </p:cNvPr>
          <p:cNvSpPr txBox="1"/>
          <p:nvPr/>
        </p:nvSpPr>
        <p:spPr>
          <a:xfrm rot="18900000">
            <a:off x="132638" y="507145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0.5</a:t>
            </a:r>
          </a:p>
        </p:txBody>
      </p:sp>
      <p:sp>
        <p:nvSpPr>
          <p:cNvPr id="30" name="TextBox 261">
            <a:extLst>
              <a:ext uri="{FF2B5EF4-FFF2-40B4-BE49-F238E27FC236}">
                <a16:creationId xmlns:a16="http://schemas.microsoft.com/office/drawing/2014/main" id="{55890E00-81A3-E28D-C052-5E4FA9603339}"/>
              </a:ext>
            </a:extLst>
          </p:cNvPr>
          <p:cNvSpPr txBox="1"/>
          <p:nvPr/>
        </p:nvSpPr>
        <p:spPr>
          <a:xfrm rot="18900000">
            <a:off x="505464" y="507145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2.5</a:t>
            </a:r>
          </a:p>
        </p:txBody>
      </p:sp>
      <p:sp>
        <p:nvSpPr>
          <p:cNvPr id="31" name="TextBox 262">
            <a:extLst>
              <a:ext uri="{FF2B5EF4-FFF2-40B4-BE49-F238E27FC236}">
                <a16:creationId xmlns:a16="http://schemas.microsoft.com/office/drawing/2014/main" id="{D22BC35C-D8BA-9C47-5E36-D7A2E39E7940}"/>
              </a:ext>
            </a:extLst>
          </p:cNvPr>
          <p:cNvSpPr txBox="1"/>
          <p:nvPr/>
        </p:nvSpPr>
        <p:spPr>
          <a:xfrm rot="18900000">
            <a:off x="878290" y="507145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4.5</a:t>
            </a:r>
          </a:p>
        </p:txBody>
      </p:sp>
      <p:sp>
        <p:nvSpPr>
          <p:cNvPr id="32" name="TextBox 263">
            <a:extLst>
              <a:ext uri="{FF2B5EF4-FFF2-40B4-BE49-F238E27FC236}">
                <a16:creationId xmlns:a16="http://schemas.microsoft.com/office/drawing/2014/main" id="{2847A4E1-5D8A-BA47-5F8F-485D455DD114}"/>
              </a:ext>
            </a:extLst>
          </p:cNvPr>
          <p:cNvSpPr txBox="1"/>
          <p:nvPr/>
        </p:nvSpPr>
        <p:spPr>
          <a:xfrm rot="18900000">
            <a:off x="1810355" y="507145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16.5</a:t>
            </a:r>
          </a:p>
        </p:txBody>
      </p:sp>
      <p:sp>
        <p:nvSpPr>
          <p:cNvPr id="33" name="TextBox 264">
            <a:extLst>
              <a:ext uri="{FF2B5EF4-FFF2-40B4-BE49-F238E27FC236}">
                <a16:creationId xmlns:a16="http://schemas.microsoft.com/office/drawing/2014/main" id="{9A16AC1B-8EF3-92A4-CABD-D73AD244F75E}"/>
              </a:ext>
            </a:extLst>
          </p:cNvPr>
          <p:cNvSpPr txBox="1"/>
          <p:nvPr/>
        </p:nvSpPr>
        <p:spPr>
          <a:xfrm rot="18900000">
            <a:off x="2183181" y="507145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25.5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5B66109-5EC0-175E-124D-C46996895CE7}"/>
              </a:ext>
            </a:extLst>
          </p:cNvPr>
          <p:cNvSpPr txBox="1"/>
          <p:nvPr/>
        </p:nvSpPr>
        <p:spPr>
          <a:xfrm>
            <a:off x="-83151" y="-46338"/>
            <a:ext cx="4042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Probability of rainfall exceeding the 1-year return period (ERA5-ecPoint) </a:t>
            </a:r>
          </a:p>
          <a:p>
            <a:r>
              <a:rPr lang="en-US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Dynamic Fields (VT: from 2021-09-01 at 00 UTC to 2021-09-02 at 00 UTC)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6BC6E3-86E2-3737-AB80-3B95CB16E8E3}"/>
              </a:ext>
            </a:extLst>
          </p:cNvPr>
          <p:cNvSpPr txBox="1"/>
          <p:nvPr/>
        </p:nvSpPr>
        <p:spPr>
          <a:xfrm>
            <a:off x="2126232" y="880403"/>
            <a:ext cx="21240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b) Forecasts: 2021-09-01 - 00 UTC (t+0,t+24)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D385A0-4768-7304-9AF2-9662B3618F45}"/>
              </a:ext>
            </a:extLst>
          </p:cNvPr>
          <p:cNvSpPr txBox="1"/>
          <p:nvPr/>
        </p:nvSpPr>
        <p:spPr>
          <a:xfrm>
            <a:off x="-70011" y="880403"/>
            <a:ext cx="21240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a) Reanalysis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E75AC1-1794-5E7F-F1C7-E3D46F9F3C6B}"/>
              </a:ext>
            </a:extLst>
          </p:cNvPr>
          <p:cNvSpPr txBox="1"/>
          <p:nvPr/>
        </p:nvSpPr>
        <p:spPr>
          <a:xfrm>
            <a:off x="-70011" y="2181458"/>
            <a:ext cx="21240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c) Forecasts: 2021-08-31 - 00 UTC (t+24,t+48)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1966A53-077B-E857-FB56-6D8CABD214E0}"/>
              </a:ext>
            </a:extLst>
          </p:cNvPr>
          <p:cNvSpPr txBox="1"/>
          <p:nvPr/>
        </p:nvSpPr>
        <p:spPr>
          <a:xfrm>
            <a:off x="-70011" y="3491658"/>
            <a:ext cx="21240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e) Forecasts: 2021-08-29 - 00 UTC (t72,t+96)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DD87AC-C1BC-2933-33E1-AC551ED331CE}"/>
              </a:ext>
            </a:extLst>
          </p:cNvPr>
          <p:cNvSpPr txBox="1"/>
          <p:nvPr/>
        </p:nvSpPr>
        <p:spPr>
          <a:xfrm>
            <a:off x="2126232" y="2178997"/>
            <a:ext cx="2124000" cy="21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d) Forecasts: 2021-08-30 - 00 UTC (t+48,t+72)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5493878-E8E3-4B21-EDED-882FA025EE50}"/>
              </a:ext>
            </a:extLst>
          </p:cNvPr>
          <p:cNvSpPr txBox="1"/>
          <p:nvPr/>
        </p:nvSpPr>
        <p:spPr>
          <a:xfrm>
            <a:off x="2126232" y="3486736"/>
            <a:ext cx="2124000" cy="21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f) Forecasts: 2021-08-28 - 00 UTC (t+96,t+120)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1" name="TextBox 262">
            <a:extLst>
              <a:ext uri="{FF2B5EF4-FFF2-40B4-BE49-F238E27FC236}">
                <a16:creationId xmlns:a16="http://schemas.microsoft.com/office/drawing/2014/main" id="{000021FB-3D9A-C671-5BD8-5FD3D4F57EAF}"/>
              </a:ext>
            </a:extLst>
          </p:cNvPr>
          <p:cNvSpPr txBox="1"/>
          <p:nvPr/>
        </p:nvSpPr>
        <p:spPr>
          <a:xfrm>
            <a:off x="1969883" y="324351"/>
            <a:ext cx="3541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[%]</a:t>
            </a:r>
          </a:p>
        </p:txBody>
      </p:sp>
      <p:sp>
        <p:nvSpPr>
          <p:cNvPr id="42" name="TextBox 251">
            <a:extLst>
              <a:ext uri="{FF2B5EF4-FFF2-40B4-BE49-F238E27FC236}">
                <a16:creationId xmlns:a16="http://schemas.microsoft.com/office/drawing/2014/main" id="{1D9A1454-C5EC-EF96-9456-6EFA68D93F96}"/>
              </a:ext>
            </a:extLst>
          </p:cNvPr>
          <p:cNvSpPr txBox="1"/>
          <p:nvPr/>
        </p:nvSpPr>
        <p:spPr>
          <a:xfrm>
            <a:off x="-202283" y="2369044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43" name="TextBox 252">
            <a:extLst>
              <a:ext uri="{FF2B5EF4-FFF2-40B4-BE49-F238E27FC236}">
                <a16:creationId xmlns:a16="http://schemas.microsoft.com/office/drawing/2014/main" id="{CE3B5F6B-A16B-67FA-B1F3-40AF319AD7BD}"/>
              </a:ext>
            </a:extLst>
          </p:cNvPr>
          <p:cNvSpPr txBox="1"/>
          <p:nvPr/>
        </p:nvSpPr>
        <p:spPr>
          <a:xfrm>
            <a:off x="-202283" y="2762003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44" name="TextBox 253">
            <a:extLst>
              <a:ext uri="{FF2B5EF4-FFF2-40B4-BE49-F238E27FC236}">
                <a16:creationId xmlns:a16="http://schemas.microsoft.com/office/drawing/2014/main" id="{3FF0EAA4-2EF5-4F38-B6EC-35ED6BE230C8}"/>
              </a:ext>
            </a:extLst>
          </p:cNvPr>
          <p:cNvSpPr txBox="1"/>
          <p:nvPr/>
        </p:nvSpPr>
        <p:spPr>
          <a:xfrm>
            <a:off x="-202283" y="3094655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45" name="TextBox 251">
            <a:extLst>
              <a:ext uri="{FF2B5EF4-FFF2-40B4-BE49-F238E27FC236}">
                <a16:creationId xmlns:a16="http://schemas.microsoft.com/office/drawing/2014/main" id="{9C0BF0B8-9ECF-FB3A-55AD-9010A6D0C88A}"/>
              </a:ext>
            </a:extLst>
          </p:cNvPr>
          <p:cNvSpPr txBox="1"/>
          <p:nvPr/>
        </p:nvSpPr>
        <p:spPr>
          <a:xfrm>
            <a:off x="-202283" y="3678197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46" name="TextBox 252">
            <a:extLst>
              <a:ext uri="{FF2B5EF4-FFF2-40B4-BE49-F238E27FC236}">
                <a16:creationId xmlns:a16="http://schemas.microsoft.com/office/drawing/2014/main" id="{B4F89EAC-F5BE-5AB3-6D3A-51942411D6AC}"/>
              </a:ext>
            </a:extLst>
          </p:cNvPr>
          <p:cNvSpPr txBox="1"/>
          <p:nvPr/>
        </p:nvSpPr>
        <p:spPr>
          <a:xfrm>
            <a:off x="-202283" y="4065860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47" name="TextBox 253">
            <a:extLst>
              <a:ext uri="{FF2B5EF4-FFF2-40B4-BE49-F238E27FC236}">
                <a16:creationId xmlns:a16="http://schemas.microsoft.com/office/drawing/2014/main" id="{4B314188-7F22-6C36-D5F3-C79B9823CCF9}"/>
              </a:ext>
            </a:extLst>
          </p:cNvPr>
          <p:cNvSpPr txBox="1"/>
          <p:nvPr/>
        </p:nvSpPr>
        <p:spPr>
          <a:xfrm>
            <a:off x="-202283" y="4401162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48" name="TextBox 254">
            <a:extLst>
              <a:ext uri="{FF2B5EF4-FFF2-40B4-BE49-F238E27FC236}">
                <a16:creationId xmlns:a16="http://schemas.microsoft.com/office/drawing/2014/main" id="{445A7559-4D19-A6F6-DA0F-D756F483D299}"/>
              </a:ext>
            </a:extLst>
          </p:cNvPr>
          <p:cNvSpPr txBox="1"/>
          <p:nvPr/>
        </p:nvSpPr>
        <p:spPr>
          <a:xfrm>
            <a:off x="2225762" y="4703555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120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49" name="TextBox 255">
            <a:extLst>
              <a:ext uri="{FF2B5EF4-FFF2-40B4-BE49-F238E27FC236}">
                <a16:creationId xmlns:a16="http://schemas.microsoft.com/office/drawing/2014/main" id="{A4EE99A9-33C7-3773-9DEA-E39F625A5212}"/>
              </a:ext>
            </a:extLst>
          </p:cNvPr>
          <p:cNvSpPr txBox="1"/>
          <p:nvPr/>
        </p:nvSpPr>
        <p:spPr>
          <a:xfrm>
            <a:off x="2771766" y="4703555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50" name="TextBox 256">
            <a:extLst>
              <a:ext uri="{FF2B5EF4-FFF2-40B4-BE49-F238E27FC236}">
                <a16:creationId xmlns:a16="http://schemas.microsoft.com/office/drawing/2014/main" id="{D8B522E8-1814-1FE6-CF46-055B320030EF}"/>
              </a:ext>
            </a:extLst>
          </p:cNvPr>
          <p:cNvSpPr txBox="1"/>
          <p:nvPr/>
        </p:nvSpPr>
        <p:spPr>
          <a:xfrm>
            <a:off x="3320376" y="4703555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80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51" name="TextBox 262">
            <a:extLst>
              <a:ext uri="{FF2B5EF4-FFF2-40B4-BE49-F238E27FC236}">
                <a16:creationId xmlns:a16="http://schemas.microsoft.com/office/drawing/2014/main" id="{F0474377-B166-9FE7-F0CD-757289DF5B18}"/>
              </a:ext>
            </a:extLst>
          </p:cNvPr>
          <p:cNvSpPr txBox="1"/>
          <p:nvPr/>
        </p:nvSpPr>
        <p:spPr>
          <a:xfrm rot="18900000">
            <a:off x="1064703" y="507145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6.5</a:t>
            </a:r>
          </a:p>
        </p:txBody>
      </p:sp>
      <p:sp>
        <p:nvSpPr>
          <p:cNvPr id="52" name="TextBox 262">
            <a:extLst>
              <a:ext uri="{FF2B5EF4-FFF2-40B4-BE49-F238E27FC236}">
                <a16:creationId xmlns:a16="http://schemas.microsoft.com/office/drawing/2014/main" id="{2EC17A87-5F98-30A0-B0E4-2CF025030731}"/>
              </a:ext>
            </a:extLst>
          </p:cNvPr>
          <p:cNvSpPr txBox="1"/>
          <p:nvPr/>
        </p:nvSpPr>
        <p:spPr>
          <a:xfrm rot="18900000">
            <a:off x="1251116" y="507145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8.5</a:t>
            </a:r>
          </a:p>
        </p:txBody>
      </p:sp>
      <p:sp>
        <p:nvSpPr>
          <p:cNvPr id="53" name="TextBox 262">
            <a:extLst>
              <a:ext uri="{FF2B5EF4-FFF2-40B4-BE49-F238E27FC236}">
                <a16:creationId xmlns:a16="http://schemas.microsoft.com/office/drawing/2014/main" id="{B449B9DC-BC6D-3397-ECEA-E2B1A14A2A1D}"/>
              </a:ext>
            </a:extLst>
          </p:cNvPr>
          <p:cNvSpPr txBox="1"/>
          <p:nvPr/>
        </p:nvSpPr>
        <p:spPr>
          <a:xfrm rot="18900000">
            <a:off x="1437529" y="507145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10.5</a:t>
            </a:r>
          </a:p>
        </p:txBody>
      </p:sp>
      <p:sp>
        <p:nvSpPr>
          <p:cNvPr id="54" name="TextBox 228">
            <a:extLst>
              <a:ext uri="{FF2B5EF4-FFF2-40B4-BE49-F238E27FC236}">
                <a16:creationId xmlns:a16="http://schemas.microsoft.com/office/drawing/2014/main" id="{F931034A-7D6F-8EA8-77FA-38D23B11D246}"/>
              </a:ext>
            </a:extLst>
          </p:cNvPr>
          <p:cNvSpPr txBox="1"/>
          <p:nvPr/>
        </p:nvSpPr>
        <p:spPr>
          <a:xfrm rot="18900000">
            <a:off x="2556007" y="507145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</a:t>
            </a:r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5.5</a:t>
            </a:r>
          </a:p>
        </p:txBody>
      </p:sp>
      <p:sp>
        <p:nvSpPr>
          <p:cNvPr id="55" name="TextBox 228">
            <a:extLst>
              <a:ext uri="{FF2B5EF4-FFF2-40B4-BE49-F238E27FC236}">
                <a16:creationId xmlns:a16="http://schemas.microsoft.com/office/drawing/2014/main" id="{4E92A261-3F68-2130-689A-A1282F999C88}"/>
              </a:ext>
            </a:extLst>
          </p:cNvPr>
          <p:cNvSpPr txBox="1"/>
          <p:nvPr/>
        </p:nvSpPr>
        <p:spPr>
          <a:xfrm rot="18900000">
            <a:off x="2742420" y="507145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40</a:t>
            </a:r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.5</a:t>
            </a:r>
          </a:p>
        </p:txBody>
      </p:sp>
      <p:sp>
        <p:nvSpPr>
          <p:cNvPr id="56" name="TextBox 228">
            <a:extLst>
              <a:ext uri="{FF2B5EF4-FFF2-40B4-BE49-F238E27FC236}">
                <a16:creationId xmlns:a16="http://schemas.microsoft.com/office/drawing/2014/main" id="{13B4ED1F-BA20-584D-160D-E72FD57F6E94}"/>
              </a:ext>
            </a:extLst>
          </p:cNvPr>
          <p:cNvSpPr txBox="1"/>
          <p:nvPr/>
        </p:nvSpPr>
        <p:spPr>
          <a:xfrm rot="18900000">
            <a:off x="2928833" y="507145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</a:t>
            </a:r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.5</a:t>
            </a:r>
          </a:p>
        </p:txBody>
      </p:sp>
      <p:sp>
        <p:nvSpPr>
          <p:cNvPr id="57" name="TextBox 228">
            <a:extLst>
              <a:ext uri="{FF2B5EF4-FFF2-40B4-BE49-F238E27FC236}">
                <a16:creationId xmlns:a16="http://schemas.microsoft.com/office/drawing/2014/main" id="{9E17B2EA-5075-2F32-48F1-B8F79DC14C38}"/>
              </a:ext>
            </a:extLst>
          </p:cNvPr>
          <p:cNvSpPr txBox="1"/>
          <p:nvPr/>
        </p:nvSpPr>
        <p:spPr>
          <a:xfrm rot="18900000">
            <a:off x="3115246" y="507145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60</a:t>
            </a:r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.5</a:t>
            </a:r>
          </a:p>
        </p:txBody>
      </p:sp>
      <p:sp>
        <p:nvSpPr>
          <p:cNvPr id="58" name="TextBox 228">
            <a:extLst>
              <a:ext uri="{FF2B5EF4-FFF2-40B4-BE49-F238E27FC236}">
                <a16:creationId xmlns:a16="http://schemas.microsoft.com/office/drawing/2014/main" id="{3C88EA91-CBB6-2923-84E8-958EAB03D695}"/>
              </a:ext>
            </a:extLst>
          </p:cNvPr>
          <p:cNvSpPr txBox="1"/>
          <p:nvPr/>
        </p:nvSpPr>
        <p:spPr>
          <a:xfrm rot="18900000">
            <a:off x="3301659" y="507145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70</a:t>
            </a:r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.5</a:t>
            </a:r>
          </a:p>
        </p:txBody>
      </p:sp>
      <p:sp>
        <p:nvSpPr>
          <p:cNvPr id="59" name="TextBox 228">
            <a:extLst>
              <a:ext uri="{FF2B5EF4-FFF2-40B4-BE49-F238E27FC236}">
                <a16:creationId xmlns:a16="http://schemas.microsoft.com/office/drawing/2014/main" id="{398D0DBF-C0BF-0EAB-70D2-6FAFBE8D8584}"/>
              </a:ext>
            </a:extLst>
          </p:cNvPr>
          <p:cNvSpPr txBox="1"/>
          <p:nvPr/>
        </p:nvSpPr>
        <p:spPr>
          <a:xfrm rot="18900000">
            <a:off x="3488072" y="507145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80</a:t>
            </a:r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.5</a:t>
            </a:r>
          </a:p>
        </p:txBody>
      </p:sp>
      <p:sp>
        <p:nvSpPr>
          <p:cNvPr id="60" name="TextBox 228">
            <a:extLst>
              <a:ext uri="{FF2B5EF4-FFF2-40B4-BE49-F238E27FC236}">
                <a16:creationId xmlns:a16="http://schemas.microsoft.com/office/drawing/2014/main" id="{BB947B23-D613-6274-5A1A-0612C9DDC7BA}"/>
              </a:ext>
            </a:extLst>
          </p:cNvPr>
          <p:cNvSpPr txBox="1"/>
          <p:nvPr/>
        </p:nvSpPr>
        <p:spPr>
          <a:xfrm rot="18900000">
            <a:off x="3674485" y="507145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90</a:t>
            </a:r>
            <a:r>
              <a:rPr lang="en-GB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.5</a:t>
            </a:r>
          </a:p>
        </p:txBody>
      </p:sp>
      <p:sp>
        <p:nvSpPr>
          <p:cNvPr id="61" name="TextBox 228">
            <a:extLst>
              <a:ext uri="{FF2B5EF4-FFF2-40B4-BE49-F238E27FC236}">
                <a16:creationId xmlns:a16="http://schemas.microsoft.com/office/drawing/2014/main" id="{5B5E25C5-CF55-1AD6-2F46-56FF2C9AA072}"/>
              </a:ext>
            </a:extLst>
          </p:cNvPr>
          <p:cNvSpPr txBox="1"/>
          <p:nvPr/>
        </p:nvSpPr>
        <p:spPr>
          <a:xfrm rot="18900000">
            <a:off x="3860893" y="507145"/>
            <a:ext cx="363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100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89D57BAF-EDF7-DFF3-25C8-DBF5CA7C01E8}"/>
              </a:ext>
            </a:extLst>
          </p:cNvPr>
          <p:cNvSpPr/>
          <p:nvPr/>
        </p:nvSpPr>
        <p:spPr>
          <a:xfrm>
            <a:off x="558741" y="1446929"/>
            <a:ext cx="504000" cy="504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2A0340DF-C636-D189-A28F-EA34AB5D27EE}"/>
              </a:ext>
            </a:extLst>
          </p:cNvPr>
          <p:cNvSpPr/>
          <p:nvPr/>
        </p:nvSpPr>
        <p:spPr>
          <a:xfrm>
            <a:off x="1414606" y="1363165"/>
            <a:ext cx="504681" cy="504000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00FF"/>
              </a:solidFill>
            </a:endParaRPr>
          </a:p>
        </p:txBody>
      </p:sp>
      <p:sp>
        <p:nvSpPr>
          <p:cNvPr id="64" name="TextBox 262">
            <a:extLst>
              <a:ext uri="{FF2B5EF4-FFF2-40B4-BE49-F238E27FC236}">
                <a16:creationId xmlns:a16="http://schemas.microsoft.com/office/drawing/2014/main" id="{12F38479-AB54-6B30-2D3C-FF8C0302CC0C}"/>
              </a:ext>
            </a:extLst>
          </p:cNvPr>
          <p:cNvSpPr txBox="1"/>
          <p:nvPr/>
        </p:nvSpPr>
        <p:spPr>
          <a:xfrm>
            <a:off x="306183" y="1111971"/>
            <a:ext cx="10432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Small Convective System</a:t>
            </a:r>
          </a:p>
        </p:txBody>
      </p:sp>
      <p:sp>
        <p:nvSpPr>
          <p:cNvPr id="65" name="TextBox 262">
            <a:extLst>
              <a:ext uri="{FF2B5EF4-FFF2-40B4-BE49-F238E27FC236}">
                <a16:creationId xmlns:a16="http://schemas.microsoft.com/office/drawing/2014/main" id="{F814593F-D80C-3FAD-DC51-3489C5EF4A97}"/>
              </a:ext>
            </a:extLst>
          </p:cNvPr>
          <p:cNvSpPr txBox="1"/>
          <p:nvPr/>
        </p:nvSpPr>
        <p:spPr>
          <a:xfrm>
            <a:off x="1068879" y="1026396"/>
            <a:ext cx="12150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0000FF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Large-scale </a:t>
            </a:r>
          </a:p>
          <a:p>
            <a:pPr algn="ctr"/>
            <a:r>
              <a:rPr lang="en-GB" sz="800" dirty="0">
                <a:solidFill>
                  <a:srgbClr val="0000FF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System</a:t>
            </a:r>
          </a:p>
        </p:txBody>
      </p:sp>
    </p:spTree>
    <p:extLst>
      <p:ext uri="{BB962C8B-B14F-4D97-AF65-F5344CB8AC3E}">
        <p14:creationId xmlns:p14="http://schemas.microsoft.com/office/powerpoint/2010/main" val="1403429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194</Words>
  <Application>Microsoft Office PowerPoint</Application>
  <PresentationFormat>Custom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Pillosu</dc:creator>
  <cp:lastModifiedBy>Fatima Pillosu</cp:lastModifiedBy>
  <cp:revision>1</cp:revision>
  <dcterms:created xsi:type="dcterms:W3CDTF">2025-06-10T15:32:15Z</dcterms:created>
  <dcterms:modified xsi:type="dcterms:W3CDTF">2025-07-15T02:45:28Z</dcterms:modified>
</cp:coreProperties>
</file>