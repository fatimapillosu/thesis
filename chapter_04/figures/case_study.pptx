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140200" cy="5580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1F2E4-2415-4DBF-BB0D-5AFF0487B5E1}" v="73" dt="2025-07-15T14:04:00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0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22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47B1F2E4-2415-4DBF-BB0D-5AFF0487B5E1}"/>
    <pc:docChg chg="undo custSel modSld">
      <pc:chgData name="Fatima Pillosu" userId="a6295d4dc9e22643" providerId="LiveId" clId="{47B1F2E4-2415-4DBF-BB0D-5AFF0487B5E1}" dt="2025-07-15T14:04:00.186" v="256"/>
      <pc:docMkLst>
        <pc:docMk/>
      </pc:docMkLst>
      <pc:sldChg chg="addSp delSp modSp mod">
        <pc:chgData name="Fatima Pillosu" userId="a6295d4dc9e22643" providerId="LiveId" clId="{47B1F2E4-2415-4DBF-BB0D-5AFF0487B5E1}" dt="2025-07-15T14:04:00.186" v="256"/>
        <pc:sldMkLst>
          <pc:docMk/>
          <pc:sldMk cId="585242620" sldId="256"/>
        </pc:sldMkLst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2" creationId="{18DCA26F-9536-669B-434A-B99D816790A1}"/>
          </ac:spMkLst>
        </pc:spChg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13" creationId="{50CAC50A-7CEA-657C-7C77-CAFACB5347E6}"/>
          </ac:spMkLst>
        </pc:spChg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14" creationId="{FB4C8397-37E5-C7A5-A943-CAD7B623D302}"/>
          </ac:spMkLst>
        </pc:spChg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15" creationId="{F61A4172-E6F0-8322-D782-94AEA6467D1B}"/>
          </ac:spMkLst>
        </pc:spChg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16" creationId="{D333C99C-F2AE-F633-8601-14AAE267010E}"/>
          </ac:spMkLst>
        </pc:spChg>
        <pc:spChg chg="add del mod">
          <ac:chgData name="Fatima Pillosu" userId="a6295d4dc9e22643" providerId="LiveId" clId="{47B1F2E4-2415-4DBF-BB0D-5AFF0487B5E1}" dt="2025-07-15T14:03:48.503" v="255" actId="21"/>
          <ac:spMkLst>
            <pc:docMk/>
            <pc:sldMk cId="585242620" sldId="256"/>
            <ac:spMk id="17" creationId="{C344F992-23DD-029A-4DEA-8C9D94034CB9}"/>
          </ac:spMkLst>
        </pc:spChg>
        <pc:spChg chg="add del">
          <ac:chgData name="Fatima Pillosu" userId="a6295d4dc9e22643" providerId="LiveId" clId="{47B1F2E4-2415-4DBF-BB0D-5AFF0487B5E1}" dt="2025-07-15T14:03:45.832" v="254" actId="478"/>
          <ac:spMkLst>
            <pc:docMk/>
            <pc:sldMk cId="585242620" sldId="256"/>
            <ac:spMk id="18" creationId="{3BE7B525-F0E3-6CDD-FE5D-E8A8136D5959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20" creationId="{18DCA26F-9536-669B-434A-B99D816790A1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26" creationId="{50CAC50A-7CEA-657C-7C77-CAFACB5347E6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27" creationId="{FB4C8397-37E5-C7A5-A943-CAD7B623D302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28" creationId="{F61A4172-E6F0-8322-D782-94AEA6467D1B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29" creationId="{D333C99C-F2AE-F633-8601-14AAE267010E}"/>
          </ac:spMkLst>
        </pc:spChg>
        <pc:spChg chg="add mod">
          <ac:chgData name="Fatima Pillosu" userId="a6295d4dc9e22643" providerId="LiveId" clId="{47B1F2E4-2415-4DBF-BB0D-5AFF0487B5E1}" dt="2025-07-15T14:04:00.186" v="256"/>
          <ac:spMkLst>
            <pc:docMk/>
            <pc:sldMk cId="585242620" sldId="256"/>
            <ac:spMk id="30" creationId="{C344F992-23DD-029A-4DEA-8C9D94034CB9}"/>
          </ac:spMkLst>
        </pc:spChg>
        <pc:picChg chg="add del mod modCrop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4" creationId="{2ACFD9E2-18A6-0EF8-854B-AAB6DA91DB40}"/>
          </ac:picMkLst>
        </pc:picChg>
        <pc:picChg chg="add del mod modCrop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6" creationId="{7FC63D78-30A5-ADD6-785F-7D1D9CFDAF85}"/>
          </ac:picMkLst>
        </pc:picChg>
        <pc:picChg chg="add del mod modCrop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8" creationId="{5C2C71C3-5595-177B-BA94-9020F7BA8176}"/>
          </ac:picMkLst>
        </pc:picChg>
        <pc:picChg chg="add del mod modCrop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10" creationId="{55BB35A3-4439-0BEE-D9E6-EB74B9B1C7D1}"/>
          </ac:picMkLst>
        </pc:picChg>
        <pc:picChg chg="add del mod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12" creationId="{7AD0FF09-A316-AB67-4448-9B9911F6F95F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19" creationId="{95786874-C93B-9872-CC81-D0D6AD15E626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21" creationId="{2ACFD9E2-18A6-0EF8-854B-AAB6DA91DB40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22" creationId="{7FC63D78-30A5-ADD6-785F-7D1D9CFDAF85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23" creationId="{5C2C71C3-5595-177B-BA94-9020F7BA8176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24" creationId="{55BB35A3-4439-0BEE-D9E6-EB74B9B1C7D1}"/>
          </ac:picMkLst>
        </pc:picChg>
        <pc:picChg chg="add mod">
          <ac:chgData name="Fatima Pillosu" userId="a6295d4dc9e22643" providerId="LiveId" clId="{47B1F2E4-2415-4DBF-BB0D-5AFF0487B5E1}" dt="2025-07-15T14:04:00.186" v="256"/>
          <ac:picMkLst>
            <pc:docMk/>
            <pc:sldMk cId="585242620" sldId="256"/>
            <ac:picMk id="25" creationId="{7AD0FF09-A316-AB67-4448-9B9911F6F95F}"/>
          </ac:picMkLst>
        </pc:picChg>
        <pc:picChg chg="del mod">
          <ac:chgData name="Fatima Pillosu" userId="a6295d4dc9e22643" providerId="LiveId" clId="{47B1F2E4-2415-4DBF-BB0D-5AFF0487B5E1}" dt="2025-07-15T14:03:48.503" v="255" actId="21"/>
          <ac:picMkLst>
            <pc:docMk/>
            <pc:sldMk cId="585242620" sldId="256"/>
            <ac:picMk id="1026" creationId="{95786874-C93B-9872-CC81-D0D6AD15E6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913219"/>
            <a:ext cx="3519170" cy="1942689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930825"/>
            <a:ext cx="3105150" cy="1347223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59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71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391142"/>
            <a:ext cx="3570923" cy="2321151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734252"/>
            <a:ext cx="3570923" cy="1220638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37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485433"/>
            <a:ext cx="1759585" cy="354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485433"/>
            <a:ext cx="1759585" cy="35404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55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97088"/>
            <a:ext cx="3570923" cy="1078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367891"/>
            <a:ext cx="1751498" cy="67038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038273"/>
            <a:ext cx="1751498" cy="2997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367891"/>
            <a:ext cx="1760124" cy="67038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038273"/>
            <a:ext cx="1760124" cy="2997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23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15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69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72004"/>
            <a:ext cx="1335322" cy="1302015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803427"/>
            <a:ext cx="2095976" cy="3965461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674019"/>
            <a:ext cx="1335322" cy="3101327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07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72004"/>
            <a:ext cx="1335322" cy="1302015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803427"/>
            <a:ext cx="2095976" cy="3965461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674019"/>
            <a:ext cx="1335322" cy="3101327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716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98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97087"/>
            <a:ext cx="892731" cy="47288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97087"/>
            <a:ext cx="2626439" cy="47288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340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97088"/>
            <a:ext cx="3570923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485433"/>
            <a:ext cx="3570923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5171893"/>
            <a:ext cx="931545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2BAB5-5719-44F7-86C6-052BACD1BE24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5171893"/>
            <a:ext cx="139731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5171893"/>
            <a:ext cx="931545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9E58F-FACF-4D63-84A7-B534B521C2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77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National Hurricane Center best track of Hurricane Ida.">
            <a:extLst>
              <a:ext uri="{FF2B5EF4-FFF2-40B4-BE49-F238E27FC236}">
                <a16:creationId xmlns:a16="http://schemas.microsoft.com/office/drawing/2014/main" id="{95786874-C93B-9872-CC81-D0D6AD15E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1" y="455903"/>
            <a:ext cx="3970638" cy="289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DCA26F-9536-669B-434A-B99D816790A1}"/>
              </a:ext>
            </a:extLst>
          </p:cNvPr>
          <p:cNvSpPr txBox="1"/>
          <p:nvPr/>
        </p:nvSpPr>
        <p:spPr>
          <a:xfrm>
            <a:off x="-83151" y="-39988"/>
            <a:ext cx="6634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 study analysed in the thesis 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Storm Ida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ACFD9E2-18A6-0EF8-854B-AAB6DA91D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03" t="22961" r="5091" b="6819"/>
          <a:stretch/>
        </p:blipFill>
        <p:spPr>
          <a:xfrm>
            <a:off x="15012" y="3446032"/>
            <a:ext cx="2000330" cy="1008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C63D78-30A5-ADD6-785F-7D1D9CFDA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03" t="22961" r="5091" b="6819"/>
          <a:stretch/>
        </p:blipFill>
        <p:spPr>
          <a:xfrm>
            <a:off x="2124859" y="3446032"/>
            <a:ext cx="2000330" cy="100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2C71C3-5595-177B-BA94-9020F7BA81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03" t="22961" r="5090" b="6819"/>
          <a:stretch/>
        </p:blipFill>
        <p:spPr>
          <a:xfrm>
            <a:off x="15011" y="4513559"/>
            <a:ext cx="2000329" cy="100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5BB35A3-4439-0BEE-D9E6-EB74B9B1C7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704" t="22961" r="5089" b="6819"/>
          <a:stretch/>
        </p:blipFill>
        <p:spPr>
          <a:xfrm>
            <a:off x="2124859" y="4513559"/>
            <a:ext cx="2000330" cy="100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AD0FF09-A316-AB67-4448-9B9911F6F9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783" y="3950032"/>
            <a:ext cx="593113" cy="84306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0CAC50A-7CEA-657C-7C77-CAFACB5347E6}"/>
              </a:ext>
            </a:extLst>
          </p:cNvPr>
          <p:cNvSpPr txBox="1"/>
          <p:nvPr/>
        </p:nvSpPr>
        <p:spPr>
          <a:xfrm>
            <a:off x="3234231" y="2100257"/>
            <a:ext cx="252000" cy="2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GB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4C8397-37E5-C7A5-A943-CAD7B623D302}"/>
              </a:ext>
            </a:extLst>
          </p:cNvPr>
          <p:cNvSpPr txBox="1"/>
          <p:nvPr/>
        </p:nvSpPr>
        <p:spPr>
          <a:xfrm>
            <a:off x="59901" y="4119566"/>
            <a:ext cx="252000" cy="24622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GB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1A4172-E6F0-8322-D782-94AEA6467D1B}"/>
              </a:ext>
            </a:extLst>
          </p:cNvPr>
          <p:cNvSpPr txBox="1"/>
          <p:nvPr/>
        </p:nvSpPr>
        <p:spPr>
          <a:xfrm>
            <a:off x="3803419" y="4126267"/>
            <a:ext cx="252000" cy="2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GB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3C99C-F2AE-F633-8601-14AAE267010E}"/>
              </a:ext>
            </a:extLst>
          </p:cNvPr>
          <p:cNvSpPr txBox="1"/>
          <p:nvPr/>
        </p:nvSpPr>
        <p:spPr>
          <a:xfrm>
            <a:off x="59901" y="5201803"/>
            <a:ext cx="252000" cy="2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GB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44F992-23DD-029A-4DEA-8C9D94034CB9}"/>
              </a:ext>
            </a:extLst>
          </p:cNvPr>
          <p:cNvSpPr txBox="1"/>
          <p:nvPr/>
        </p:nvSpPr>
        <p:spPr>
          <a:xfrm>
            <a:off x="3803419" y="5201803"/>
            <a:ext cx="252000" cy="25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-GB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242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2025-06-30T11:05:12Z</dcterms:created>
  <dcterms:modified xsi:type="dcterms:W3CDTF">2025-07-15T14:04:02Z</dcterms:modified>
</cp:coreProperties>
</file>