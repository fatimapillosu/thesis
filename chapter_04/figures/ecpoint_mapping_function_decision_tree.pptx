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99335-0961-48CF-99C4-9F9454FFE8B7}" v="2" dt="2026-01-19T20:46:05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2592" y="-7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19T20:48:28.911" v="15" actId="255"/>
      <pc:docMkLst>
        <pc:docMk/>
      </pc:docMkLst>
      <pc:sldChg chg="modSp mod">
        <pc:chgData name="Fatima Pillosu" userId="a6295d4dc9e22643" providerId="LiveId" clId="{87453732-75AC-4426-B5D3-B7C69C2D4F54}" dt="2026-01-19T20:48:28.911" v="15" actId="255"/>
        <pc:sldMkLst>
          <pc:docMk/>
          <pc:sldMk cId="118045167" sldId="256"/>
        </pc:sldMkLst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9" creationId="{4B053C86-F3B5-103F-8A82-3C2C77C6B4D0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10" creationId="{88803656-7052-2905-6B8F-7CA17B9E37D1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15" creationId="{A1D33595-7FEF-53A2-512A-61146AC250C5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560" creationId="{399037C4-50DD-48BD-592E-B9FAEABD690B}"/>
          </ac:spMkLst>
        </pc:spChg>
        <pc:spChg chg="mod">
          <ac:chgData name="Fatima Pillosu" userId="a6295d4dc9e22643" providerId="LiveId" clId="{87453732-75AC-4426-B5D3-B7C69C2D4F54}" dt="2026-01-19T20:48:28.911" v="15" actId="255"/>
          <ac:spMkLst>
            <pc:docMk/>
            <pc:sldMk cId="118045167" sldId="256"/>
            <ac:spMk id="562" creationId="{FDE94364-0189-FBDF-872E-85466892C2CB}"/>
          </ac:spMkLst>
        </pc:spChg>
        <pc:spChg chg="mod">
          <ac:chgData name="Fatima Pillosu" userId="a6295d4dc9e22643" providerId="LiveId" clId="{87453732-75AC-4426-B5D3-B7C69C2D4F54}" dt="2026-01-19T20:48:28.911" v="15" actId="255"/>
          <ac:spMkLst>
            <pc:docMk/>
            <pc:sldMk cId="118045167" sldId="256"/>
            <ac:spMk id="569" creationId="{00D4488A-99D6-649B-632E-3A242C091AF8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585" creationId="{FA637C27-7A63-6A13-78D6-2EE08D14EBF1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604" creationId="{7FA43ADC-AD9A-8299-959C-BCC147E6DF0B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08" creationId="{05F132F9-53D9-68E7-FE18-7100CD04E873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40" creationId="{2F99C96C-DD3B-58B9-AE63-1B114E0F014B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644" creationId="{DD0CFE7D-1C04-ABA1-31B9-7C2A415565B3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46" creationId="{84A3EA77-A3DB-6C9C-6399-8074F59ED5B2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655" creationId="{DE6DFADE-9A84-6DC0-9167-00EF94D17E2A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58" creationId="{B5A0B48F-4B20-E4FD-0A2D-DA2EB8385FF6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661" creationId="{97BFA5CC-E69C-5B8D-6FD9-F1BC5EF856DA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72" creationId="{C33C4C78-63E5-0BC9-876F-FF417AD8C614}"/>
          </ac:spMkLst>
        </pc:spChg>
        <pc:spChg chg="mod">
          <ac:chgData name="Fatima Pillosu" userId="a6295d4dc9e22643" providerId="LiveId" clId="{87453732-75AC-4426-B5D3-B7C69C2D4F54}" dt="2026-01-19T20:47:10.773" v="11" actId="2711"/>
          <ac:spMkLst>
            <pc:docMk/>
            <pc:sldMk cId="118045167" sldId="256"/>
            <ac:spMk id="684" creationId="{644C8DDC-DDE3-AED9-0BB5-1ADF3EB3EAC1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685" creationId="{2DC86392-9166-EA64-A264-0613EDB5E27D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710" creationId="{287280E2-7818-CACB-6252-370F82CEDBD5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711" creationId="{86089FEC-2278-C079-DCBB-7A50144475AB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720" creationId="{5A5A82FD-66EE-B741-55F4-53BE0A2A6018}"/>
          </ac:spMkLst>
        </pc:spChg>
        <pc:spChg chg="mod">
          <ac:chgData name="Fatima Pillosu" userId="a6295d4dc9e22643" providerId="LiveId" clId="{87453732-75AC-4426-B5D3-B7C69C2D4F54}" dt="2026-01-19T20:46:40.209" v="6" actId="2711"/>
          <ac:spMkLst>
            <pc:docMk/>
            <pc:sldMk cId="118045167" sldId="256"/>
            <ac:spMk id="728" creationId="{45FE07C0-C8F5-141A-561A-067EAB2840E0}"/>
          </ac:spMkLst>
        </pc:spChg>
        <pc:spChg chg="mod">
          <ac:chgData name="Fatima Pillosu" userId="a6295d4dc9e22643" providerId="LiveId" clId="{87453732-75AC-4426-B5D3-B7C69C2D4F54}" dt="2026-01-19T20:46:47.362" v="7" actId="2711"/>
          <ac:spMkLst>
            <pc:docMk/>
            <pc:sldMk cId="118045167" sldId="256"/>
            <ac:spMk id="729" creationId="{FCC45529-6055-C58D-5B60-13F401179F4A}"/>
          </ac:spMkLst>
        </pc:spChg>
        <pc:spChg chg="mod">
          <ac:chgData name="Fatima Pillosu" userId="a6295d4dc9e22643" providerId="LiveId" clId="{87453732-75AC-4426-B5D3-B7C69C2D4F54}" dt="2026-01-19T20:46:55.717" v="8" actId="2711"/>
          <ac:spMkLst>
            <pc:docMk/>
            <pc:sldMk cId="118045167" sldId="256"/>
            <ac:spMk id="731" creationId="{8F186772-691A-0E8C-AEB4-D9F790E022C0}"/>
          </ac:spMkLst>
        </pc:spChg>
        <pc:spChg chg="mod">
          <ac:chgData name="Fatima Pillosu" userId="a6295d4dc9e22643" providerId="LiveId" clId="{87453732-75AC-4426-B5D3-B7C69C2D4F54}" dt="2026-01-19T20:48:12.523" v="13" actId="255"/>
          <ac:spMkLst>
            <pc:docMk/>
            <pc:sldMk cId="118045167" sldId="256"/>
            <ac:spMk id="735" creationId="{9A1A1337-286B-F58B-4806-26E1A4EBD115}"/>
          </ac:spMkLst>
        </pc:spChg>
        <pc:spChg chg="mod">
          <ac:chgData name="Fatima Pillosu" userId="a6295d4dc9e22643" providerId="LiveId" clId="{87453732-75AC-4426-B5D3-B7C69C2D4F54}" dt="2026-01-19T20:48:12.523" v="13" actId="255"/>
          <ac:spMkLst>
            <pc:docMk/>
            <pc:sldMk cId="118045167" sldId="256"/>
            <ac:spMk id="736" creationId="{812A3294-F4F0-A024-806C-37E0D177DB6A}"/>
          </ac:spMkLst>
        </pc:spChg>
        <pc:spChg chg="mod">
          <ac:chgData name="Fatima Pillosu" userId="a6295d4dc9e22643" providerId="LiveId" clId="{87453732-75AC-4426-B5D3-B7C69C2D4F54}" dt="2026-01-19T20:45:40.201" v="2" actId="2711"/>
          <ac:spMkLst>
            <pc:docMk/>
            <pc:sldMk cId="118045167" sldId="256"/>
            <ac:spMk id="737" creationId="{AB3851F4-A68B-CC96-F21E-942109A6FA75}"/>
          </ac:spMkLst>
        </pc:spChg>
        <pc:spChg chg="mod">
          <ac:chgData name="Fatima Pillosu" userId="a6295d4dc9e22643" providerId="LiveId" clId="{87453732-75AC-4426-B5D3-B7C69C2D4F54}" dt="2026-01-19T20:48:18.857" v="14" actId="14100"/>
          <ac:spMkLst>
            <pc:docMk/>
            <pc:sldMk cId="118045167" sldId="256"/>
            <ac:spMk id="739" creationId="{402D41CA-166E-D485-0B2E-19B642F168A0}"/>
          </ac:spMkLst>
        </pc:spChg>
        <pc:spChg chg="mod">
          <ac:chgData name="Fatima Pillosu" userId="a6295d4dc9e22643" providerId="LiveId" clId="{87453732-75AC-4426-B5D3-B7C69C2D4F54}" dt="2026-01-19T20:47:49.025" v="12" actId="255"/>
          <ac:spMkLst>
            <pc:docMk/>
            <pc:sldMk cId="118045167" sldId="256"/>
            <ac:spMk id="740" creationId="{B994B6A2-599C-4743-AAAB-3E0550FFC008}"/>
          </ac:spMkLst>
        </pc:spChg>
        <pc:spChg chg="mod">
          <ac:chgData name="Fatima Pillosu" userId="a6295d4dc9e22643" providerId="LiveId" clId="{87453732-75AC-4426-B5D3-B7C69C2D4F54}" dt="2026-01-19T20:48:12.523" v="13" actId="255"/>
          <ac:spMkLst>
            <pc:docMk/>
            <pc:sldMk cId="118045167" sldId="256"/>
            <ac:spMk id="741" creationId="{22FBD439-7724-2A46-FA0E-3B88FED837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1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07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0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0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12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27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71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58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5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45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20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15FFF-774B-4959-AFD3-DA6550CD264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07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Ovale 220">
            <a:extLst>
              <a:ext uri="{FF2B5EF4-FFF2-40B4-BE49-F238E27FC236}">
                <a16:creationId xmlns:a16="http://schemas.microsoft.com/office/drawing/2014/main" id="{8B0DA195-B0CA-6D8B-7DF5-31F6319FCB09}"/>
              </a:ext>
            </a:extLst>
          </p:cNvPr>
          <p:cNvSpPr/>
          <p:nvPr/>
        </p:nvSpPr>
        <p:spPr>
          <a:xfrm>
            <a:off x="2793316" y="3748965"/>
            <a:ext cx="1260000" cy="126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399037C4-50DD-48BD-592E-B9FAEABD690B}"/>
              </a:ext>
            </a:extLst>
          </p:cNvPr>
          <p:cNvSpPr txBox="1"/>
          <p:nvPr/>
        </p:nvSpPr>
        <p:spPr>
          <a:xfrm>
            <a:off x="3003738" y="3950429"/>
            <a:ext cx="8634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cases</a:t>
            </a:r>
          </a:p>
        </p:txBody>
      </p:sp>
      <p:pic>
        <p:nvPicPr>
          <p:cNvPr id="561" name="Graphic 88" descr="Leaf with solid fill">
            <a:extLst>
              <a:ext uri="{FF2B5EF4-FFF2-40B4-BE49-F238E27FC236}">
                <a16:creationId xmlns:a16="http://schemas.microsoft.com/office/drawing/2014/main" id="{BCA90329-A36F-69F7-4DD4-FE4F9E763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6753" y="3931842"/>
            <a:ext cx="540000" cy="540000"/>
          </a:xfrm>
          <a:prstGeom prst="rect">
            <a:avLst/>
          </a:prstGeom>
        </p:spPr>
      </p:pic>
      <p:sp>
        <p:nvSpPr>
          <p:cNvPr id="562" name="CasellaDiTesto 26">
            <a:extLst>
              <a:ext uri="{FF2B5EF4-FFF2-40B4-BE49-F238E27FC236}">
                <a16:creationId xmlns:a16="http://schemas.microsoft.com/office/drawing/2014/main" id="{FDE94364-0189-FBDF-872E-85466892C2CB}"/>
              </a:ext>
            </a:extLst>
          </p:cNvPr>
          <p:cNvSpPr txBox="1"/>
          <p:nvPr/>
        </p:nvSpPr>
        <p:spPr>
          <a:xfrm>
            <a:off x="3910513" y="4378965"/>
            <a:ext cx="113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ecPoint</a:t>
            </a:r>
          </a:p>
        </p:txBody>
      </p: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79B7A497-1B98-6876-195F-2DF40627ADEE}"/>
              </a:ext>
            </a:extLst>
          </p:cNvPr>
          <p:cNvGrpSpPr/>
          <p:nvPr/>
        </p:nvGrpSpPr>
        <p:grpSpPr>
          <a:xfrm>
            <a:off x="2905450" y="5884506"/>
            <a:ext cx="1080000" cy="1080000"/>
            <a:chOff x="-3101443" y="729966"/>
            <a:chExt cx="1080000" cy="1080000"/>
          </a:xfrm>
        </p:grpSpPr>
        <p:pic>
          <p:nvPicPr>
            <p:cNvPr id="564" name="Elemento grafico 246" descr="Deciduous tree with solid fill">
              <a:extLst>
                <a:ext uri="{FF2B5EF4-FFF2-40B4-BE49-F238E27FC236}">
                  <a16:creationId xmlns:a16="http://schemas.microsoft.com/office/drawing/2014/main" id="{822EEF7E-600C-6A1E-C67D-DB0D99ABD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80000"/>
            <a:stretch>
              <a:fillRect/>
            </a:stretch>
          </p:blipFill>
          <p:spPr>
            <a:xfrm>
              <a:off x="-3101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565" name="Elemento grafico 247" descr="Deciduous tree with solid fill">
              <a:extLst>
                <a:ext uri="{FF2B5EF4-FFF2-40B4-BE49-F238E27FC236}">
                  <a16:creationId xmlns:a16="http://schemas.microsoft.com/office/drawing/2014/main" id="{B2096F15-8B27-59CE-A7CB-B0AEDCC5A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20000" r="60000"/>
            <a:stretch>
              <a:fillRect/>
            </a:stretch>
          </p:blipFill>
          <p:spPr>
            <a:xfrm>
              <a:off x="-2885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566" name="Elemento grafico 248" descr="Deciduous tree with solid fill">
              <a:extLst>
                <a:ext uri="{FF2B5EF4-FFF2-40B4-BE49-F238E27FC236}">
                  <a16:creationId xmlns:a16="http://schemas.microsoft.com/office/drawing/2014/main" id="{1C128FEF-8AD8-B8BE-4262-0EF20EC6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40000" r="40000"/>
            <a:stretch>
              <a:fillRect/>
            </a:stretch>
          </p:blipFill>
          <p:spPr>
            <a:xfrm>
              <a:off x="-2669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567" name="Elemento grafico 249" descr="Deciduous tree with solid fill">
              <a:extLst>
                <a:ext uri="{FF2B5EF4-FFF2-40B4-BE49-F238E27FC236}">
                  <a16:creationId xmlns:a16="http://schemas.microsoft.com/office/drawing/2014/main" id="{4B77BDFB-BC07-6C49-2399-4064CD614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60000" r="20000"/>
            <a:stretch>
              <a:fillRect/>
            </a:stretch>
          </p:blipFill>
          <p:spPr>
            <a:xfrm>
              <a:off x="-2453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568" name="Elemento grafico 250" descr="Deciduous tree with solid fill">
              <a:extLst>
                <a:ext uri="{FF2B5EF4-FFF2-40B4-BE49-F238E27FC236}">
                  <a16:creationId xmlns:a16="http://schemas.microsoft.com/office/drawing/2014/main" id="{74D0F17B-7F89-24B0-C35F-0DD88DA21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80000"/>
            <a:stretch>
              <a:fillRect/>
            </a:stretch>
          </p:blipFill>
          <p:spPr>
            <a:xfrm>
              <a:off x="-2237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</p:grpSp>
      <p:sp>
        <p:nvSpPr>
          <p:cNvPr id="569" name="CasellaDiTesto 252">
            <a:extLst>
              <a:ext uri="{FF2B5EF4-FFF2-40B4-BE49-F238E27FC236}">
                <a16:creationId xmlns:a16="http://schemas.microsoft.com/office/drawing/2014/main" id="{00D4488A-99D6-649B-632E-3A242C091AF8}"/>
              </a:ext>
            </a:extLst>
          </p:cNvPr>
          <p:cNvSpPr txBox="1"/>
          <p:nvPr/>
        </p:nvSpPr>
        <p:spPr>
          <a:xfrm>
            <a:off x="2779860" y="5510430"/>
            <a:ext cx="1314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solidFill>
                  <a:srgbClr val="FF00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</a:t>
            </a:r>
            <a:r>
              <a:rPr lang="en-GB" sz="1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</a:t>
            </a:r>
            <a:r>
              <a:rPr lang="en-GB" sz="1000" b="1" dirty="0">
                <a:solidFill>
                  <a:srgbClr val="064E8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 </a:t>
            </a:r>
            <a:r>
              <a:rPr lang="en-GB" sz="10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</a:t>
            </a:r>
            <a:r>
              <a:rPr lang="en-GB" sz="10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B8E05BA3-B4E5-7992-75E8-8EFD5A6CB71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5"/>
          <a:stretch/>
        </p:blipFill>
        <p:spPr>
          <a:xfrm>
            <a:off x="4729518" y="5628200"/>
            <a:ext cx="828000" cy="526337"/>
          </a:xfrm>
          <a:prstGeom prst="rect">
            <a:avLst/>
          </a:prstGeom>
        </p:spPr>
      </p:pic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7052EE0-5CB5-718C-7D47-3A7A69F9F263}"/>
              </a:ext>
            </a:extLst>
          </p:cNvPr>
          <p:cNvCxnSpPr>
            <a:cxnSpLocks/>
          </p:cNvCxnSpPr>
          <p:nvPr/>
        </p:nvCxnSpPr>
        <p:spPr>
          <a:xfrm>
            <a:off x="3497231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E08456AD-C174-2F44-6CDE-BF9390633308}"/>
              </a:ext>
            </a:extLst>
          </p:cNvPr>
          <p:cNvCxnSpPr>
            <a:cxnSpLocks/>
          </p:cNvCxnSpPr>
          <p:nvPr/>
        </p:nvCxnSpPr>
        <p:spPr>
          <a:xfrm>
            <a:off x="3497231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6D021ED7-06E1-FA1C-01B4-576AEF7F542A}"/>
              </a:ext>
            </a:extLst>
          </p:cNvPr>
          <p:cNvCxnSpPr>
            <a:cxnSpLocks/>
          </p:cNvCxnSpPr>
          <p:nvPr/>
        </p:nvCxnSpPr>
        <p:spPr>
          <a:xfrm>
            <a:off x="4217231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CasellaDiTesto 239">
            <a:extLst>
              <a:ext uri="{FF2B5EF4-FFF2-40B4-BE49-F238E27FC236}">
                <a16:creationId xmlns:a16="http://schemas.microsoft.com/office/drawing/2014/main" id="{08F1D0FB-1072-0825-CD08-857F3E19E505}"/>
              </a:ext>
            </a:extLst>
          </p:cNvPr>
          <p:cNvSpPr txBox="1"/>
          <p:nvPr/>
        </p:nvSpPr>
        <p:spPr>
          <a:xfrm>
            <a:off x="3497231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575" name="Picture 574">
            <a:extLst>
              <a:ext uri="{FF2B5EF4-FFF2-40B4-BE49-F238E27FC236}">
                <a16:creationId xmlns:a16="http://schemas.microsoft.com/office/drawing/2014/main" id="{85C22BA3-86C7-4796-90B4-D9AC2ACF0CA7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4288756" y="7828769"/>
            <a:ext cx="828000" cy="525636"/>
          </a:xfrm>
          <a:prstGeom prst="rect">
            <a:avLst/>
          </a:prstGeom>
        </p:spPr>
      </p:pic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F363FF82-8E60-FAB6-614D-A395EDBC5C67}"/>
              </a:ext>
            </a:extLst>
          </p:cNvPr>
          <p:cNvCxnSpPr>
            <a:cxnSpLocks/>
          </p:cNvCxnSpPr>
          <p:nvPr/>
        </p:nvCxnSpPr>
        <p:spPr>
          <a:xfrm>
            <a:off x="4702756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912272D6-6E1D-9884-2678-935DCC16715B}"/>
              </a:ext>
            </a:extLst>
          </p:cNvPr>
          <p:cNvCxnSpPr>
            <a:cxnSpLocks/>
          </p:cNvCxnSpPr>
          <p:nvPr/>
        </p:nvCxnSpPr>
        <p:spPr>
          <a:xfrm>
            <a:off x="4374842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0503D04F-783E-3865-AA40-F94BFF264BBC}"/>
              </a:ext>
            </a:extLst>
          </p:cNvPr>
          <p:cNvCxnSpPr>
            <a:cxnSpLocks/>
          </p:cNvCxnSpPr>
          <p:nvPr/>
        </p:nvCxnSpPr>
        <p:spPr>
          <a:xfrm>
            <a:off x="4374842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6315A5DE-CAD3-6E55-B075-070A1124BCE2}"/>
              </a:ext>
            </a:extLst>
          </p:cNvPr>
          <p:cNvCxnSpPr>
            <a:cxnSpLocks/>
          </p:cNvCxnSpPr>
          <p:nvPr/>
        </p:nvCxnSpPr>
        <p:spPr>
          <a:xfrm>
            <a:off x="5094842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CasellaDiTesto 239">
            <a:extLst>
              <a:ext uri="{FF2B5EF4-FFF2-40B4-BE49-F238E27FC236}">
                <a16:creationId xmlns:a16="http://schemas.microsoft.com/office/drawing/2014/main" id="{85932847-61C2-B312-2C2D-D253AF331C3C}"/>
              </a:ext>
            </a:extLst>
          </p:cNvPr>
          <p:cNvSpPr txBox="1"/>
          <p:nvPr/>
        </p:nvSpPr>
        <p:spPr>
          <a:xfrm>
            <a:off x="4374842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8EC4C3F0-87B2-C8F7-455D-1666B610AEC0}"/>
              </a:ext>
            </a:extLst>
          </p:cNvPr>
          <p:cNvCxnSpPr>
            <a:cxnSpLocks/>
          </p:cNvCxnSpPr>
          <p:nvPr/>
        </p:nvCxnSpPr>
        <p:spPr>
          <a:xfrm>
            <a:off x="5978038" y="7265718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10DC24DE-7627-DB28-2B87-89AC2A6265DD}"/>
              </a:ext>
            </a:extLst>
          </p:cNvPr>
          <p:cNvCxnSpPr>
            <a:cxnSpLocks/>
          </p:cNvCxnSpPr>
          <p:nvPr/>
        </p:nvCxnSpPr>
        <p:spPr>
          <a:xfrm>
            <a:off x="3852569" y="7625718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0B6E1491-D225-7722-29D8-E77ECB58CDCB}"/>
              </a:ext>
            </a:extLst>
          </p:cNvPr>
          <p:cNvCxnSpPr>
            <a:cxnSpLocks/>
          </p:cNvCxnSpPr>
          <p:nvPr/>
        </p:nvCxnSpPr>
        <p:spPr>
          <a:xfrm>
            <a:off x="3852569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>
            <a:extLst>
              <a:ext uri="{FF2B5EF4-FFF2-40B4-BE49-F238E27FC236}">
                <a16:creationId xmlns:a16="http://schemas.microsoft.com/office/drawing/2014/main" id="{8C39652F-37DF-E3EB-0205-6D49A4B2D07E}"/>
              </a:ext>
            </a:extLst>
          </p:cNvPr>
          <p:cNvSpPr txBox="1"/>
          <p:nvPr/>
        </p:nvSpPr>
        <p:spPr>
          <a:xfrm>
            <a:off x="5109669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585" name="Ovale 14">
            <a:extLst>
              <a:ext uri="{FF2B5EF4-FFF2-40B4-BE49-F238E27FC236}">
                <a16:creationId xmlns:a16="http://schemas.microsoft.com/office/drawing/2014/main" id="{FA637C27-7A63-6A13-78D6-2EE08D14EBF1}"/>
              </a:ext>
            </a:extLst>
          </p:cNvPr>
          <p:cNvSpPr/>
          <p:nvPr/>
        </p:nvSpPr>
        <p:spPr>
          <a:xfrm>
            <a:off x="3816569" y="7760324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8816B08A-7195-136A-2158-FD294086A9A0}"/>
              </a:ext>
            </a:extLst>
          </p:cNvPr>
          <p:cNvSpPr txBox="1"/>
          <p:nvPr/>
        </p:nvSpPr>
        <p:spPr>
          <a:xfrm>
            <a:off x="5952293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398200CA-E9E6-E17D-53AA-8F0B403B87B6}"/>
              </a:ext>
            </a:extLst>
          </p:cNvPr>
          <p:cNvCxnSpPr>
            <a:cxnSpLocks/>
          </p:cNvCxnSpPr>
          <p:nvPr/>
        </p:nvCxnSpPr>
        <p:spPr>
          <a:xfrm>
            <a:off x="4702756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Ovale 14">
            <a:extLst>
              <a:ext uri="{FF2B5EF4-FFF2-40B4-BE49-F238E27FC236}">
                <a16:creationId xmlns:a16="http://schemas.microsoft.com/office/drawing/2014/main" id="{6C1E53C8-E6B1-5B6C-777E-B9314C07B343}"/>
              </a:ext>
            </a:extLst>
          </p:cNvPr>
          <p:cNvSpPr/>
          <p:nvPr/>
        </p:nvSpPr>
        <p:spPr>
          <a:xfrm>
            <a:off x="4666756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89" name="Picture 588">
            <a:extLst>
              <a:ext uri="{FF2B5EF4-FFF2-40B4-BE49-F238E27FC236}">
                <a16:creationId xmlns:a16="http://schemas.microsoft.com/office/drawing/2014/main" id="{C1AB3186-ABF0-02A1-9CA6-71151AB85EAC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5989133" y="7828769"/>
            <a:ext cx="828000" cy="525635"/>
          </a:xfrm>
          <a:prstGeom prst="rect">
            <a:avLst/>
          </a:prstGeom>
        </p:spPr>
      </p:pic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267DC4D9-FEE8-D48E-4BEB-24057FA8F89D}"/>
              </a:ext>
            </a:extLst>
          </p:cNvPr>
          <p:cNvCxnSpPr>
            <a:cxnSpLocks/>
          </p:cNvCxnSpPr>
          <p:nvPr/>
        </p:nvCxnSpPr>
        <p:spPr>
          <a:xfrm>
            <a:off x="6403133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E0C1C880-CB0C-2354-5F2C-77F4F22A4C9D}"/>
              </a:ext>
            </a:extLst>
          </p:cNvPr>
          <p:cNvCxnSpPr>
            <a:cxnSpLocks/>
          </p:cNvCxnSpPr>
          <p:nvPr/>
        </p:nvCxnSpPr>
        <p:spPr>
          <a:xfrm>
            <a:off x="6052952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52E556AA-5CF0-6CE5-2C53-D29069E04D4C}"/>
              </a:ext>
            </a:extLst>
          </p:cNvPr>
          <p:cNvCxnSpPr>
            <a:cxnSpLocks/>
          </p:cNvCxnSpPr>
          <p:nvPr/>
        </p:nvCxnSpPr>
        <p:spPr>
          <a:xfrm>
            <a:off x="6052952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07FEA8E0-8BAD-9B8A-2D3F-AD1BCDB3A926}"/>
              </a:ext>
            </a:extLst>
          </p:cNvPr>
          <p:cNvCxnSpPr>
            <a:cxnSpLocks/>
          </p:cNvCxnSpPr>
          <p:nvPr/>
        </p:nvCxnSpPr>
        <p:spPr>
          <a:xfrm>
            <a:off x="6772952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CasellaDiTesto 239">
            <a:extLst>
              <a:ext uri="{FF2B5EF4-FFF2-40B4-BE49-F238E27FC236}">
                <a16:creationId xmlns:a16="http://schemas.microsoft.com/office/drawing/2014/main" id="{3B21A155-FB16-A831-2A65-652A740FE0AA}"/>
              </a:ext>
            </a:extLst>
          </p:cNvPr>
          <p:cNvSpPr txBox="1"/>
          <p:nvPr/>
        </p:nvSpPr>
        <p:spPr>
          <a:xfrm>
            <a:off x="6052952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595" name="Picture 594">
            <a:extLst>
              <a:ext uri="{FF2B5EF4-FFF2-40B4-BE49-F238E27FC236}">
                <a16:creationId xmlns:a16="http://schemas.microsoft.com/office/drawing/2014/main" id="{686EB4C2-C295-2E84-0FDA-876D5F59F8A5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5138943" y="7828769"/>
            <a:ext cx="828000" cy="525636"/>
          </a:xfrm>
          <a:prstGeom prst="rect">
            <a:avLst/>
          </a:prstGeom>
        </p:spPr>
      </p:pic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5F4E7C8F-E979-C323-ADFE-26CB0B3A95C6}"/>
              </a:ext>
            </a:extLst>
          </p:cNvPr>
          <p:cNvCxnSpPr>
            <a:cxnSpLocks/>
          </p:cNvCxnSpPr>
          <p:nvPr/>
        </p:nvCxnSpPr>
        <p:spPr>
          <a:xfrm>
            <a:off x="5552943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51EB0D72-04E7-BFA3-ED09-95FB4DA87CFC}"/>
              </a:ext>
            </a:extLst>
          </p:cNvPr>
          <p:cNvCxnSpPr>
            <a:cxnSpLocks/>
          </p:cNvCxnSpPr>
          <p:nvPr/>
        </p:nvCxnSpPr>
        <p:spPr>
          <a:xfrm>
            <a:off x="5217486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F4ED9AD2-CB01-87AF-AC17-8A93DC6D115B}"/>
              </a:ext>
            </a:extLst>
          </p:cNvPr>
          <p:cNvCxnSpPr>
            <a:cxnSpLocks/>
          </p:cNvCxnSpPr>
          <p:nvPr/>
        </p:nvCxnSpPr>
        <p:spPr>
          <a:xfrm>
            <a:off x="5217486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0EF53EAB-F4D3-AEDA-336E-34508899298B}"/>
              </a:ext>
            </a:extLst>
          </p:cNvPr>
          <p:cNvCxnSpPr>
            <a:cxnSpLocks/>
          </p:cNvCxnSpPr>
          <p:nvPr/>
        </p:nvCxnSpPr>
        <p:spPr>
          <a:xfrm>
            <a:off x="5937486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CasellaDiTesto 239">
            <a:extLst>
              <a:ext uri="{FF2B5EF4-FFF2-40B4-BE49-F238E27FC236}">
                <a16:creationId xmlns:a16="http://schemas.microsoft.com/office/drawing/2014/main" id="{6B56C57B-14E2-B0B7-CCCB-D36E3184FBEB}"/>
              </a:ext>
            </a:extLst>
          </p:cNvPr>
          <p:cNvSpPr txBox="1"/>
          <p:nvPr/>
        </p:nvSpPr>
        <p:spPr>
          <a:xfrm>
            <a:off x="5217486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2BE71C81-97B7-6F01-9246-B24618B6493C}"/>
              </a:ext>
            </a:extLst>
          </p:cNvPr>
          <p:cNvCxnSpPr>
            <a:cxnSpLocks/>
          </p:cNvCxnSpPr>
          <p:nvPr/>
        </p:nvCxnSpPr>
        <p:spPr>
          <a:xfrm>
            <a:off x="2586374" y="7265718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54913B1F-ECC9-5D43-9FE7-B9C21B30D654}"/>
              </a:ext>
            </a:extLst>
          </p:cNvPr>
          <p:cNvCxnSpPr>
            <a:cxnSpLocks/>
          </p:cNvCxnSpPr>
          <p:nvPr/>
        </p:nvCxnSpPr>
        <p:spPr>
          <a:xfrm>
            <a:off x="5552943" y="7625718"/>
            <a:ext cx="850190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3B5A02F0-3DE6-CAB7-89F7-4165DF7F3A74}"/>
              </a:ext>
            </a:extLst>
          </p:cNvPr>
          <p:cNvCxnSpPr>
            <a:cxnSpLocks/>
          </p:cNvCxnSpPr>
          <p:nvPr/>
        </p:nvCxnSpPr>
        <p:spPr>
          <a:xfrm>
            <a:off x="5552943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TextBox 603">
            <a:extLst>
              <a:ext uri="{FF2B5EF4-FFF2-40B4-BE49-F238E27FC236}">
                <a16:creationId xmlns:a16="http://schemas.microsoft.com/office/drawing/2014/main" id="{7FA43ADC-AD9A-8299-959C-BCC147E6DF0B}"/>
              </a:ext>
            </a:extLst>
          </p:cNvPr>
          <p:cNvSpPr txBox="1"/>
          <p:nvPr/>
        </p:nvSpPr>
        <p:spPr>
          <a:xfrm>
            <a:off x="3405024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605" name="Ovale 14">
            <a:extLst>
              <a:ext uri="{FF2B5EF4-FFF2-40B4-BE49-F238E27FC236}">
                <a16:creationId xmlns:a16="http://schemas.microsoft.com/office/drawing/2014/main" id="{E0F25DF8-DC5B-36AB-8019-CF1B033718FF}"/>
              </a:ext>
            </a:extLst>
          </p:cNvPr>
          <p:cNvSpPr/>
          <p:nvPr/>
        </p:nvSpPr>
        <p:spPr>
          <a:xfrm>
            <a:off x="5516943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07E7A0EE-349B-8E3C-D727-8B9E5E09CE53}"/>
              </a:ext>
            </a:extLst>
          </p:cNvPr>
          <p:cNvSpPr txBox="1"/>
          <p:nvPr/>
        </p:nvSpPr>
        <p:spPr>
          <a:xfrm>
            <a:off x="4245782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8F77DC1F-FE83-6F8F-6567-31492A8C0217}"/>
              </a:ext>
            </a:extLst>
          </p:cNvPr>
          <p:cNvCxnSpPr>
            <a:cxnSpLocks/>
          </p:cNvCxnSpPr>
          <p:nvPr/>
        </p:nvCxnSpPr>
        <p:spPr>
          <a:xfrm>
            <a:off x="6403133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Ovale 14">
            <a:extLst>
              <a:ext uri="{FF2B5EF4-FFF2-40B4-BE49-F238E27FC236}">
                <a16:creationId xmlns:a16="http://schemas.microsoft.com/office/drawing/2014/main" id="{05F132F9-53D9-68E7-FE18-7100CD04E873}"/>
              </a:ext>
            </a:extLst>
          </p:cNvPr>
          <p:cNvSpPr/>
          <p:nvPr/>
        </p:nvSpPr>
        <p:spPr>
          <a:xfrm>
            <a:off x="6367133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09" name="Picture 608">
            <a:extLst>
              <a:ext uri="{FF2B5EF4-FFF2-40B4-BE49-F238E27FC236}">
                <a16:creationId xmlns:a16="http://schemas.microsoft.com/office/drawing/2014/main" id="{92EA86E6-55DD-68EA-B0D4-C052556B8472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/>
          <a:stretch/>
        </p:blipFill>
        <p:spPr>
          <a:xfrm>
            <a:off x="1738195" y="7828769"/>
            <a:ext cx="828000" cy="525518"/>
          </a:xfrm>
          <a:prstGeom prst="rect">
            <a:avLst/>
          </a:prstGeom>
        </p:spPr>
      </p:pic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495881BD-4B16-0EBC-2410-DDCA51E72469}"/>
              </a:ext>
            </a:extLst>
          </p:cNvPr>
          <p:cNvCxnSpPr>
            <a:cxnSpLocks/>
          </p:cNvCxnSpPr>
          <p:nvPr/>
        </p:nvCxnSpPr>
        <p:spPr>
          <a:xfrm>
            <a:off x="2152195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20F3F69A-F58F-0B52-BB35-D6C2BDFBDCF1}"/>
              </a:ext>
            </a:extLst>
          </p:cNvPr>
          <p:cNvCxnSpPr>
            <a:cxnSpLocks/>
          </p:cNvCxnSpPr>
          <p:nvPr/>
        </p:nvCxnSpPr>
        <p:spPr>
          <a:xfrm>
            <a:off x="1804267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AA87A4A9-3A36-1230-DF9A-B4C94B35746F}"/>
              </a:ext>
            </a:extLst>
          </p:cNvPr>
          <p:cNvCxnSpPr>
            <a:cxnSpLocks/>
          </p:cNvCxnSpPr>
          <p:nvPr/>
        </p:nvCxnSpPr>
        <p:spPr>
          <a:xfrm>
            <a:off x="1804267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7793D8B9-5466-65A0-79A3-33C52AE25563}"/>
              </a:ext>
            </a:extLst>
          </p:cNvPr>
          <p:cNvCxnSpPr>
            <a:cxnSpLocks/>
          </p:cNvCxnSpPr>
          <p:nvPr/>
        </p:nvCxnSpPr>
        <p:spPr>
          <a:xfrm>
            <a:off x="2524267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CasellaDiTesto 239">
            <a:extLst>
              <a:ext uri="{FF2B5EF4-FFF2-40B4-BE49-F238E27FC236}">
                <a16:creationId xmlns:a16="http://schemas.microsoft.com/office/drawing/2014/main" id="{0D3A7C9D-71AE-87A8-84A8-DB8825867770}"/>
              </a:ext>
            </a:extLst>
          </p:cNvPr>
          <p:cNvSpPr txBox="1"/>
          <p:nvPr/>
        </p:nvSpPr>
        <p:spPr>
          <a:xfrm>
            <a:off x="1804267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615" name="Picture 614">
            <a:extLst>
              <a:ext uri="{FF2B5EF4-FFF2-40B4-BE49-F238E27FC236}">
                <a16:creationId xmlns:a16="http://schemas.microsoft.com/office/drawing/2014/main" id="{7531662A-9446-1F2B-7692-1E40EB71DD91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"/>
          <a:stretch/>
        </p:blipFill>
        <p:spPr>
          <a:xfrm>
            <a:off x="37821" y="7828770"/>
            <a:ext cx="828000" cy="527357"/>
          </a:xfrm>
          <a:prstGeom prst="rect">
            <a:avLst/>
          </a:prstGeom>
        </p:spPr>
      </p:pic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DA797BCC-5841-BF07-1517-ACF916C89BFE}"/>
              </a:ext>
            </a:extLst>
          </p:cNvPr>
          <p:cNvCxnSpPr>
            <a:cxnSpLocks/>
          </p:cNvCxnSpPr>
          <p:nvPr/>
        </p:nvCxnSpPr>
        <p:spPr>
          <a:xfrm>
            <a:off x="451821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F7031CEC-DA44-B10D-03C8-E9C562778348}"/>
              </a:ext>
            </a:extLst>
          </p:cNvPr>
          <p:cNvCxnSpPr>
            <a:cxnSpLocks/>
          </p:cNvCxnSpPr>
          <p:nvPr/>
        </p:nvCxnSpPr>
        <p:spPr>
          <a:xfrm>
            <a:off x="79770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0059B07B-609E-0035-3897-11124F7E4772}"/>
              </a:ext>
            </a:extLst>
          </p:cNvPr>
          <p:cNvCxnSpPr>
            <a:cxnSpLocks/>
          </p:cNvCxnSpPr>
          <p:nvPr/>
        </p:nvCxnSpPr>
        <p:spPr>
          <a:xfrm>
            <a:off x="79770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E44FE1E1-774D-4788-61A3-63AF7B682FD4}"/>
              </a:ext>
            </a:extLst>
          </p:cNvPr>
          <p:cNvCxnSpPr>
            <a:cxnSpLocks/>
          </p:cNvCxnSpPr>
          <p:nvPr/>
        </p:nvCxnSpPr>
        <p:spPr>
          <a:xfrm>
            <a:off x="799770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CasellaDiTesto 239">
            <a:extLst>
              <a:ext uri="{FF2B5EF4-FFF2-40B4-BE49-F238E27FC236}">
                <a16:creationId xmlns:a16="http://schemas.microsoft.com/office/drawing/2014/main" id="{732AC74D-A4AB-37A4-AFF6-CD5A2F8EF173}"/>
              </a:ext>
            </a:extLst>
          </p:cNvPr>
          <p:cNvSpPr txBox="1"/>
          <p:nvPr/>
        </p:nvSpPr>
        <p:spPr>
          <a:xfrm>
            <a:off x="79770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621" name="Picture 620">
            <a:extLst>
              <a:ext uri="{FF2B5EF4-FFF2-40B4-BE49-F238E27FC236}">
                <a16:creationId xmlns:a16="http://schemas.microsoft.com/office/drawing/2014/main" id="{086654CD-505B-9984-C365-9DD56A4DC31D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/>
          <a:stretch/>
        </p:blipFill>
        <p:spPr>
          <a:xfrm>
            <a:off x="888008" y="7828769"/>
            <a:ext cx="828000" cy="525518"/>
          </a:xfrm>
          <a:prstGeom prst="rect">
            <a:avLst/>
          </a:prstGeom>
        </p:spPr>
      </p:pic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BF689FD7-BBB7-2E39-ADF1-BB6AF2E49DE3}"/>
              </a:ext>
            </a:extLst>
          </p:cNvPr>
          <p:cNvCxnSpPr>
            <a:cxnSpLocks/>
          </p:cNvCxnSpPr>
          <p:nvPr/>
        </p:nvCxnSpPr>
        <p:spPr>
          <a:xfrm>
            <a:off x="1302008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18D73780-BE06-D7ED-354D-365ABD28D03E}"/>
              </a:ext>
            </a:extLst>
          </p:cNvPr>
          <p:cNvCxnSpPr>
            <a:cxnSpLocks/>
          </p:cNvCxnSpPr>
          <p:nvPr/>
        </p:nvCxnSpPr>
        <p:spPr>
          <a:xfrm>
            <a:off x="931164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3EAF9445-DF61-7557-22BA-9D101A6BE63C}"/>
              </a:ext>
            </a:extLst>
          </p:cNvPr>
          <p:cNvCxnSpPr>
            <a:cxnSpLocks/>
          </p:cNvCxnSpPr>
          <p:nvPr/>
        </p:nvCxnSpPr>
        <p:spPr>
          <a:xfrm>
            <a:off x="931164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C9C9EF74-F242-4E4F-8C67-92437EF6D1E0}"/>
              </a:ext>
            </a:extLst>
          </p:cNvPr>
          <p:cNvCxnSpPr>
            <a:cxnSpLocks/>
          </p:cNvCxnSpPr>
          <p:nvPr/>
        </p:nvCxnSpPr>
        <p:spPr>
          <a:xfrm>
            <a:off x="1651164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6" name="CasellaDiTesto 239">
            <a:extLst>
              <a:ext uri="{FF2B5EF4-FFF2-40B4-BE49-F238E27FC236}">
                <a16:creationId xmlns:a16="http://schemas.microsoft.com/office/drawing/2014/main" id="{9CC3F7B5-B658-882C-2567-7116019A5E76}"/>
              </a:ext>
            </a:extLst>
          </p:cNvPr>
          <p:cNvSpPr txBox="1"/>
          <p:nvPr/>
        </p:nvSpPr>
        <p:spPr>
          <a:xfrm>
            <a:off x="931164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4155524A-03D3-6BB6-5283-C18FE451C0A4}"/>
              </a:ext>
            </a:extLst>
          </p:cNvPr>
          <p:cNvCxnSpPr>
            <a:cxnSpLocks/>
          </p:cNvCxnSpPr>
          <p:nvPr/>
        </p:nvCxnSpPr>
        <p:spPr>
          <a:xfrm>
            <a:off x="876914" y="7265718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1A4ABCCF-E482-1AAB-7E3F-A036599638E0}"/>
              </a:ext>
            </a:extLst>
          </p:cNvPr>
          <p:cNvCxnSpPr>
            <a:cxnSpLocks/>
          </p:cNvCxnSpPr>
          <p:nvPr/>
        </p:nvCxnSpPr>
        <p:spPr>
          <a:xfrm>
            <a:off x="451821" y="7625718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0F12B33E-4364-855A-87CD-7DE7F87E723F}"/>
              </a:ext>
            </a:extLst>
          </p:cNvPr>
          <p:cNvCxnSpPr>
            <a:cxnSpLocks/>
          </p:cNvCxnSpPr>
          <p:nvPr/>
        </p:nvCxnSpPr>
        <p:spPr>
          <a:xfrm>
            <a:off x="451821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E5BCC0AC-DCAF-42F9-4C51-16F3E70B10B2}"/>
              </a:ext>
            </a:extLst>
          </p:cNvPr>
          <p:cNvSpPr txBox="1"/>
          <p:nvPr/>
        </p:nvSpPr>
        <p:spPr>
          <a:xfrm>
            <a:off x="-4347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631" name="Ovale 14">
            <a:extLst>
              <a:ext uri="{FF2B5EF4-FFF2-40B4-BE49-F238E27FC236}">
                <a16:creationId xmlns:a16="http://schemas.microsoft.com/office/drawing/2014/main" id="{965A4EAD-0E5D-E119-27C3-82BEFBCE7328}"/>
              </a:ext>
            </a:extLst>
          </p:cNvPr>
          <p:cNvSpPr/>
          <p:nvPr/>
        </p:nvSpPr>
        <p:spPr>
          <a:xfrm>
            <a:off x="415821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B4DE6B4C-DC78-D8E0-E324-35FE7373107B}"/>
              </a:ext>
            </a:extLst>
          </p:cNvPr>
          <p:cNvSpPr txBox="1"/>
          <p:nvPr/>
        </p:nvSpPr>
        <p:spPr>
          <a:xfrm>
            <a:off x="854915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326D692F-131E-A899-F095-690A0E2EABB9}"/>
              </a:ext>
            </a:extLst>
          </p:cNvPr>
          <p:cNvCxnSpPr>
            <a:cxnSpLocks/>
          </p:cNvCxnSpPr>
          <p:nvPr/>
        </p:nvCxnSpPr>
        <p:spPr>
          <a:xfrm>
            <a:off x="1302008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Ovale 14">
            <a:extLst>
              <a:ext uri="{FF2B5EF4-FFF2-40B4-BE49-F238E27FC236}">
                <a16:creationId xmlns:a16="http://schemas.microsoft.com/office/drawing/2014/main" id="{B0D19965-B489-17BE-1C62-8ED35B1C9807}"/>
              </a:ext>
            </a:extLst>
          </p:cNvPr>
          <p:cNvSpPr/>
          <p:nvPr/>
        </p:nvSpPr>
        <p:spPr>
          <a:xfrm>
            <a:off x="1266008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35" name="Picture 634">
            <a:extLst>
              <a:ext uri="{FF2B5EF4-FFF2-40B4-BE49-F238E27FC236}">
                <a16:creationId xmlns:a16="http://schemas.microsoft.com/office/drawing/2014/main" id="{4904B1E3-D6A1-D957-A7ED-C149AFA10936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3"/>
          <a:stretch/>
        </p:blipFill>
        <p:spPr>
          <a:xfrm>
            <a:off x="2588382" y="7828769"/>
            <a:ext cx="828000" cy="529200"/>
          </a:xfrm>
          <a:prstGeom prst="rect">
            <a:avLst/>
          </a:prstGeom>
        </p:spPr>
      </p:pic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9627AC02-55E4-3D36-9305-A25CF9FF038C}"/>
              </a:ext>
            </a:extLst>
          </p:cNvPr>
          <p:cNvCxnSpPr>
            <a:cxnSpLocks/>
          </p:cNvCxnSpPr>
          <p:nvPr/>
        </p:nvCxnSpPr>
        <p:spPr>
          <a:xfrm>
            <a:off x="3002382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9F6C7475-C659-E3F6-C74B-A74842289E62}"/>
              </a:ext>
            </a:extLst>
          </p:cNvPr>
          <p:cNvCxnSpPr>
            <a:cxnSpLocks/>
          </p:cNvCxnSpPr>
          <p:nvPr/>
        </p:nvCxnSpPr>
        <p:spPr>
          <a:xfrm>
            <a:off x="2647457" y="8531378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B3B20C94-9CEC-C4A4-52BF-11ECEDF746AC}"/>
              </a:ext>
            </a:extLst>
          </p:cNvPr>
          <p:cNvCxnSpPr>
            <a:cxnSpLocks/>
          </p:cNvCxnSpPr>
          <p:nvPr/>
        </p:nvCxnSpPr>
        <p:spPr>
          <a:xfrm>
            <a:off x="2647457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BB23AB93-23A2-A3E4-698D-FDB623B417C0}"/>
              </a:ext>
            </a:extLst>
          </p:cNvPr>
          <p:cNvCxnSpPr>
            <a:cxnSpLocks/>
          </p:cNvCxnSpPr>
          <p:nvPr/>
        </p:nvCxnSpPr>
        <p:spPr>
          <a:xfrm>
            <a:off x="3367457" y="8531378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CasellaDiTesto 239">
            <a:extLst>
              <a:ext uri="{FF2B5EF4-FFF2-40B4-BE49-F238E27FC236}">
                <a16:creationId xmlns:a16="http://schemas.microsoft.com/office/drawing/2014/main" id="{2F99C96C-DD3B-58B9-AE63-1B114E0F014B}"/>
              </a:ext>
            </a:extLst>
          </p:cNvPr>
          <p:cNvSpPr txBox="1"/>
          <p:nvPr/>
        </p:nvSpPr>
        <p:spPr>
          <a:xfrm>
            <a:off x="2647457" y="8531513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3F1643A9-BE5D-38F4-C85E-A0C906C2C3D7}"/>
              </a:ext>
            </a:extLst>
          </p:cNvPr>
          <p:cNvCxnSpPr>
            <a:cxnSpLocks/>
          </p:cNvCxnSpPr>
          <p:nvPr/>
        </p:nvCxnSpPr>
        <p:spPr>
          <a:xfrm>
            <a:off x="4277662" y="7265718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DE230113-6A52-4226-E039-0AC68CF01686}"/>
              </a:ext>
            </a:extLst>
          </p:cNvPr>
          <p:cNvCxnSpPr>
            <a:cxnSpLocks/>
          </p:cNvCxnSpPr>
          <p:nvPr/>
        </p:nvCxnSpPr>
        <p:spPr>
          <a:xfrm>
            <a:off x="2152195" y="7625718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642">
            <a:extLst>
              <a:ext uri="{FF2B5EF4-FFF2-40B4-BE49-F238E27FC236}">
                <a16:creationId xmlns:a16="http://schemas.microsoft.com/office/drawing/2014/main" id="{0FA64EBB-4C0C-F55D-DFCF-B558C076AF70}"/>
              </a:ext>
            </a:extLst>
          </p:cNvPr>
          <p:cNvCxnSpPr>
            <a:cxnSpLocks/>
          </p:cNvCxnSpPr>
          <p:nvPr/>
        </p:nvCxnSpPr>
        <p:spPr>
          <a:xfrm>
            <a:off x="2152195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>
            <a:extLst>
              <a:ext uri="{FF2B5EF4-FFF2-40B4-BE49-F238E27FC236}">
                <a16:creationId xmlns:a16="http://schemas.microsoft.com/office/drawing/2014/main" id="{DD0CFE7D-1C04-ABA1-31B9-7C2A415565B3}"/>
              </a:ext>
            </a:extLst>
          </p:cNvPr>
          <p:cNvSpPr txBox="1"/>
          <p:nvPr/>
        </p:nvSpPr>
        <p:spPr>
          <a:xfrm>
            <a:off x="1711842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645" name="Ovale 14">
            <a:extLst>
              <a:ext uri="{FF2B5EF4-FFF2-40B4-BE49-F238E27FC236}">
                <a16:creationId xmlns:a16="http://schemas.microsoft.com/office/drawing/2014/main" id="{F6A0F30A-046D-9991-C23E-43004ADFBA94}"/>
              </a:ext>
            </a:extLst>
          </p:cNvPr>
          <p:cNvSpPr/>
          <p:nvPr/>
        </p:nvSpPr>
        <p:spPr>
          <a:xfrm>
            <a:off x="2116195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4A3EA77-A3DB-6C9C-6399-8074F59ED5B2}"/>
              </a:ext>
            </a:extLst>
          </p:cNvPr>
          <p:cNvSpPr txBox="1"/>
          <p:nvPr/>
        </p:nvSpPr>
        <p:spPr>
          <a:xfrm>
            <a:off x="2545921" y="7281691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241AF80F-4EC8-37A3-E44D-A4D40BCAF1FE}"/>
              </a:ext>
            </a:extLst>
          </p:cNvPr>
          <p:cNvCxnSpPr>
            <a:cxnSpLocks/>
          </p:cNvCxnSpPr>
          <p:nvPr/>
        </p:nvCxnSpPr>
        <p:spPr>
          <a:xfrm>
            <a:off x="3002382" y="762572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e 14">
            <a:extLst>
              <a:ext uri="{FF2B5EF4-FFF2-40B4-BE49-F238E27FC236}">
                <a16:creationId xmlns:a16="http://schemas.microsoft.com/office/drawing/2014/main" id="{2F8776D1-7E4E-91BB-3D06-FBA55F5A80F5}"/>
              </a:ext>
            </a:extLst>
          </p:cNvPr>
          <p:cNvSpPr/>
          <p:nvPr/>
        </p:nvSpPr>
        <p:spPr>
          <a:xfrm>
            <a:off x="2966382" y="7771899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403FA67-FEFA-D470-E239-688433E34CCC}"/>
              </a:ext>
            </a:extLst>
          </p:cNvPr>
          <p:cNvSpPr/>
          <p:nvPr/>
        </p:nvSpPr>
        <p:spPr>
          <a:xfrm>
            <a:off x="2926538" y="5419155"/>
            <a:ext cx="54216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CF04C0A2-F174-8D9D-416D-209185E5A91E}"/>
              </a:ext>
            </a:extLst>
          </p:cNvPr>
          <p:cNvCxnSpPr>
            <a:cxnSpLocks/>
          </p:cNvCxnSpPr>
          <p:nvPr/>
        </p:nvCxnSpPr>
        <p:spPr>
          <a:xfrm>
            <a:off x="3429000" y="5016648"/>
            <a:ext cx="0" cy="396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1D988C81-83AD-0B62-AFBA-6D14A89DE0DC}"/>
              </a:ext>
            </a:extLst>
          </p:cNvPr>
          <p:cNvCxnSpPr>
            <a:cxnSpLocks/>
          </p:cNvCxnSpPr>
          <p:nvPr/>
        </p:nvCxnSpPr>
        <p:spPr>
          <a:xfrm>
            <a:off x="1725281" y="5418533"/>
            <a:ext cx="3413662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47586B7F-A89E-D6EB-0BDD-FA9F2FBDF5A6}"/>
              </a:ext>
            </a:extLst>
          </p:cNvPr>
          <p:cNvCxnSpPr>
            <a:cxnSpLocks/>
          </p:cNvCxnSpPr>
          <p:nvPr/>
        </p:nvCxnSpPr>
        <p:spPr>
          <a:xfrm>
            <a:off x="1725281" y="5418533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>
            <a:extLst>
              <a:ext uri="{FF2B5EF4-FFF2-40B4-BE49-F238E27FC236}">
                <a16:creationId xmlns:a16="http://schemas.microsoft.com/office/drawing/2014/main" id="{A9D29B85-43D1-ABBB-847F-D4972A8E9B12}"/>
              </a:ext>
            </a:extLst>
          </p:cNvPr>
          <p:cNvSpPr txBox="1"/>
          <p:nvPr/>
        </p:nvSpPr>
        <p:spPr>
          <a:xfrm>
            <a:off x="1152711" y="5079545"/>
            <a:ext cx="115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FF00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large-scale rainfall</a:t>
            </a:r>
          </a:p>
        </p:txBody>
      </p:sp>
      <p:sp>
        <p:nvSpPr>
          <p:cNvPr id="654" name="Ovale 14">
            <a:extLst>
              <a:ext uri="{FF2B5EF4-FFF2-40B4-BE49-F238E27FC236}">
                <a16:creationId xmlns:a16="http://schemas.microsoft.com/office/drawing/2014/main" id="{098B088C-8AC8-FC91-55E3-77890213E288}"/>
              </a:ext>
            </a:extLst>
          </p:cNvPr>
          <p:cNvSpPr/>
          <p:nvPr/>
        </p:nvSpPr>
        <p:spPr>
          <a:xfrm>
            <a:off x="1689281" y="5564712"/>
            <a:ext cx="72000" cy="72000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DE6DFADE-9A84-6DC0-9167-00EF94D17E2A}"/>
              </a:ext>
            </a:extLst>
          </p:cNvPr>
          <p:cNvSpPr txBox="1"/>
          <p:nvPr/>
        </p:nvSpPr>
        <p:spPr>
          <a:xfrm>
            <a:off x="4511758" y="5079545"/>
            <a:ext cx="1269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FF00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convective rainfall</a:t>
            </a:r>
          </a:p>
        </p:txBody>
      </p: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B3E55C96-B08D-6594-717C-8DC80E77DEB3}"/>
              </a:ext>
            </a:extLst>
          </p:cNvPr>
          <p:cNvCxnSpPr>
            <a:cxnSpLocks/>
          </p:cNvCxnSpPr>
          <p:nvPr/>
        </p:nvCxnSpPr>
        <p:spPr>
          <a:xfrm>
            <a:off x="5143195" y="5418533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7" name="Ovale 14">
            <a:extLst>
              <a:ext uri="{FF2B5EF4-FFF2-40B4-BE49-F238E27FC236}">
                <a16:creationId xmlns:a16="http://schemas.microsoft.com/office/drawing/2014/main" id="{55A80838-0D13-73D1-C9EE-103B48C5F34A}"/>
              </a:ext>
            </a:extLst>
          </p:cNvPr>
          <p:cNvSpPr/>
          <p:nvPr/>
        </p:nvSpPr>
        <p:spPr>
          <a:xfrm>
            <a:off x="5107195" y="5564712"/>
            <a:ext cx="72000" cy="72000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B5A0B48F-4B20-E4FD-0A2D-DA2EB8385FF6}"/>
              </a:ext>
            </a:extLst>
          </p:cNvPr>
          <p:cNvSpPr/>
          <p:nvPr/>
        </p:nvSpPr>
        <p:spPr>
          <a:xfrm>
            <a:off x="8019" y="5079545"/>
            <a:ext cx="6829200" cy="4044053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9" name="CasellaDiTesto 239">
            <a:extLst>
              <a:ext uri="{FF2B5EF4-FFF2-40B4-BE49-F238E27FC236}">
                <a16:creationId xmlns:a16="http://schemas.microsoft.com/office/drawing/2014/main" id="{0D1CEA06-80A7-1FD2-98C9-E67FFFE23889}"/>
              </a:ext>
            </a:extLst>
          </p:cNvPr>
          <p:cNvSpPr txBox="1"/>
          <p:nvPr/>
        </p:nvSpPr>
        <p:spPr>
          <a:xfrm>
            <a:off x="2808405" y="7819063"/>
            <a:ext cx="387954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60" name="Picture 659">
            <a:extLst>
              <a:ext uri="{FF2B5EF4-FFF2-40B4-BE49-F238E27FC236}">
                <a16:creationId xmlns:a16="http://schemas.microsoft.com/office/drawing/2014/main" id="{1E8CD432-07FD-9980-9F7F-41517A1B7C29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4" r="1"/>
          <a:stretch/>
        </p:blipFill>
        <p:spPr>
          <a:xfrm>
            <a:off x="1311281" y="5632289"/>
            <a:ext cx="828000" cy="522248"/>
          </a:xfrm>
          <a:prstGeom prst="rect">
            <a:avLst/>
          </a:prstGeom>
        </p:spPr>
      </p:pic>
      <p:sp>
        <p:nvSpPr>
          <p:cNvPr id="661" name="Rectangle 660">
            <a:extLst>
              <a:ext uri="{FF2B5EF4-FFF2-40B4-BE49-F238E27FC236}">
                <a16:creationId xmlns:a16="http://schemas.microsoft.com/office/drawing/2014/main" id="{97BFA5CC-E69C-5B8D-6FD9-F1BC5EF856DA}"/>
              </a:ext>
            </a:extLst>
          </p:cNvPr>
          <p:cNvSpPr/>
          <p:nvPr/>
        </p:nvSpPr>
        <p:spPr>
          <a:xfrm>
            <a:off x="1837531" y="5916189"/>
            <a:ext cx="108432" cy="112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62" name="Picture 661">
            <a:extLst>
              <a:ext uri="{FF2B5EF4-FFF2-40B4-BE49-F238E27FC236}">
                <a16:creationId xmlns:a16="http://schemas.microsoft.com/office/drawing/2014/main" id="{6E4E0C72-1851-2522-61CA-032695EB6FA6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"/>
          <a:stretch/>
        </p:blipFill>
        <p:spPr>
          <a:xfrm>
            <a:off x="467251" y="6746387"/>
            <a:ext cx="828000" cy="526004"/>
          </a:xfrm>
          <a:prstGeom prst="rect">
            <a:avLst/>
          </a:prstGeom>
        </p:spPr>
      </p:pic>
      <p:pic>
        <p:nvPicPr>
          <p:cNvPr id="663" name="Picture 662">
            <a:extLst>
              <a:ext uri="{FF2B5EF4-FFF2-40B4-BE49-F238E27FC236}">
                <a16:creationId xmlns:a16="http://schemas.microsoft.com/office/drawing/2014/main" id="{00EBDE30-19EC-F547-68E5-D0827DAA3D2B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1" r="-1"/>
          <a:stretch/>
        </p:blipFill>
        <p:spPr>
          <a:xfrm>
            <a:off x="2178424" y="6746387"/>
            <a:ext cx="828000" cy="526697"/>
          </a:xfrm>
          <a:prstGeom prst="rect">
            <a:avLst/>
          </a:prstGeom>
        </p:spPr>
      </p:pic>
      <p:pic>
        <p:nvPicPr>
          <p:cNvPr id="664" name="Picture 663">
            <a:extLst>
              <a:ext uri="{FF2B5EF4-FFF2-40B4-BE49-F238E27FC236}">
                <a16:creationId xmlns:a16="http://schemas.microsoft.com/office/drawing/2014/main" id="{15E2A5F1-92D8-C27C-AF7C-447DE528D1A6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" r="-1"/>
          <a:stretch/>
        </p:blipFill>
        <p:spPr>
          <a:xfrm>
            <a:off x="3438569" y="7828769"/>
            <a:ext cx="828000" cy="527480"/>
          </a:xfrm>
          <a:prstGeom prst="rect">
            <a:avLst/>
          </a:prstGeom>
        </p:spPr>
      </p:pic>
      <p:sp>
        <p:nvSpPr>
          <p:cNvPr id="665" name="Rectangle 664">
            <a:extLst>
              <a:ext uri="{FF2B5EF4-FFF2-40B4-BE49-F238E27FC236}">
                <a16:creationId xmlns:a16="http://schemas.microsoft.com/office/drawing/2014/main" id="{EEDBCD5F-7973-9D88-1F3D-346760E66252}"/>
              </a:ext>
            </a:extLst>
          </p:cNvPr>
          <p:cNvSpPr/>
          <p:nvPr/>
        </p:nvSpPr>
        <p:spPr>
          <a:xfrm>
            <a:off x="3795201" y="7934689"/>
            <a:ext cx="108432" cy="112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CE7852B4-A296-1B61-16D6-612BA80311AC}"/>
              </a:ext>
            </a:extLst>
          </p:cNvPr>
          <p:cNvCxnSpPr>
            <a:cxnSpLocks/>
          </p:cNvCxnSpPr>
          <p:nvPr/>
        </p:nvCxnSpPr>
        <p:spPr>
          <a:xfrm>
            <a:off x="3852569" y="8351473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7" name="CasellaDiTesto 239">
            <a:extLst>
              <a:ext uri="{FF2B5EF4-FFF2-40B4-BE49-F238E27FC236}">
                <a16:creationId xmlns:a16="http://schemas.microsoft.com/office/drawing/2014/main" id="{EB5718F6-9675-94F7-71D6-4DC5E071B297}"/>
              </a:ext>
            </a:extLst>
          </p:cNvPr>
          <p:cNvSpPr txBox="1"/>
          <p:nvPr/>
        </p:nvSpPr>
        <p:spPr>
          <a:xfrm>
            <a:off x="3680527" y="7819063"/>
            <a:ext cx="344084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CB954BAD-EA41-4420-8935-C6F7403200EC}"/>
              </a:ext>
            </a:extLst>
          </p:cNvPr>
          <p:cNvCxnSpPr>
            <a:cxnSpLocks/>
          </p:cNvCxnSpPr>
          <p:nvPr/>
        </p:nvCxnSpPr>
        <p:spPr>
          <a:xfrm>
            <a:off x="1728353" y="614679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BF20D850-85A8-0FFF-71D5-8CFA254613DE}"/>
              </a:ext>
            </a:extLst>
          </p:cNvPr>
          <p:cNvCxnSpPr>
            <a:cxnSpLocks/>
          </p:cNvCxnSpPr>
          <p:nvPr/>
        </p:nvCxnSpPr>
        <p:spPr>
          <a:xfrm>
            <a:off x="870333" y="6506795"/>
            <a:ext cx="1716041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49D0DD71-A5B7-260C-84B7-F30C630190BC}"/>
              </a:ext>
            </a:extLst>
          </p:cNvPr>
          <p:cNvCxnSpPr>
            <a:cxnSpLocks/>
          </p:cNvCxnSpPr>
          <p:nvPr/>
        </p:nvCxnSpPr>
        <p:spPr>
          <a:xfrm>
            <a:off x="870333" y="6506795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>
            <a:extLst>
              <a:ext uri="{FF2B5EF4-FFF2-40B4-BE49-F238E27FC236}">
                <a16:creationId xmlns:a16="http://schemas.microsoft.com/office/drawing/2014/main" id="{52502F8E-E710-4C25-02C4-72148C6ED40A}"/>
              </a:ext>
            </a:extLst>
          </p:cNvPr>
          <p:cNvSpPr txBox="1"/>
          <p:nvPr/>
        </p:nvSpPr>
        <p:spPr>
          <a:xfrm>
            <a:off x="362220" y="6170738"/>
            <a:ext cx="999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rainfall totals</a:t>
            </a:r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C33C4C78-63E5-0BC9-876F-FF417AD8C614}"/>
              </a:ext>
            </a:extLst>
          </p:cNvPr>
          <p:cNvSpPr txBox="1"/>
          <p:nvPr/>
        </p:nvSpPr>
        <p:spPr>
          <a:xfrm>
            <a:off x="2088770" y="6170738"/>
            <a:ext cx="999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rainfall totals</a:t>
            </a:r>
          </a:p>
        </p:txBody>
      </p: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F319AAAF-8351-E3C1-F8D3-1433DAE2B76C}"/>
              </a:ext>
            </a:extLst>
          </p:cNvPr>
          <p:cNvCxnSpPr>
            <a:cxnSpLocks/>
          </p:cNvCxnSpPr>
          <p:nvPr/>
        </p:nvCxnSpPr>
        <p:spPr>
          <a:xfrm>
            <a:off x="2586374" y="6506795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FB1F56BB-B4CD-912A-C1F7-134FF7631A3D}"/>
              </a:ext>
            </a:extLst>
          </p:cNvPr>
          <p:cNvCxnSpPr>
            <a:cxnSpLocks/>
          </p:cNvCxnSpPr>
          <p:nvPr/>
        </p:nvCxnSpPr>
        <p:spPr>
          <a:xfrm>
            <a:off x="5139473" y="614679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7206C148-F7C7-060D-7919-2AEBD49C910D}"/>
              </a:ext>
            </a:extLst>
          </p:cNvPr>
          <p:cNvCxnSpPr>
            <a:cxnSpLocks/>
          </p:cNvCxnSpPr>
          <p:nvPr/>
        </p:nvCxnSpPr>
        <p:spPr>
          <a:xfrm>
            <a:off x="4281453" y="6506795"/>
            <a:ext cx="1716041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F4747D82-3E82-CCA4-6DB2-A4747DF04883}"/>
              </a:ext>
            </a:extLst>
          </p:cNvPr>
          <p:cNvCxnSpPr>
            <a:cxnSpLocks/>
          </p:cNvCxnSpPr>
          <p:nvPr/>
        </p:nvCxnSpPr>
        <p:spPr>
          <a:xfrm>
            <a:off x="4281453" y="6506795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>
            <a:extLst>
              <a:ext uri="{FF2B5EF4-FFF2-40B4-BE49-F238E27FC236}">
                <a16:creationId xmlns:a16="http://schemas.microsoft.com/office/drawing/2014/main" id="{3DBADC30-B540-3DD7-0674-8BBA39DD14F8}"/>
              </a:ext>
            </a:extLst>
          </p:cNvPr>
          <p:cNvSpPr txBox="1"/>
          <p:nvPr/>
        </p:nvSpPr>
        <p:spPr>
          <a:xfrm>
            <a:off x="3782865" y="6170738"/>
            <a:ext cx="999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rainfall totals</a:t>
            </a: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7468BF2C-8EB4-2012-8236-3CACE99B2949}"/>
              </a:ext>
            </a:extLst>
          </p:cNvPr>
          <p:cNvSpPr txBox="1"/>
          <p:nvPr/>
        </p:nvSpPr>
        <p:spPr>
          <a:xfrm>
            <a:off x="5499890" y="6170738"/>
            <a:ext cx="999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rainfall totals</a:t>
            </a:r>
          </a:p>
        </p:txBody>
      </p: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5344860B-FE3C-A9FF-D204-B7AC73D396F4}"/>
              </a:ext>
            </a:extLst>
          </p:cNvPr>
          <p:cNvCxnSpPr>
            <a:cxnSpLocks/>
          </p:cNvCxnSpPr>
          <p:nvPr/>
        </p:nvCxnSpPr>
        <p:spPr>
          <a:xfrm>
            <a:off x="5997494" y="6506795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0" name="Picture 679">
            <a:extLst>
              <a:ext uri="{FF2B5EF4-FFF2-40B4-BE49-F238E27FC236}">
                <a16:creationId xmlns:a16="http://schemas.microsoft.com/office/drawing/2014/main" id="{2B87C3EC-BA5C-1A0D-49F3-B4E3A03BFF5E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"/>
          <a:stretch/>
        </p:blipFill>
        <p:spPr>
          <a:xfrm>
            <a:off x="3876678" y="6746387"/>
            <a:ext cx="796486" cy="519331"/>
          </a:xfrm>
          <a:prstGeom prst="rect">
            <a:avLst/>
          </a:prstGeom>
        </p:spPr>
      </p:pic>
      <p:pic>
        <p:nvPicPr>
          <p:cNvPr id="681" name="Picture 680">
            <a:extLst>
              <a:ext uri="{FF2B5EF4-FFF2-40B4-BE49-F238E27FC236}">
                <a16:creationId xmlns:a16="http://schemas.microsoft.com/office/drawing/2014/main" id="{E1B4A241-A211-E9BF-84AC-E2E9D0A49FB6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" r="1"/>
          <a:stretch/>
        </p:blipFill>
        <p:spPr>
          <a:xfrm>
            <a:off x="5580451" y="6746387"/>
            <a:ext cx="796486" cy="519331"/>
          </a:xfrm>
          <a:prstGeom prst="rect">
            <a:avLst/>
          </a:prstGeom>
        </p:spPr>
      </p:pic>
      <p:sp>
        <p:nvSpPr>
          <p:cNvPr id="682" name="Ovale 14">
            <a:extLst>
              <a:ext uri="{FF2B5EF4-FFF2-40B4-BE49-F238E27FC236}">
                <a16:creationId xmlns:a16="http://schemas.microsoft.com/office/drawing/2014/main" id="{5865E292-29BB-1D14-DDEF-016538997A04}"/>
              </a:ext>
            </a:extLst>
          </p:cNvPr>
          <p:cNvSpPr/>
          <p:nvPr/>
        </p:nvSpPr>
        <p:spPr>
          <a:xfrm>
            <a:off x="834333" y="6679852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3" name="Ovale 14">
            <a:extLst>
              <a:ext uri="{FF2B5EF4-FFF2-40B4-BE49-F238E27FC236}">
                <a16:creationId xmlns:a16="http://schemas.microsoft.com/office/drawing/2014/main" id="{8727D19A-EA75-399E-DE65-CC9F9FF01DF2}"/>
              </a:ext>
            </a:extLst>
          </p:cNvPr>
          <p:cNvSpPr/>
          <p:nvPr/>
        </p:nvSpPr>
        <p:spPr>
          <a:xfrm>
            <a:off x="2550374" y="6679852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4" name="Ovale 14">
            <a:extLst>
              <a:ext uri="{FF2B5EF4-FFF2-40B4-BE49-F238E27FC236}">
                <a16:creationId xmlns:a16="http://schemas.microsoft.com/office/drawing/2014/main" id="{644C8DDC-DDE3-AED9-0BB5-1ADF3EB3EAC1}"/>
              </a:ext>
            </a:extLst>
          </p:cNvPr>
          <p:cNvSpPr/>
          <p:nvPr/>
        </p:nvSpPr>
        <p:spPr>
          <a:xfrm>
            <a:off x="4245453" y="6679852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5" name="Ovale 14">
            <a:extLst>
              <a:ext uri="{FF2B5EF4-FFF2-40B4-BE49-F238E27FC236}">
                <a16:creationId xmlns:a16="http://schemas.microsoft.com/office/drawing/2014/main" id="{2DC86392-9166-EA64-A264-0613EDB5E27D}"/>
              </a:ext>
            </a:extLst>
          </p:cNvPr>
          <p:cNvSpPr/>
          <p:nvPr/>
        </p:nvSpPr>
        <p:spPr>
          <a:xfrm>
            <a:off x="5961494" y="6679852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86" name="Picture 685">
            <a:extLst>
              <a:ext uri="{FF2B5EF4-FFF2-40B4-BE49-F238E27FC236}">
                <a16:creationId xmlns:a16="http://schemas.microsoft.com/office/drawing/2014/main" id="{3F7EF8FF-BC74-E1B1-CD74-9D8809297415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5" r="-1"/>
          <a:stretch/>
        </p:blipFill>
        <p:spPr>
          <a:xfrm>
            <a:off x="3009900" y="4153076"/>
            <a:ext cx="863415" cy="547028"/>
          </a:xfrm>
          <a:prstGeom prst="rect">
            <a:avLst/>
          </a:prstGeom>
        </p:spPr>
      </p:pic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E6B6C728-0B8C-F240-FDEC-2914054BE9D1}"/>
              </a:ext>
            </a:extLst>
          </p:cNvPr>
          <p:cNvCxnSpPr>
            <a:cxnSpLocks/>
          </p:cNvCxnSpPr>
          <p:nvPr/>
        </p:nvCxnSpPr>
        <p:spPr>
          <a:xfrm>
            <a:off x="3297663" y="4608710"/>
            <a:ext cx="0" cy="941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ectangle 687">
            <a:extLst>
              <a:ext uri="{FF2B5EF4-FFF2-40B4-BE49-F238E27FC236}">
                <a16:creationId xmlns:a16="http://schemas.microsoft.com/office/drawing/2014/main" id="{2FC6D730-C59D-F00C-BB1A-5C3CEC0CDB38}"/>
              </a:ext>
            </a:extLst>
          </p:cNvPr>
          <p:cNvSpPr/>
          <p:nvPr/>
        </p:nvSpPr>
        <p:spPr>
          <a:xfrm>
            <a:off x="3220650" y="4583046"/>
            <a:ext cx="45719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E7DF10B6-536A-FF38-E851-868D11B14585}"/>
              </a:ext>
            </a:extLst>
          </p:cNvPr>
          <p:cNvCxnSpPr>
            <a:cxnSpLocks/>
          </p:cNvCxnSpPr>
          <p:nvPr/>
        </p:nvCxnSpPr>
        <p:spPr>
          <a:xfrm flipH="1">
            <a:off x="3254463" y="4611091"/>
            <a:ext cx="432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5B7F8109-B127-E3BE-A6CB-EB42B096371B}"/>
              </a:ext>
            </a:extLst>
          </p:cNvPr>
          <p:cNvCxnSpPr>
            <a:cxnSpLocks/>
          </p:cNvCxnSpPr>
          <p:nvPr/>
        </p:nvCxnSpPr>
        <p:spPr>
          <a:xfrm>
            <a:off x="3256006" y="4608710"/>
            <a:ext cx="0" cy="941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1" name="TextBox 690">
            <a:extLst>
              <a:ext uri="{FF2B5EF4-FFF2-40B4-BE49-F238E27FC236}">
                <a16:creationId xmlns:a16="http://schemas.microsoft.com/office/drawing/2014/main" id="{EF0F9670-B9DC-3A8F-9F02-A2C0701FD1FA}"/>
              </a:ext>
            </a:extLst>
          </p:cNvPr>
          <p:cNvSpPr txBox="1"/>
          <p:nvPr/>
        </p:nvSpPr>
        <p:spPr>
          <a:xfrm rot="16200000">
            <a:off x="695239" y="1672221"/>
            <a:ext cx="2016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Relative Frequencies [-]</a:t>
            </a:r>
          </a:p>
        </p:txBody>
      </p:sp>
      <p:pic>
        <p:nvPicPr>
          <p:cNvPr id="692" name="Picture 691">
            <a:extLst>
              <a:ext uri="{FF2B5EF4-FFF2-40B4-BE49-F238E27FC236}">
                <a16:creationId xmlns:a16="http://schemas.microsoft.com/office/drawing/2014/main" id="{8627EE3F-3DF7-20A6-E100-6B8CFCFCDC21}"/>
              </a:ext>
            </a:extLst>
          </p:cNvPr>
          <p:cNvPicPr>
            <a:picLocks noChangeAspect="1"/>
          </p:cNvPicPr>
          <p:nvPr/>
        </p:nvPicPr>
        <p:blipFill rotWithShape="1">
          <a:blip r:embed="rId29"/>
          <a:srcRect l="3335" t="4553" r="1694" b="13573"/>
          <a:stretch/>
        </p:blipFill>
        <p:spPr>
          <a:xfrm>
            <a:off x="1994063" y="771584"/>
            <a:ext cx="4859320" cy="2059447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6C4BD190-4A31-4B05-5804-402F2B2986C3}"/>
              </a:ext>
            </a:extLst>
          </p:cNvPr>
          <p:cNvSpPr/>
          <p:nvPr/>
        </p:nvSpPr>
        <p:spPr>
          <a:xfrm>
            <a:off x="2061871" y="889397"/>
            <a:ext cx="2661540" cy="13886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2B699000-ED7E-C2F2-63FB-1C6BD14392C8}"/>
              </a:ext>
            </a:extLst>
          </p:cNvPr>
          <p:cNvSpPr/>
          <p:nvPr/>
        </p:nvSpPr>
        <p:spPr>
          <a:xfrm>
            <a:off x="3061164" y="1100747"/>
            <a:ext cx="331426" cy="13886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70AE80CA-AA85-D6FC-EB86-E2B842DBB6D2}"/>
              </a:ext>
            </a:extLst>
          </p:cNvPr>
          <p:cNvSpPr/>
          <p:nvPr/>
        </p:nvSpPr>
        <p:spPr>
          <a:xfrm>
            <a:off x="4609791" y="1318249"/>
            <a:ext cx="2164332" cy="14173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F52FF645-5230-0124-ABD4-9D75899ED511}"/>
              </a:ext>
            </a:extLst>
          </p:cNvPr>
          <p:cNvSpPr/>
          <p:nvPr/>
        </p:nvSpPr>
        <p:spPr>
          <a:xfrm>
            <a:off x="4846274" y="1399655"/>
            <a:ext cx="37798" cy="13886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25CF370B-5B63-69E2-972C-955347231647}"/>
              </a:ext>
            </a:extLst>
          </p:cNvPr>
          <p:cNvSpPr txBox="1"/>
          <p:nvPr/>
        </p:nvSpPr>
        <p:spPr>
          <a:xfrm>
            <a:off x="1994063" y="3218538"/>
            <a:ext cx="4851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FER [-]</a:t>
            </a:r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E34E8169-914B-50F7-97EC-E135BD3EC066}"/>
              </a:ext>
            </a:extLst>
          </p:cNvPr>
          <p:cNvSpPr txBox="1"/>
          <p:nvPr/>
        </p:nvSpPr>
        <p:spPr>
          <a:xfrm>
            <a:off x="1705407" y="1892923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0.4</a:t>
            </a: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76A7B3DF-0818-6724-1275-A9CC71FA91BA}"/>
              </a:ext>
            </a:extLst>
          </p:cNvPr>
          <p:cNvSpPr txBox="1"/>
          <p:nvPr/>
        </p:nvSpPr>
        <p:spPr>
          <a:xfrm>
            <a:off x="1705407" y="2097007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0.3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B35FEF63-C192-14DF-107D-C62BA44F1ED8}"/>
              </a:ext>
            </a:extLst>
          </p:cNvPr>
          <p:cNvSpPr txBox="1"/>
          <p:nvPr/>
        </p:nvSpPr>
        <p:spPr>
          <a:xfrm>
            <a:off x="1705407" y="2301091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0.2</a:t>
            </a:r>
          </a:p>
        </p:txBody>
      </p:sp>
      <p:sp>
        <p:nvSpPr>
          <p:cNvPr id="701" name="TextBox 700">
            <a:extLst>
              <a:ext uri="{FF2B5EF4-FFF2-40B4-BE49-F238E27FC236}">
                <a16:creationId xmlns:a16="http://schemas.microsoft.com/office/drawing/2014/main" id="{F82216EF-4E08-7523-1C33-63C93BFE2023}"/>
              </a:ext>
            </a:extLst>
          </p:cNvPr>
          <p:cNvSpPr txBox="1"/>
          <p:nvPr/>
        </p:nvSpPr>
        <p:spPr>
          <a:xfrm>
            <a:off x="1705407" y="2505175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0.1</a:t>
            </a: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959F2136-11A8-B5AD-410C-A45BBF48D851}"/>
              </a:ext>
            </a:extLst>
          </p:cNvPr>
          <p:cNvSpPr txBox="1"/>
          <p:nvPr/>
        </p:nvSpPr>
        <p:spPr>
          <a:xfrm>
            <a:off x="1705407" y="2709262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9DEEF733-7C45-DAAD-23CD-418D914A59FF}"/>
              </a:ext>
            </a:extLst>
          </p:cNvPr>
          <p:cNvSpPr txBox="1"/>
          <p:nvPr/>
        </p:nvSpPr>
        <p:spPr>
          <a:xfrm>
            <a:off x="1705407" y="668419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8179F2E5-C6FF-A5D5-BBF7-88A77515CE9A}"/>
              </a:ext>
            </a:extLst>
          </p:cNvPr>
          <p:cNvSpPr txBox="1"/>
          <p:nvPr/>
        </p:nvSpPr>
        <p:spPr>
          <a:xfrm>
            <a:off x="1705407" y="872503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0.9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63D808C7-5C6B-D60D-6E22-CD14550D35D5}"/>
              </a:ext>
            </a:extLst>
          </p:cNvPr>
          <p:cNvSpPr txBox="1"/>
          <p:nvPr/>
        </p:nvSpPr>
        <p:spPr>
          <a:xfrm>
            <a:off x="1705407" y="1076587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0.8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78D33D84-34D1-8387-09A4-1EA34B3769AE}"/>
              </a:ext>
            </a:extLst>
          </p:cNvPr>
          <p:cNvSpPr txBox="1"/>
          <p:nvPr/>
        </p:nvSpPr>
        <p:spPr>
          <a:xfrm>
            <a:off x="1705407" y="1280671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0.7</a:t>
            </a: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CF03BAB7-135C-B9F3-96FF-651D618D3550}"/>
              </a:ext>
            </a:extLst>
          </p:cNvPr>
          <p:cNvSpPr txBox="1"/>
          <p:nvPr/>
        </p:nvSpPr>
        <p:spPr>
          <a:xfrm>
            <a:off x="1705407" y="1484755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0.6</a:t>
            </a:r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B306662D-3F1D-5B27-8F69-3A6869877878}"/>
              </a:ext>
            </a:extLst>
          </p:cNvPr>
          <p:cNvSpPr txBox="1"/>
          <p:nvPr/>
        </p:nvSpPr>
        <p:spPr>
          <a:xfrm>
            <a:off x="1705407" y="1688839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709" name="TextBox 708">
            <a:extLst>
              <a:ext uri="{FF2B5EF4-FFF2-40B4-BE49-F238E27FC236}">
                <a16:creationId xmlns:a16="http://schemas.microsoft.com/office/drawing/2014/main" id="{F5E3E7F2-74CD-62E3-8A5C-FD3614D4BEDA}"/>
              </a:ext>
            </a:extLst>
          </p:cNvPr>
          <p:cNvSpPr txBox="1"/>
          <p:nvPr/>
        </p:nvSpPr>
        <p:spPr>
          <a:xfrm rot="18900000">
            <a:off x="2103788" y="2818600"/>
            <a:ext cx="3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-1</a:t>
            </a:r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0" name="TextBox 709">
            <a:extLst>
              <a:ext uri="{FF2B5EF4-FFF2-40B4-BE49-F238E27FC236}">
                <a16:creationId xmlns:a16="http://schemas.microsoft.com/office/drawing/2014/main" id="{287280E2-7818-CACB-6252-370F82CEDBD5}"/>
              </a:ext>
            </a:extLst>
          </p:cNvPr>
          <p:cNvSpPr txBox="1"/>
          <p:nvPr/>
        </p:nvSpPr>
        <p:spPr>
          <a:xfrm rot="18900000">
            <a:off x="2065644" y="2948411"/>
            <a:ext cx="727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-1 to -0.75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86089FEC-2278-C079-DCBB-7A50144475AB}"/>
              </a:ext>
            </a:extLst>
          </p:cNvPr>
          <p:cNvSpPr txBox="1"/>
          <p:nvPr/>
        </p:nvSpPr>
        <p:spPr>
          <a:xfrm rot="18900000">
            <a:off x="2314739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-0.75 to -0.5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6A5F783F-4454-E7E5-F050-00FCB38103F6}"/>
              </a:ext>
            </a:extLst>
          </p:cNvPr>
          <p:cNvSpPr txBox="1"/>
          <p:nvPr/>
        </p:nvSpPr>
        <p:spPr>
          <a:xfrm rot="18900000">
            <a:off x="2612375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-0.5 to -0.25</a:t>
            </a:r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15FD003F-BBD5-5F51-52AF-9E35B3EB33F9}"/>
              </a:ext>
            </a:extLst>
          </p:cNvPr>
          <p:cNvSpPr txBox="1"/>
          <p:nvPr/>
        </p:nvSpPr>
        <p:spPr>
          <a:xfrm rot="18900000">
            <a:off x="2929061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-0.25 to 0.25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6A8BD231-0C6E-38AC-84FD-01F3547E1375}"/>
              </a:ext>
            </a:extLst>
          </p:cNvPr>
          <p:cNvSpPr txBox="1"/>
          <p:nvPr/>
        </p:nvSpPr>
        <p:spPr>
          <a:xfrm rot="18900000">
            <a:off x="3217172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0.25 to 0.5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032A67A3-654D-717D-0F1B-595346E199C9}"/>
              </a:ext>
            </a:extLst>
          </p:cNvPr>
          <p:cNvSpPr txBox="1"/>
          <p:nvPr/>
        </p:nvSpPr>
        <p:spPr>
          <a:xfrm rot="18900000">
            <a:off x="3514808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0.5 to 0.75</a:t>
            </a:r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EF3606A8-1D00-7F4E-24FF-0E81E2E75690}"/>
              </a:ext>
            </a:extLst>
          </p:cNvPr>
          <p:cNvSpPr txBox="1"/>
          <p:nvPr/>
        </p:nvSpPr>
        <p:spPr>
          <a:xfrm rot="18900000">
            <a:off x="3812444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0.75 to 1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5CD3C202-C2E4-81A3-5E2C-5AE16B3A55D1}"/>
              </a:ext>
            </a:extLst>
          </p:cNvPr>
          <p:cNvSpPr txBox="1"/>
          <p:nvPr/>
        </p:nvSpPr>
        <p:spPr>
          <a:xfrm rot="18900000">
            <a:off x="4129130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 to 2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E6E4CB50-F552-CC10-F438-12FBED92FD68}"/>
              </a:ext>
            </a:extLst>
          </p:cNvPr>
          <p:cNvSpPr txBox="1"/>
          <p:nvPr/>
        </p:nvSpPr>
        <p:spPr>
          <a:xfrm rot="18900000">
            <a:off x="4429127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 to 3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19" name="TextBox 718">
            <a:extLst>
              <a:ext uri="{FF2B5EF4-FFF2-40B4-BE49-F238E27FC236}">
                <a16:creationId xmlns:a16="http://schemas.microsoft.com/office/drawing/2014/main" id="{B5BD08C9-137B-7E59-12B1-FDF198AABE7D}"/>
              </a:ext>
            </a:extLst>
          </p:cNvPr>
          <p:cNvSpPr txBox="1"/>
          <p:nvPr/>
        </p:nvSpPr>
        <p:spPr>
          <a:xfrm rot="18900000">
            <a:off x="4722041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 to 5</a:t>
            </a:r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0" name="TextBox 719">
            <a:extLst>
              <a:ext uri="{FF2B5EF4-FFF2-40B4-BE49-F238E27FC236}">
                <a16:creationId xmlns:a16="http://schemas.microsoft.com/office/drawing/2014/main" id="{5A5A82FD-66EE-B741-55F4-53BE0A2A6018}"/>
              </a:ext>
            </a:extLst>
          </p:cNvPr>
          <p:cNvSpPr txBox="1"/>
          <p:nvPr/>
        </p:nvSpPr>
        <p:spPr>
          <a:xfrm rot="18900000">
            <a:off x="5041088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 to 10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485FDC7C-3DDA-2EED-D2B5-29D6F3DE0D39}"/>
              </a:ext>
            </a:extLst>
          </p:cNvPr>
          <p:cNvSpPr txBox="1"/>
          <p:nvPr/>
        </p:nvSpPr>
        <p:spPr>
          <a:xfrm rot="18900000">
            <a:off x="5338724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 to 25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847B5E79-0C69-8AC4-BEAC-E08FF089B9B0}"/>
              </a:ext>
            </a:extLst>
          </p:cNvPr>
          <p:cNvSpPr txBox="1"/>
          <p:nvPr/>
        </p:nvSpPr>
        <p:spPr>
          <a:xfrm rot="18900000">
            <a:off x="5646668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25 to 50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C729B2FE-2F22-46F6-3E91-9BC0BE993564}"/>
              </a:ext>
            </a:extLst>
          </p:cNvPr>
          <p:cNvSpPr txBox="1"/>
          <p:nvPr/>
        </p:nvSpPr>
        <p:spPr>
          <a:xfrm rot="18900000">
            <a:off x="5944298" y="2978498"/>
            <a:ext cx="812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&gt;50</a:t>
            </a:r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8080C198-1846-D9B7-73D4-CEADD65F5EE0}"/>
              </a:ext>
            </a:extLst>
          </p:cNvPr>
          <p:cNvCxnSpPr/>
          <p:nvPr/>
        </p:nvCxnSpPr>
        <p:spPr>
          <a:xfrm flipV="1">
            <a:off x="2316527" y="2087787"/>
            <a:ext cx="0" cy="18000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>
            <a:extLst>
              <a:ext uri="{FF2B5EF4-FFF2-40B4-BE49-F238E27FC236}">
                <a16:creationId xmlns:a16="http://schemas.microsoft.com/office/drawing/2014/main" id="{124A1F7A-8D81-C4ED-1CF7-339111F3BD5A}"/>
              </a:ext>
            </a:extLst>
          </p:cNvPr>
          <p:cNvSpPr txBox="1"/>
          <p:nvPr/>
        </p:nvSpPr>
        <p:spPr>
          <a:xfrm>
            <a:off x="2077843" y="1742214"/>
            <a:ext cx="1501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0</a:t>
            </a:r>
          </a:p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when F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gridCAL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&gt;= 1mm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26" name="Straight Arrow Connector 725">
            <a:extLst>
              <a:ext uri="{FF2B5EF4-FFF2-40B4-BE49-F238E27FC236}">
                <a16:creationId xmlns:a16="http://schemas.microsoft.com/office/drawing/2014/main" id="{B4CE250C-946B-E330-B4AE-0FCE02EAD020}"/>
              </a:ext>
            </a:extLst>
          </p:cNvPr>
          <p:cNvCxnSpPr>
            <a:cxnSpLocks/>
          </p:cNvCxnSpPr>
          <p:nvPr/>
        </p:nvCxnSpPr>
        <p:spPr>
          <a:xfrm>
            <a:off x="3575277" y="1385841"/>
            <a:ext cx="316800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Arrow Connector 726">
            <a:extLst>
              <a:ext uri="{FF2B5EF4-FFF2-40B4-BE49-F238E27FC236}">
                <a16:creationId xmlns:a16="http://schemas.microsoft.com/office/drawing/2014/main" id="{CC802D79-A266-5EFF-0F53-EF76232B1898}"/>
              </a:ext>
            </a:extLst>
          </p:cNvPr>
          <p:cNvCxnSpPr>
            <a:cxnSpLocks/>
          </p:cNvCxnSpPr>
          <p:nvPr/>
        </p:nvCxnSpPr>
        <p:spPr>
          <a:xfrm flipH="1" flipV="1">
            <a:off x="2077843" y="1385841"/>
            <a:ext cx="1400667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>
            <a:extLst>
              <a:ext uri="{FF2B5EF4-FFF2-40B4-BE49-F238E27FC236}">
                <a16:creationId xmlns:a16="http://schemas.microsoft.com/office/drawing/2014/main" id="{45FE07C0-C8F5-141A-561A-067EAB2840E0}"/>
              </a:ext>
            </a:extLst>
          </p:cNvPr>
          <p:cNvSpPr txBox="1"/>
          <p:nvPr/>
        </p:nvSpPr>
        <p:spPr>
          <a:xfrm>
            <a:off x="1929355" y="1385841"/>
            <a:ext cx="1689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drier than F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gridCAL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overestimates O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endParaRPr lang="en-GB" sz="800" baseline="-250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CC45529-6055-C58D-5B60-13F401179F4A}"/>
              </a:ext>
            </a:extLst>
          </p:cNvPr>
          <p:cNvSpPr txBox="1"/>
          <p:nvPr/>
        </p:nvSpPr>
        <p:spPr>
          <a:xfrm>
            <a:off x="3525514" y="1366293"/>
            <a:ext cx="3248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wetter than F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gridCAL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underestimates O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endParaRPr lang="en-GB" sz="800" baseline="-250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0" name="Left Brace 729">
            <a:extLst>
              <a:ext uri="{FF2B5EF4-FFF2-40B4-BE49-F238E27FC236}">
                <a16:creationId xmlns:a16="http://schemas.microsoft.com/office/drawing/2014/main" id="{8C54A99F-18DF-C081-2270-42F08648AE8F}"/>
              </a:ext>
            </a:extLst>
          </p:cNvPr>
          <p:cNvSpPr/>
          <p:nvPr/>
        </p:nvSpPr>
        <p:spPr>
          <a:xfrm rot="5400000">
            <a:off x="5807373" y="1846158"/>
            <a:ext cx="259108" cy="1515533"/>
          </a:xfrm>
          <a:prstGeom prst="leftBrace">
            <a:avLst>
              <a:gd name="adj1" fmla="val 172928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8F186772-691A-0E8C-AEB4-D9F790E022C0}"/>
              </a:ext>
            </a:extLst>
          </p:cNvPr>
          <p:cNvSpPr txBox="1"/>
          <p:nvPr/>
        </p:nvSpPr>
        <p:spPr>
          <a:xfrm>
            <a:off x="4121628" y="1943680"/>
            <a:ext cx="266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 eaLnBrk="0" fontAlgn="base" hangingPunct="0">
              <a:spcBef>
                <a:spcPct val="0"/>
              </a:spcBef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 or more times wetter than F</a:t>
            </a:r>
            <a:r>
              <a:rPr lang="en-US" sz="8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gridCAL</a:t>
            </a:r>
          </a:p>
          <a:p>
            <a:pPr algn="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higher risk of flash floods, depending on the prediction of rainfall values 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2" name="TextBox 731">
            <a:extLst>
              <a:ext uri="{FF2B5EF4-FFF2-40B4-BE49-F238E27FC236}">
                <a16:creationId xmlns:a16="http://schemas.microsoft.com/office/drawing/2014/main" id="{152563CF-3D1E-959D-111B-AFA9001360B0}"/>
              </a:ext>
            </a:extLst>
          </p:cNvPr>
          <p:cNvSpPr txBox="1"/>
          <p:nvPr/>
        </p:nvSpPr>
        <p:spPr>
          <a:xfrm>
            <a:off x="2650246" y="893628"/>
            <a:ext cx="17662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within 25% of F</a:t>
            </a:r>
            <a:r>
              <a:rPr lang="en-US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gridCAL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3" name="Rectangle 732">
            <a:extLst>
              <a:ext uri="{FF2B5EF4-FFF2-40B4-BE49-F238E27FC236}">
                <a16:creationId xmlns:a16="http://schemas.microsoft.com/office/drawing/2014/main" id="{1F3AAFE2-0005-3FFA-D41B-11A4CB30E651}"/>
              </a:ext>
            </a:extLst>
          </p:cNvPr>
          <p:cNvSpPr/>
          <p:nvPr/>
        </p:nvSpPr>
        <p:spPr>
          <a:xfrm>
            <a:off x="3258025" y="2221499"/>
            <a:ext cx="565751" cy="262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34" name="Straight Arrow Connector 733">
            <a:extLst>
              <a:ext uri="{FF2B5EF4-FFF2-40B4-BE49-F238E27FC236}">
                <a16:creationId xmlns:a16="http://schemas.microsoft.com/office/drawing/2014/main" id="{B9CB41C7-ADEF-1841-9020-336D07BC0DD2}"/>
              </a:ext>
            </a:extLst>
          </p:cNvPr>
          <p:cNvCxnSpPr>
            <a:cxnSpLocks/>
          </p:cNvCxnSpPr>
          <p:nvPr/>
        </p:nvCxnSpPr>
        <p:spPr>
          <a:xfrm flipH="1" flipV="1">
            <a:off x="3525514" y="1094788"/>
            <a:ext cx="0" cy="136800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5" name="TextBox 734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/>
              <p:nvPr/>
            </p:nvSpPr>
            <p:spPr>
              <a:xfrm>
                <a:off x="-65372" y="1175865"/>
                <a:ext cx="1689732" cy="348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 eaLnBrk="0" fontAlgn="base" hangingPunct="0">
                  <a:spcBef>
                    <a:spcPct val="0"/>
                  </a:spcBef>
                </a:pPr>
                <a:r>
                  <a:rPr 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0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1000" b="1" baseline="-250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point</m:t>
                        </m:r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FgridCA</m:t>
                        </m:r>
                        <m:r>
                          <m:rPr>
                            <m:nor/>
                          </m:rPr>
                          <a:rPr lang="en-US" sz="1000" b="1" baseline="-250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1000" b="1" baseline="-250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gridCAL</m:t>
                        </m:r>
                      </m:den>
                    </m:f>
                  </m:oMath>
                </a14:m>
                <a:endPara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35" name="TextBox 734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372" y="1175865"/>
                <a:ext cx="1689732" cy="348493"/>
              </a:xfrm>
              <a:prstGeom prst="rect">
                <a:avLst/>
              </a:prstGeom>
              <a:blipFill>
                <a:blip r:embed="rId30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6" name="TextBox 735">
            <a:extLst>
              <a:ext uri="{FF2B5EF4-FFF2-40B4-BE49-F238E27FC236}">
                <a16:creationId xmlns:a16="http://schemas.microsoft.com/office/drawing/2014/main" id="{812A3294-F4F0-A024-806C-37E0D177DB6A}"/>
              </a:ext>
            </a:extLst>
          </p:cNvPr>
          <p:cNvSpPr txBox="1"/>
          <p:nvPr/>
        </p:nvSpPr>
        <p:spPr>
          <a:xfrm>
            <a:off x="-65373" y="1577192"/>
            <a:ext cx="17165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US" sz="10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point-rainfall observations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(e.g., synop)</a:t>
            </a:r>
          </a:p>
          <a:p>
            <a:pPr algn="ctr" defTabSz="914126" eaLnBrk="0" fontAlgn="base" hangingPunct="0">
              <a:spcBef>
                <a:spcPct val="0"/>
              </a:spcBef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</a:t>
            </a:r>
            <a:r>
              <a:rPr lang="en-US" sz="10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gridCAL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calibration rainfall forecasts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(short-range, &gt;= 1 mm/acc)</a:t>
            </a:r>
            <a:endParaRPr lang="en-US" sz="1000" baseline="-250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7" name="TextBox 736">
            <a:extLst>
              <a:ext uri="{FF2B5EF4-FFF2-40B4-BE49-F238E27FC236}">
                <a16:creationId xmlns:a16="http://schemas.microsoft.com/office/drawing/2014/main" id="{AB3851F4-A68B-CC96-F21E-942109A6FA75}"/>
              </a:ext>
            </a:extLst>
          </p:cNvPr>
          <p:cNvSpPr txBox="1"/>
          <p:nvPr/>
        </p:nvSpPr>
        <p:spPr>
          <a:xfrm>
            <a:off x="-61498" y="-31242"/>
            <a:ext cx="6919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and multivariate approach for ecPoint</a:t>
            </a:r>
          </a:p>
          <a:p>
            <a:pPr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Graphical representation</a:t>
            </a:r>
            <a:endParaRPr lang="en-GB" sz="1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8" name="TextBox 737">
            <a:extLst>
              <a:ext uri="{FF2B5EF4-FFF2-40B4-BE49-F238E27FC236}">
                <a16:creationId xmlns:a16="http://schemas.microsoft.com/office/drawing/2014/main" id="{28B884CB-BF57-8119-58D1-AA624199839B}"/>
              </a:ext>
            </a:extLst>
          </p:cNvPr>
          <p:cNvSpPr txBox="1"/>
          <p:nvPr/>
        </p:nvSpPr>
        <p:spPr>
          <a:xfrm>
            <a:off x="-61499" y="362464"/>
            <a:ext cx="7148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(a) Error formulation for accumulated variables (Forecast Error Ratio, FER), and errors’ distribution for all cases in the training dataset (Mapping Function, MF)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402D41CA-166E-D485-0B2E-19B642F168A0}"/>
              </a:ext>
            </a:extLst>
          </p:cNvPr>
          <p:cNvSpPr/>
          <p:nvPr/>
        </p:nvSpPr>
        <p:spPr>
          <a:xfrm>
            <a:off x="23667" y="958948"/>
            <a:ext cx="1508443" cy="17747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40" name="TextBox 739">
            <a:extLst>
              <a:ext uri="{FF2B5EF4-FFF2-40B4-BE49-F238E27FC236}">
                <a16:creationId xmlns:a16="http://schemas.microsoft.com/office/drawing/2014/main" id="{B994B6A2-599C-4743-AAAB-3E0550FFC008}"/>
              </a:ext>
            </a:extLst>
          </p:cNvPr>
          <p:cNvSpPr txBox="1"/>
          <p:nvPr/>
        </p:nvSpPr>
        <p:spPr>
          <a:xfrm>
            <a:off x="-61499" y="3500176"/>
            <a:ext cx="7359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(b) Univariate and multivariate ecPoint represented, respectively, as a “single-leaf” and “multiple-leaf” decision tree (DT) 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22FBD439-7724-2A46-FA0E-3B88FED8377E}"/>
              </a:ext>
            </a:extLst>
          </p:cNvPr>
          <p:cNvSpPr txBox="1"/>
          <p:nvPr/>
        </p:nvSpPr>
        <p:spPr>
          <a:xfrm>
            <a:off x="-77897" y="967298"/>
            <a:ext cx="1689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Error Ratio (FER)</a:t>
            </a:r>
            <a:endParaRPr lang="en-US" sz="1000" b="1" baseline="-25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4D726A-EE6D-219B-03A1-696504FA16E8}"/>
              </a:ext>
            </a:extLst>
          </p:cNvPr>
          <p:cNvSpPr/>
          <p:nvPr/>
        </p:nvSpPr>
        <p:spPr>
          <a:xfrm>
            <a:off x="1307156" y="5631950"/>
            <a:ext cx="828000" cy="51782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A55C33-BB0C-737D-30EF-A977155E1647}"/>
              </a:ext>
            </a:extLst>
          </p:cNvPr>
          <p:cNvSpPr/>
          <p:nvPr/>
        </p:nvSpPr>
        <p:spPr>
          <a:xfrm>
            <a:off x="4729518" y="5636288"/>
            <a:ext cx="828000" cy="50973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DC4F0-E1B5-8D67-E731-19B2C620753F}"/>
              </a:ext>
            </a:extLst>
          </p:cNvPr>
          <p:cNvSpPr/>
          <p:nvPr/>
        </p:nvSpPr>
        <p:spPr>
          <a:xfrm>
            <a:off x="467251" y="6754567"/>
            <a:ext cx="828000" cy="50975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B2C3BF-B1CA-A006-7BE4-A30678D35AC9}"/>
              </a:ext>
            </a:extLst>
          </p:cNvPr>
          <p:cNvSpPr/>
          <p:nvPr/>
        </p:nvSpPr>
        <p:spPr>
          <a:xfrm>
            <a:off x="2178424" y="6755260"/>
            <a:ext cx="828000" cy="50906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BFC29-5FAB-4582-E01C-2FA412197D47}"/>
              </a:ext>
            </a:extLst>
          </p:cNvPr>
          <p:cNvSpPr/>
          <p:nvPr/>
        </p:nvSpPr>
        <p:spPr>
          <a:xfrm>
            <a:off x="3880956" y="6747894"/>
            <a:ext cx="792208" cy="50849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450C5-E681-81C7-B416-1E139C275CA3}"/>
              </a:ext>
            </a:extLst>
          </p:cNvPr>
          <p:cNvSpPr/>
          <p:nvPr/>
        </p:nvSpPr>
        <p:spPr>
          <a:xfrm>
            <a:off x="5580451" y="6747894"/>
            <a:ext cx="796486" cy="50849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53C86-F3B5-103F-8A82-3C2C77C6B4D0}"/>
              </a:ext>
            </a:extLst>
          </p:cNvPr>
          <p:cNvSpPr/>
          <p:nvPr/>
        </p:nvSpPr>
        <p:spPr>
          <a:xfrm>
            <a:off x="37821" y="7838303"/>
            <a:ext cx="828000" cy="50829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03656-7052-2905-6B8F-7CA17B9E37D1}"/>
              </a:ext>
            </a:extLst>
          </p:cNvPr>
          <p:cNvSpPr/>
          <p:nvPr/>
        </p:nvSpPr>
        <p:spPr>
          <a:xfrm>
            <a:off x="888008" y="7836463"/>
            <a:ext cx="828000" cy="50829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211B39-B81D-77E9-5ED6-73498DFC9CA4}"/>
              </a:ext>
            </a:extLst>
          </p:cNvPr>
          <p:cNvSpPr/>
          <p:nvPr/>
        </p:nvSpPr>
        <p:spPr>
          <a:xfrm>
            <a:off x="1738195" y="7836463"/>
            <a:ext cx="828000" cy="5148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27438-3CF1-9E16-6A24-36B600AA59B5}"/>
              </a:ext>
            </a:extLst>
          </p:cNvPr>
          <p:cNvSpPr/>
          <p:nvPr/>
        </p:nvSpPr>
        <p:spPr>
          <a:xfrm>
            <a:off x="2588382" y="7836463"/>
            <a:ext cx="828000" cy="5148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5421E-7F20-68C8-3C3B-5684A8FA8020}"/>
              </a:ext>
            </a:extLst>
          </p:cNvPr>
          <p:cNvSpPr/>
          <p:nvPr/>
        </p:nvSpPr>
        <p:spPr>
          <a:xfrm>
            <a:off x="3438569" y="7838425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1E42A-6AC3-E95A-184A-18121E822BF8}"/>
              </a:ext>
            </a:extLst>
          </p:cNvPr>
          <p:cNvSpPr/>
          <p:nvPr/>
        </p:nvSpPr>
        <p:spPr>
          <a:xfrm>
            <a:off x="4288756" y="7836581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D33595-7FEF-53A2-512A-61146AC250C5}"/>
              </a:ext>
            </a:extLst>
          </p:cNvPr>
          <p:cNvSpPr/>
          <p:nvPr/>
        </p:nvSpPr>
        <p:spPr>
          <a:xfrm>
            <a:off x="5138943" y="7836581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E43AC-440B-6B8D-0411-E79039DF74C0}"/>
              </a:ext>
            </a:extLst>
          </p:cNvPr>
          <p:cNvSpPr/>
          <p:nvPr/>
        </p:nvSpPr>
        <p:spPr>
          <a:xfrm>
            <a:off x="5989133" y="7836580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" grpId="0"/>
      <p:bldP spid="66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311</Words>
  <Application>Microsoft Office PowerPoint</Application>
  <PresentationFormat>On-screen Show (4:3)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2024-10-15T09:22:40Z</dcterms:created>
  <dcterms:modified xsi:type="dcterms:W3CDTF">2026-01-19T20:48:30Z</dcterms:modified>
</cp:coreProperties>
</file>