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sldIdLst>
    <p:sldId id="256" r:id="rId2"/>
  </p:sldIdLst>
  <p:sldSz cx="4140200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33"/>
    <a:srgbClr val="5BB0BA"/>
    <a:srgbClr val="800000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94" autoAdjust="0"/>
    <p:restoredTop sz="94660"/>
  </p:normalViewPr>
  <p:slideViewPr>
    <p:cSldViewPr snapToGrid="0">
      <p:cViewPr>
        <p:scale>
          <a:sx n="150" d="100"/>
          <a:sy n="150" d="100"/>
        </p:scale>
        <p:origin x="1312" y="-2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66066C20-3FEA-443E-BCC1-249F1D63570C}"/>
    <pc:docChg chg="undo custSel modSld">
      <pc:chgData name="Fatima Pillosu" userId="a6295d4dc9e22643" providerId="LiveId" clId="{66066C20-3FEA-443E-BCC1-249F1D63570C}" dt="2024-07-25T13:19:52.113" v="162" actId="1036"/>
      <pc:docMkLst>
        <pc:docMk/>
      </pc:docMkLst>
      <pc:sldChg chg="addSp delSp modSp mod">
        <pc:chgData name="Fatima Pillosu" userId="a6295d4dc9e22643" providerId="LiveId" clId="{66066C20-3FEA-443E-BCC1-249F1D63570C}" dt="2024-07-25T13:19:52.113" v="162" actId="1036"/>
        <pc:sldMkLst>
          <pc:docMk/>
          <pc:sldMk cId="43451586" sldId="256"/>
        </pc:sldMkLst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4" creationId="{40D2BF79-CA13-92D1-FF7D-487B73D96841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8" creationId="{F6B71AFA-5D29-B80C-378E-9843CB74FEDA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9" creationId="{A6B3E627-31DA-5748-93E2-6805433FE262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10" creationId="{0AB0344D-039C-1675-85FA-6753F543AB70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11" creationId="{9BA0F714-1959-09E6-8BEF-6AB1A1DB87DF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12" creationId="{F813703A-0DC3-FCDB-7EB0-899EE88A8281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13" creationId="{549E70A2-1933-2E98-6619-1129780C6B37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14" creationId="{7C17573C-C799-5123-16B2-C86801983E31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15" creationId="{9CCE77C0-E23B-B55F-11DB-74B04A4E9816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16" creationId="{88008655-BD2F-CDED-7A90-0047337021C1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17" creationId="{C124DFF1-487D-5E06-130C-A7A162DA5910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18" creationId="{789339E5-7A72-7FB2-0C79-FD1044F52974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19" creationId="{A8FF8CEE-E9A6-F65C-F012-68EB740196A4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20" creationId="{55FEC7FE-7728-A7DE-98B3-DEB97495E088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21" creationId="{E995B3E1-80A4-5C7B-D7E1-837D27948AF8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22" creationId="{7874D21D-7052-3C6D-6B41-A681DC9AB412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23" creationId="{33EF2215-1F57-37BF-8335-0D60597BE644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24" creationId="{92861C3B-9FE7-FBB4-1D43-2598BFF98C02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26" creationId="{E8F309B4-CCC7-5743-08CE-623687D6B0F3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28" creationId="{00BF05C8-6055-5551-6EAC-CFFE56A940F4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29" creationId="{6F8093E4-3268-9B0A-086E-F7C01EE3B28B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30" creationId="{D2F50BEC-CC57-BE5E-E8F8-16A93360BF13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31" creationId="{74CB9AB9-3B04-1C7D-FA67-4650112AD9B1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32" creationId="{29D45CB1-C312-4F40-49BD-7A8DC56B834A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33" creationId="{8EB66DCE-6123-F9D2-62DD-6CA3024B5877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34" creationId="{E20A3ECD-9042-500D-E822-43BB3A838B79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35" creationId="{8AB7B439-9D18-FD5C-5754-19FD66FE0958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36" creationId="{9448AB5A-5518-ECF9-A66D-05D7D471FC17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37" creationId="{DE4AB540-5F74-6029-6341-C9585064B7C0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38" creationId="{8A66F6BF-E540-82DD-E4B8-D293D379DCC1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39" creationId="{EC0EE389-4B7D-2688-438E-8136C55DE107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40" creationId="{1E73637B-7AE2-657A-AF16-54B34FD20C59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41" creationId="{0698E198-8F83-AFA7-54BB-534DC700082B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42" creationId="{A58DE3E9-45ED-9AEE-77C3-A2FC7FC7A06D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43" creationId="{12709BF2-DBDA-59B0-6498-09A95BA5F438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44" creationId="{1AB9BCFF-7E74-311F-ECE5-7B7AB6A9F25B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45" creationId="{EDDE338C-3E58-5E1E-1F55-0680BF68D752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46" creationId="{BDEE40BE-DD74-5499-3156-F47611323189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47" creationId="{EC3B262F-F665-BC02-703F-694A8151445A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48" creationId="{8FA0611F-E58B-BB6A-5A97-1F507C5C7116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49" creationId="{275AD283-E7A8-B677-24D5-E8773130F871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50" creationId="{892F522D-D57B-51D6-49DF-791725269E48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51" creationId="{1F8AE4DD-7FBF-6CAD-A047-8B929DF531D5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52" creationId="{7D6A82D8-1C99-D4E8-A8BE-73E4068CA3C9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53" creationId="{421711CF-B44C-2382-3130-ED039D6C0CAE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54" creationId="{AC8BD3EA-4C38-F224-EC06-FB73E64A1864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55" creationId="{FB1316DF-BCEE-4513-237B-A7315FF151AD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56" creationId="{EC790F7C-A709-1A6D-5E6D-AF9CB877AC0D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57" creationId="{0A59A298-4E81-D1AB-177C-92C87C354E96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58" creationId="{DD438DBE-71D2-C013-8C1D-9FDF4CB039B7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59" creationId="{DFD21A9A-D406-7E08-F2BE-F9BD2256DFDC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2" creationId="{358D5BA2-AC09-E3BE-5925-4E280BF5392C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40" creationId="{A8CC62F0-F0F5-BB7C-7090-165827B009EA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41" creationId="{224951B6-201A-62C3-DF30-8BED60E209CB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42" creationId="{D66BC3B6-6FCC-1F9D-8AAF-BC0A8DF55987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43" creationId="{33A1E241-1F83-A87C-4CB6-350B02147144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44" creationId="{7B1D2795-5380-39F2-E4E2-0E9A73718374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45" creationId="{E0D9EE54-E630-BE33-8FAF-26B753BD5112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46" creationId="{B540D4B0-1565-BB57-E3A6-5A5A72714B5B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47" creationId="{AA2DCEF9-BC9D-C6FF-2E16-187CC480DE36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48" creationId="{A9DDECDC-ADCB-7C8B-E024-F0847A1C7E3A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49" creationId="{1141BE46-0E31-8815-50C9-64F169A8767A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50" creationId="{563E7CC2-A585-B58A-1246-799EB33139CF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51" creationId="{42DDBF0F-90A6-4F14-C1BE-0D4853D453F6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52" creationId="{44F954D5-AAE7-D694-C5EA-9688337428C5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53" creationId="{3E15F64D-F4D9-5B58-02C9-393E992A9346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54" creationId="{5A9E7597-0FBD-8C84-A3DA-9DD9719216B6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55" creationId="{5FCD5A6A-6CE2-E2A2-3D18-E56B4ABD0C98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56" creationId="{E6D6809F-1659-33C1-72A2-D47C851E8EC7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57" creationId="{B61C2670-65F0-04A8-84CE-D918EACDF7DE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58" creationId="{BEA09D59-5A26-F783-6FDE-9C25DC976B89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59" creationId="{ED070E8E-B856-5C68-40DE-2F1F8E95A8EC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60" creationId="{EBE83CCF-4885-72C9-6A97-96E948D951F8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61" creationId="{20B28656-5DB3-65BD-36F4-DBBA967920E5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62" creationId="{D8641BE1-6CD9-7E4D-E2CD-2B1456EA844A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63" creationId="{7610650F-D3E4-DFA1-716F-0621CD07F223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64" creationId="{0D6BD531-3A87-3742-5A40-070BC09FFDBF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66" creationId="{39634027-628E-FD64-26AD-6B48398A0DBA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69" creationId="{4A0C66AA-527E-FBD3-4EA9-2D8C7A8439ED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70" creationId="{53786A25-BF5D-DD4A-11A4-24196734E502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71" creationId="{2A4BE103-7C09-BB50-9A93-95709158774D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72" creationId="{24BE8C28-F441-5648-C02C-0B394AAC9267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73" creationId="{CDD9B423-DBD5-45AC-045E-CD2DE2C251E9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74" creationId="{2BDFC988-6BEE-8F2B-314B-A7C9CC7AE102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75" creationId="{3F6A373D-1512-4A70-DD87-F376AB69B750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76" creationId="{E6C3F952-0914-4C3D-C859-53A44087F7EB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77" creationId="{C8AAC689-DD18-D864-5D53-7A644AF75EB7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78" creationId="{F1B9B417-B98D-CA70-0A56-420E7BB44407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79" creationId="{2CD2DA22-BA9E-6BEE-866F-E1237B2A0200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80" creationId="{6667EEC8-FBF3-7CDA-86FD-FF3037E44F4C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81" creationId="{D3109596-9E20-E94E-3C6A-9DB517257DA9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82" creationId="{0992449B-E2BD-5656-FCBA-66DA5579C5B4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83" creationId="{FBC7318D-1ADC-03C2-C0AA-599DF73A44A0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84" creationId="{5DAF83FA-08B8-C856-1B3B-B496269AADF0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85" creationId="{D7F4B012-0B74-C11E-7270-C9B8ECCBCFC6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86" creationId="{5C26A753-3727-DC2B-BA3E-D763C511BCFB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87" creationId="{E3E51514-1538-439E-5571-DEEECA02B410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690" creationId="{F6B71AFA-5D29-B80C-378E-9843CB74FEDA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691" creationId="{A6B3E627-31DA-5748-93E2-6805433FE262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692" creationId="{0AB0344D-039C-1675-85FA-6753F543AB70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693" creationId="{9BA0F714-1959-09E6-8BEF-6AB1A1DB87DF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694" creationId="{F813703A-0DC3-FCDB-7EB0-899EE88A8281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695" creationId="{549E70A2-1933-2E98-6619-1129780C6B37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696" creationId="{031BE832-D8F6-000A-2840-A8284532E766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697" creationId="{7C17573C-C799-5123-16B2-C86801983E31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698" creationId="{9CCE77C0-E23B-B55F-11DB-74B04A4E9816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699" creationId="{88008655-BD2F-CDED-7A90-0047337021C1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00" creationId="{C124DFF1-487D-5E06-130C-A7A162DA5910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01" creationId="{789339E5-7A72-7FB2-0C79-FD1044F52974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02" creationId="{A8FF8CEE-E9A6-F65C-F012-68EB740196A4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03" creationId="{55FEC7FE-7728-A7DE-98B3-DEB97495E088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04" creationId="{E995B3E1-80A4-5C7B-D7E1-837D27948AF8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05" creationId="{7874D21D-7052-3C6D-6B41-A681DC9AB412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06" creationId="{33EF2215-1F57-37BF-8335-0D60597BE644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07" creationId="{92861C3B-9FE7-FBB4-1D43-2598BFF98C02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08" creationId="{E8F309B4-CCC7-5743-08CE-623687D6B0F3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09" creationId="{00BF05C8-6055-5551-6EAC-CFFE56A940F4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10" creationId="{6F8093E4-3268-9B0A-086E-F7C01EE3B28B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11" creationId="{D2F50BEC-CC57-BE5E-E8F8-16A93360BF13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12" creationId="{74CB9AB9-3B04-1C7D-FA67-4650112AD9B1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13" creationId="{29D45CB1-C312-4F40-49BD-7A8DC56B834A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14" creationId="{8EB66DCE-6123-F9D2-62DD-6CA3024B5877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15" creationId="{E20A3ECD-9042-500D-E822-43BB3A838B79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16" creationId="{8AB7B439-9D18-FD5C-5754-19FD66FE0958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17" creationId="{9448AB5A-5518-ECF9-A66D-05D7D471FC17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18" creationId="{DE4AB540-5F74-6029-6341-C9585064B7C0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19" creationId="{8A66F6BF-E540-82DD-E4B8-D293D379DCC1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20" creationId="{EC0EE389-4B7D-2688-438E-8136C55DE107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21" creationId="{1E73637B-7AE2-657A-AF16-54B34FD20C59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22" creationId="{0698E198-8F83-AFA7-54BB-534DC700082B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23" creationId="{A58DE3E9-45ED-9AEE-77C3-A2FC7FC7A06D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24" creationId="{12709BF2-DBDA-59B0-6498-09A95BA5F438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25" creationId="{1AB9BCFF-7E74-311F-ECE5-7B7AB6A9F25B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26" creationId="{EDDE338C-3E58-5E1E-1F55-0680BF68D752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27" creationId="{BDEE40BE-DD74-5499-3156-F47611323189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28" creationId="{EC3B262F-F665-BC02-703F-694A8151445A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29" creationId="{8FA0611F-E58B-BB6A-5A97-1F507C5C7116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30" creationId="{275AD283-E7A8-B677-24D5-E8773130F871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31" creationId="{892F522D-D57B-51D6-49DF-791725269E48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32" creationId="{1F8AE4DD-7FBF-6CAD-A047-8B929DF531D5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33" creationId="{7D6A82D8-1C99-D4E8-A8BE-73E4068CA3C9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34" creationId="{421711CF-B44C-2382-3130-ED039D6C0CAE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35" creationId="{AC8BD3EA-4C38-F224-EC06-FB73E64A1864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36" creationId="{FB1316DF-BCEE-4513-237B-A7315FF151AD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37" creationId="{EC790F7C-A709-1A6D-5E6D-AF9CB877AC0D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38" creationId="{0A59A298-4E81-D1AB-177C-92C87C354E96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39" creationId="{DD438DBE-71D2-C013-8C1D-9FDF4CB039B7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40" creationId="{DFD21A9A-D406-7E08-F2BE-F9BD2256DFDC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43" creationId="{358D5BA2-AC09-E3BE-5925-4E280BF5392C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45" creationId="{A8CC62F0-F0F5-BB7C-7090-165827B009EA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46" creationId="{224951B6-201A-62C3-DF30-8BED60E209CB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47" creationId="{D66BC3B6-6FCC-1F9D-8AAF-BC0A8DF55987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48" creationId="{33A1E241-1F83-A87C-4CB6-350B02147144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49" creationId="{7B1D2795-5380-39F2-E4E2-0E9A73718374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50" creationId="{E0D9EE54-E630-BE33-8FAF-26B753BD5112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51" creationId="{B540D4B0-1565-BB57-E3A6-5A5A72714B5B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52" creationId="{AA2DCEF9-BC9D-C6FF-2E16-187CC480DE36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53" creationId="{A9DDECDC-ADCB-7C8B-E024-F0847A1C7E3A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54" creationId="{1141BE46-0E31-8815-50C9-64F169A8767A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55" creationId="{563E7CC2-A585-B58A-1246-799EB33139CF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56" creationId="{42DDBF0F-90A6-4F14-C1BE-0D4853D453F6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57" creationId="{44F954D5-AAE7-D694-C5EA-9688337428C5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58" creationId="{3E15F64D-F4D9-5B58-02C9-393E992A9346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59" creationId="{5A9E7597-0FBD-8C84-A3DA-9DD9719216B6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60" creationId="{5FCD5A6A-6CE2-E2A2-3D18-E56B4ABD0C98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61" creationId="{E6D6809F-1659-33C1-72A2-D47C851E8EC7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62" creationId="{B61C2670-65F0-04A8-84CE-D918EACDF7DE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63" creationId="{BEA09D59-5A26-F783-6FDE-9C25DC976B89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64" creationId="{ED070E8E-B856-5C68-40DE-2F1F8E95A8EC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65" creationId="{EBE83CCF-4885-72C9-6A97-96E948D951F8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66" creationId="{20B28656-5DB3-65BD-36F4-DBBA967920E5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67" creationId="{D8641BE1-6CD9-7E4D-E2CD-2B1456EA844A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68" creationId="{7610650F-D3E4-DFA1-716F-0621CD07F223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69" creationId="{0D6BD531-3A87-3742-5A40-070BC09FFDBF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71" creationId="{39634027-628E-FD64-26AD-6B48398A0DBA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74" creationId="{4A0C66AA-527E-FBD3-4EA9-2D8C7A8439ED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75" creationId="{53786A25-BF5D-DD4A-11A4-24196734E502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76" creationId="{2A4BE103-7C09-BB50-9A93-95709158774D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77" creationId="{24BE8C28-F441-5648-C02C-0B394AAC9267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78" creationId="{CDD9B423-DBD5-45AC-045E-CD2DE2C251E9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79" creationId="{2BDFC988-6BEE-8F2B-314B-A7C9CC7AE102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80" creationId="{3F6A373D-1512-4A70-DD87-F376AB69B750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81" creationId="{E6C3F952-0914-4C3D-C859-53A44087F7EB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82" creationId="{C8AAC689-DD18-D864-5D53-7A644AF75EB7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83" creationId="{F1B9B417-B98D-CA70-0A56-420E7BB44407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84" creationId="{2CD2DA22-BA9E-6BEE-866F-E1237B2A0200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85" creationId="{6667EEC8-FBF3-7CDA-86FD-FF3037E44F4C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86" creationId="{D3109596-9E20-E94E-3C6A-9DB517257DA9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87" creationId="{0992449B-E2BD-5656-FCBA-66DA5579C5B4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88" creationId="{FBC7318D-1ADC-03C2-C0AA-599DF73A44A0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89" creationId="{5DAF83FA-08B8-C856-1B3B-B496269AADF0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90" creationId="{D7F4B012-0B74-C11E-7270-C9B8ECCBCFC6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91" creationId="{5C26A753-3727-DC2B-BA3E-D763C511BCFB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92" creationId="{E3E51514-1538-439E-5571-DEEECA02B410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93" creationId="{031BE832-D8F6-000A-2840-A8284532E766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94" creationId="{D0821DE5-733F-B9B2-46F2-3B291C5289E1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95" creationId="{2AFA75F4-9320-83AC-F418-AE771A4C791F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96" creationId="{E28B8D0E-83FA-08E7-EE28-ADE3FDDFD4A1}"/>
          </ac:spMkLst>
        </pc:spChg>
        <pc:spChg chg="del">
          <ac:chgData name="Fatima Pillosu" userId="a6295d4dc9e22643" providerId="LiveId" clId="{66066C20-3FEA-443E-BCC1-249F1D63570C}" dt="2024-07-25T13:13:30.839" v="0" actId="21"/>
          <ac:spMkLst>
            <pc:docMk/>
            <pc:sldMk cId="43451586" sldId="256"/>
            <ac:spMk id="797" creationId="{88481371-71E7-BED9-B2C5-856F81DF9B00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809" creationId="{D0821DE5-733F-B9B2-46F2-3B291C5289E1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810" creationId="{2AFA75F4-9320-83AC-F418-AE771A4C791F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811" creationId="{E28B8D0E-83FA-08E7-EE28-ADE3FDDFD4A1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812" creationId="{88481371-71E7-BED9-B2C5-856F81DF9B00}"/>
          </ac:spMkLst>
        </pc:spChg>
        <pc:spChg chg="mod">
          <ac:chgData name="Fatima Pillosu" userId="a6295d4dc9e22643" providerId="LiveId" clId="{66066C20-3FEA-443E-BCC1-249F1D63570C}" dt="2024-07-25T13:13:43.042" v="1"/>
          <ac:spMkLst>
            <pc:docMk/>
            <pc:sldMk cId="43451586" sldId="256"/>
            <ac:spMk id="815" creationId="{B4C84AA5-3CE1-4573-7E9B-04E3AD3B3BBE}"/>
          </ac:spMkLst>
        </pc:spChg>
        <pc:spChg chg="mod">
          <ac:chgData name="Fatima Pillosu" userId="a6295d4dc9e22643" providerId="LiveId" clId="{66066C20-3FEA-443E-BCC1-249F1D63570C}" dt="2024-07-25T13:13:43.042" v="1"/>
          <ac:spMkLst>
            <pc:docMk/>
            <pc:sldMk cId="43451586" sldId="256"/>
            <ac:spMk id="816" creationId="{D648D7DB-7680-71B8-C4A6-50E8EF8EAEB4}"/>
          </ac:spMkLst>
        </pc:spChg>
        <pc:spChg chg="mod">
          <ac:chgData name="Fatima Pillosu" userId="a6295d4dc9e22643" providerId="LiveId" clId="{66066C20-3FEA-443E-BCC1-249F1D63570C}" dt="2024-07-25T13:13:43.042" v="1"/>
          <ac:spMkLst>
            <pc:docMk/>
            <pc:sldMk cId="43451586" sldId="256"/>
            <ac:spMk id="817" creationId="{1920489C-DC11-EC8C-5AD0-90721BD2EF45}"/>
          </ac:spMkLst>
        </pc:spChg>
        <pc:spChg chg="mod">
          <ac:chgData name="Fatima Pillosu" userId="a6295d4dc9e22643" providerId="LiveId" clId="{66066C20-3FEA-443E-BCC1-249F1D63570C}" dt="2024-07-25T13:13:43.042" v="1"/>
          <ac:spMkLst>
            <pc:docMk/>
            <pc:sldMk cId="43451586" sldId="256"/>
            <ac:spMk id="818" creationId="{8FE81C05-BC3D-DD70-E19D-510DA0B7799B}"/>
          </ac:spMkLst>
        </pc:spChg>
        <pc:spChg chg="mod">
          <ac:chgData name="Fatima Pillosu" userId="a6295d4dc9e22643" providerId="LiveId" clId="{66066C20-3FEA-443E-BCC1-249F1D63570C}" dt="2024-07-25T13:13:43.042" v="1"/>
          <ac:spMkLst>
            <pc:docMk/>
            <pc:sldMk cId="43451586" sldId="256"/>
            <ac:spMk id="819" creationId="{F74C3E7B-E834-70DA-C44E-3528AADA5E93}"/>
          </ac:spMkLst>
        </pc:spChg>
        <pc:spChg chg="mod">
          <ac:chgData name="Fatima Pillosu" userId="a6295d4dc9e22643" providerId="LiveId" clId="{66066C20-3FEA-443E-BCC1-249F1D63570C}" dt="2024-07-25T13:13:43.042" v="1"/>
          <ac:spMkLst>
            <pc:docMk/>
            <pc:sldMk cId="43451586" sldId="256"/>
            <ac:spMk id="820" creationId="{128FD253-767A-D108-1663-3C85F381E768}"/>
          </ac:spMkLst>
        </pc:spChg>
        <pc:spChg chg="mod">
          <ac:chgData name="Fatima Pillosu" userId="a6295d4dc9e22643" providerId="LiveId" clId="{66066C20-3FEA-443E-BCC1-249F1D63570C}" dt="2024-07-25T13:13:43.042" v="1"/>
          <ac:spMkLst>
            <pc:docMk/>
            <pc:sldMk cId="43451586" sldId="256"/>
            <ac:spMk id="821" creationId="{7309E3EC-1FB5-D14F-9307-F3BD0803DEC7}"/>
          </ac:spMkLst>
        </pc:spChg>
        <pc:spChg chg="mod">
          <ac:chgData name="Fatima Pillosu" userId="a6295d4dc9e22643" providerId="LiveId" clId="{66066C20-3FEA-443E-BCC1-249F1D63570C}" dt="2024-07-25T13:13:43.042" v="1"/>
          <ac:spMkLst>
            <pc:docMk/>
            <pc:sldMk cId="43451586" sldId="256"/>
            <ac:spMk id="822" creationId="{7BA54F7F-1581-F139-0CF3-6A355C0A8C8F}"/>
          </ac:spMkLst>
        </pc:spChg>
        <pc:spChg chg="mod">
          <ac:chgData name="Fatima Pillosu" userId="a6295d4dc9e22643" providerId="LiveId" clId="{66066C20-3FEA-443E-BCC1-249F1D63570C}" dt="2024-07-25T13:13:43.042" v="1"/>
          <ac:spMkLst>
            <pc:docMk/>
            <pc:sldMk cId="43451586" sldId="256"/>
            <ac:spMk id="823" creationId="{D09AEF63-74DC-63CA-A1E4-F1D4516236BA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824" creationId="{40D2BF79-CA13-92D1-FF7D-487B73D96841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828" creationId="{E79373CE-8205-D8C7-9D4B-DFC3302F1046}"/>
          </ac:spMkLst>
        </pc:spChg>
        <pc:spChg chg="add del mod">
          <ac:chgData name="Fatima Pillosu" userId="a6295d4dc9e22643" providerId="LiveId" clId="{66066C20-3FEA-443E-BCC1-249F1D63570C}" dt="2024-07-25T13:17:44.262" v="148" actId="21"/>
          <ac:spMkLst>
            <pc:docMk/>
            <pc:sldMk cId="43451586" sldId="256"/>
            <ac:spMk id="829" creationId="{EAB5A915-6136-B5C4-B57E-95EB94050181}"/>
          </ac:spMkLst>
        </pc:spChg>
        <pc:spChg chg="add del">
          <ac:chgData name="Fatima Pillosu" userId="a6295d4dc9e22643" providerId="LiveId" clId="{66066C20-3FEA-443E-BCC1-249F1D63570C}" dt="2024-07-25T13:17:42.597" v="147" actId="478"/>
          <ac:spMkLst>
            <pc:docMk/>
            <pc:sldMk cId="43451586" sldId="256"/>
            <ac:spMk id="830" creationId="{12BDA158-061F-CC29-D953-919ADC710734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34" creationId="{F6B71AFA-5D29-B80C-378E-9843CB74FEDA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35" creationId="{A6B3E627-31DA-5748-93E2-6805433FE262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36" creationId="{0AB0344D-039C-1675-85FA-6753F543AB70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37" creationId="{9BA0F714-1959-09E6-8BEF-6AB1A1DB87DF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38" creationId="{F813703A-0DC3-FCDB-7EB0-899EE88A8281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39" creationId="{549E70A2-1933-2E98-6619-1129780C6B37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40" creationId="{7C17573C-C799-5123-16B2-C86801983E31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41" creationId="{9CCE77C0-E23B-B55F-11DB-74B04A4E9816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42" creationId="{88008655-BD2F-CDED-7A90-0047337021C1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43" creationId="{C124DFF1-487D-5E06-130C-A7A162DA5910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44" creationId="{789339E5-7A72-7FB2-0C79-FD1044F52974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45" creationId="{A8FF8CEE-E9A6-F65C-F012-68EB740196A4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46" creationId="{55FEC7FE-7728-A7DE-98B3-DEB97495E088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47" creationId="{E995B3E1-80A4-5C7B-D7E1-837D27948AF8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48" creationId="{7874D21D-7052-3C6D-6B41-A681DC9AB412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49" creationId="{33EF2215-1F57-37BF-8335-0D60597BE644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50" creationId="{92861C3B-9FE7-FBB4-1D43-2598BFF98C02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51" creationId="{E8F309B4-CCC7-5743-08CE-623687D6B0F3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52" creationId="{00BF05C8-6055-5551-6EAC-CFFE56A940F4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53" creationId="{6F8093E4-3268-9B0A-086E-F7C01EE3B28B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54" creationId="{D2F50BEC-CC57-BE5E-E8F8-16A93360BF13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55" creationId="{74CB9AB9-3B04-1C7D-FA67-4650112AD9B1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56" creationId="{29D45CB1-C312-4F40-49BD-7A8DC56B834A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57" creationId="{8EB66DCE-6123-F9D2-62DD-6CA3024B5877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58" creationId="{E20A3ECD-9042-500D-E822-43BB3A838B79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59" creationId="{8AB7B439-9D18-FD5C-5754-19FD66FE0958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60" creationId="{9448AB5A-5518-ECF9-A66D-05D7D471FC17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61" creationId="{DE4AB540-5F74-6029-6341-C9585064B7C0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62" creationId="{8A66F6BF-E540-82DD-E4B8-D293D379DCC1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63" creationId="{EC0EE389-4B7D-2688-438E-8136C55DE107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64" creationId="{1E73637B-7AE2-657A-AF16-54B34FD20C59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65" creationId="{0698E198-8F83-AFA7-54BB-534DC700082B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66" creationId="{A58DE3E9-45ED-9AEE-77C3-A2FC7FC7A06D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67" creationId="{12709BF2-DBDA-59B0-6498-09A95BA5F438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68" creationId="{1AB9BCFF-7E74-311F-ECE5-7B7AB6A9F25B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69" creationId="{EDDE338C-3E58-5E1E-1F55-0680BF68D752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70" creationId="{BDEE40BE-DD74-5499-3156-F47611323189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71" creationId="{EC3B262F-F665-BC02-703F-694A8151445A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72" creationId="{8FA0611F-E58B-BB6A-5A97-1F507C5C7116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73" creationId="{275AD283-E7A8-B677-24D5-E8773130F871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74" creationId="{892F522D-D57B-51D6-49DF-791725269E48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75" creationId="{1F8AE4DD-7FBF-6CAD-A047-8B929DF531D5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76" creationId="{7D6A82D8-1C99-D4E8-A8BE-73E4068CA3C9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77" creationId="{421711CF-B44C-2382-3130-ED039D6C0CAE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78" creationId="{AC8BD3EA-4C38-F224-EC06-FB73E64A1864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79" creationId="{FB1316DF-BCEE-4513-237B-A7315FF151AD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80" creationId="{EC790F7C-A709-1A6D-5E6D-AF9CB877AC0D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81" creationId="{0A59A298-4E81-D1AB-177C-92C87C354E96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82" creationId="{DD438DBE-71D2-C013-8C1D-9FDF4CB039B7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83" creationId="{DFD21A9A-D406-7E08-F2BE-F9BD2256DFDC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86" creationId="{358D5BA2-AC09-E3BE-5925-4E280BF5392C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88" creationId="{A8CC62F0-F0F5-BB7C-7090-165827B009EA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89" creationId="{224951B6-201A-62C3-DF30-8BED60E209CB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90" creationId="{D66BC3B6-6FCC-1F9D-8AAF-BC0A8DF55987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91" creationId="{33A1E241-1F83-A87C-4CB6-350B02147144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92" creationId="{7B1D2795-5380-39F2-E4E2-0E9A73718374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93" creationId="{E0D9EE54-E630-BE33-8FAF-26B753BD5112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94" creationId="{B540D4B0-1565-BB57-E3A6-5A5A72714B5B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95" creationId="{AA2DCEF9-BC9D-C6FF-2E16-187CC480DE36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96" creationId="{A9DDECDC-ADCB-7C8B-E024-F0847A1C7E3A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97" creationId="{1141BE46-0E31-8815-50C9-64F169A8767A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98" creationId="{563E7CC2-A585-B58A-1246-799EB33139CF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899" creationId="{42DDBF0F-90A6-4F14-C1BE-0D4853D453F6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00" creationId="{44F954D5-AAE7-D694-C5EA-9688337428C5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01" creationId="{3E15F64D-F4D9-5B58-02C9-393E992A9346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02" creationId="{5A9E7597-0FBD-8C84-A3DA-9DD9719216B6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03" creationId="{5FCD5A6A-6CE2-E2A2-3D18-E56B4ABD0C98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04" creationId="{E6D6809F-1659-33C1-72A2-D47C851E8EC7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05" creationId="{B61C2670-65F0-04A8-84CE-D918EACDF7DE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06" creationId="{BEA09D59-5A26-F783-6FDE-9C25DC976B89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07" creationId="{ED070E8E-B856-5C68-40DE-2F1F8E95A8EC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08" creationId="{EBE83CCF-4885-72C9-6A97-96E948D951F8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09" creationId="{20B28656-5DB3-65BD-36F4-DBBA967920E5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10" creationId="{D8641BE1-6CD9-7E4D-E2CD-2B1456EA844A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11" creationId="{7610650F-D3E4-DFA1-716F-0621CD07F223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12" creationId="{0D6BD531-3A87-3742-5A40-070BC09FFDBF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14" creationId="{39634027-628E-FD64-26AD-6B48398A0DBA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17" creationId="{4A0C66AA-527E-FBD3-4EA9-2D8C7A8439ED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18" creationId="{53786A25-BF5D-DD4A-11A4-24196734E502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19" creationId="{2A4BE103-7C09-BB50-9A93-95709158774D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20" creationId="{24BE8C28-F441-5648-C02C-0B394AAC9267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21" creationId="{CDD9B423-DBD5-45AC-045E-CD2DE2C251E9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22" creationId="{2BDFC988-6BEE-8F2B-314B-A7C9CC7AE102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23" creationId="{3F6A373D-1512-4A70-DD87-F376AB69B750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24" creationId="{E6C3F952-0914-4C3D-C859-53A44087F7EB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25" creationId="{C8AAC689-DD18-D864-5D53-7A644AF75EB7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26" creationId="{F1B9B417-B98D-CA70-0A56-420E7BB44407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27" creationId="{2CD2DA22-BA9E-6BEE-866F-E1237B2A0200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28" creationId="{6667EEC8-FBF3-7CDA-86FD-FF3037E44F4C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29" creationId="{D3109596-9E20-E94E-3C6A-9DB517257DA9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30" creationId="{0992449B-E2BD-5656-FCBA-66DA5579C5B4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31" creationId="{FBC7318D-1ADC-03C2-C0AA-599DF73A44A0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32" creationId="{5DAF83FA-08B8-C856-1B3B-B496269AADF0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33" creationId="{D7F4B012-0B74-C11E-7270-C9B8ECCBCFC6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34" creationId="{5C26A753-3727-DC2B-BA3E-D763C511BCFB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35" creationId="{E3E51514-1538-439E-5571-DEEECA02B410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36" creationId="{031BE832-D8F6-000A-2840-A8284532E766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37" creationId="{D0821DE5-733F-B9B2-46F2-3B291C5289E1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38" creationId="{2AFA75F4-9320-83AC-F418-AE771A4C791F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39" creationId="{E28B8D0E-83FA-08E7-EE28-ADE3FDDFD4A1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40" creationId="{88481371-71E7-BED9-B2C5-856F81DF9B00}"/>
          </ac:spMkLst>
        </pc:spChg>
        <pc:spChg chg="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43" creationId="{B4C84AA5-3CE1-4573-7E9B-04E3AD3B3BBE}"/>
          </ac:spMkLst>
        </pc:spChg>
        <pc:spChg chg="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44" creationId="{D648D7DB-7680-71B8-C4A6-50E8EF8EAEB4}"/>
          </ac:spMkLst>
        </pc:spChg>
        <pc:spChg chg="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45" creationId="{1920489C-DC11-EC8C-5AD0-90721BD2EF45}"/>
          </ac:spMkLst>
        </pc:spChg>
        <pc:spChg chg="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46" creationId="{8FE81C05-BC3D-DD70-E19D-510DA0B7799B}"/>
          </ac:spMkLst>
        </pc:spChg>
        <pc:spChg chg="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47" creationId="{F74C3E7B-E834-70DA-C44E-3528AADA5E93}"/>
          </ac:spMkLst>
        </pc:spChg>
        <pc:spChg chg="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48" creationId="{128FD253-767A-D108-1663-3C85F381E768}"/>
          </ac:spMkLst>
        </pc:spChg>
        <pc:spChg chg="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49" creationId="{7309E3EC-1FB5-D14F-9307-F3BD0803DEC7}"/>
          </ac:spMkLst>
        </pc:spChg>
        <pc:spChg chg="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50" creationId="{7BA54F7F-1581-F139-0CF3-6A355C0A8C8F}"/>
          </ac:spMkLst>
        </pc:spChg>
        <pc:spChg chg="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51" creationId="{D09AEF63-74DC-63CA-A1E4-F1D4516236BA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52" creationId="{40D2BF79-CA13-92D1-FF7D-487B73D96841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56" creationId="{E79373CE-8205-D8C7-9D4B-DFC3302F1046}"/>
          </ac:spMkLst>
        </pc:spChg>
        <pc:spChg chg="add mod">
          <ac:chgData name="Fatima Pillosu" userId="a6295d4dc9e22643" providerId="LiveId" clId="{66066C20-3FEA-443E-BCC1-249F1D63570C}" dt="2024-07-25T13:17:56.755" v="149"/>
          <ac:spMkLst>
            <pc:docMk/>
            <pc:sldMk cId="43451586" sldId="256"/>
            <ac:spMk id="957" creationId="{EAB5A915-6136-B5C4-B57E-95EB94050181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61" creationId="{BEC7A8E6-BFC0-2978-394A-75F6F73D4AF4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62" creationId="{1DB19655-9283-1270-F31A-623A76FF9AF6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63" creationId="{8AC49248-4395-45CB-5101-0B2968D52CF4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64" creationId="{222E7DAB-071F-694A-6555-645E0B44DA46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65" creationId="{C8C56C28-8455-6485-DA7D-69414EEF9D78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66" creationId="{7C84446B-1B6A-E30F-B58C-F5F056D89468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67" creationId="{248D8118-EF14-1561-1D05-46C15FAC553F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68" creationId="{FB7DF2D4-17A7-0CAF-5AE2-E6EBCC7957E3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69" creationId="{8840A591-E4A4-087B-BCAE-1557A069833F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70" creationId="{D850163E-A5D0-B685-FEB7-C7E8EB0B1345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71" creationId="{D5DF1D6C-CDA8-190D-3473-E977923A92E2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72" creationId="{63454A0D-B6B9-CEB2-D7FD-FB6B54553304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73" creationId="{C50FFC99-7308-65E7-2479-86CB777CB0B2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74" creationId="{05410AB8-D6C8-E5D4-F87C-EF8ED9705249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75" creationId="{F376878C-E854-EC0B-5D84-6823605CF4C2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76" creationId="{F644A7A1-09E2-57C7-8C29-B5E569F8113D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77" creationId="{C6D85AE9-ACF5-B2EF-EEEE-1ABA67A7E2BF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78" creationId="{AB7FE36C-E4E6-C6A5-DA97-E3C0B814B85E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79" creationId="{143F2D1C-7180-5223-4339-04B828BB632B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80" creationId="{918ABB2F-097F-5F7B-F760-C1BAE52E83CD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81" creationId="{72270F03-E27D-6F99-9A4B-0F7DAB6B97AC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82" creationId="{59E98F6D-860D-BF70-4EC2-64A5FEE04926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83" creationId="{668A3508-4D89-5795-C56B-2D47904BFF7B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84" creationId="{1EDB25FD-F967-D49E-FAD9-4540B2B7312C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85" creationId="{F2E994ED-4B5B-5476-A778-313D2272F343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86" creationId="{F306AB64-4BDA-F14D-D024-8771D0F682CD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87" creationId="{40E16496-1052-84EC-AA6E-48A5CF66F428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88" creationId="{BA560796-8FB8-A7A8-3B11-0B639816370F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89" creationId="{185C1CAE-5128-57EA-BFC2-8A8B5C8ACD5D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90" creationId="{0DAED771-CD05-A39D-66B7-36A35460FD09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91" creationId="{61518C08-0610-8688-4D03-CDD82F690E07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92" creationId="{BB3A9E6E-704C-8F37-D690-B20C61C906E7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93" creationId="{CB57FAF9-6FF7-2C91-D702-B07049F8C88B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94" creationId="{3CFD9371-C23D-4EEC-AA78-8899211C8542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95" creationId="{AD740348-E3AC-0698-7604-365290B32C25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96" creationId="{96EC6200-AFD6-6F05-F4C2-B02740490B07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97" creationId="{C4039386-CF60-9643-3DE6-8A1D8B4D99F4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98" creationId="{21F1526A-6F5B-7B4E-3A97-7D428960CAD3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999" creationId="{DC3E1802-D919-BAB5-84D6-AC602E752936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00" creationId="{65E20AFF-9E82-7ED3-7A2A-471B7BA1B861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01" creationId="{C3AA5FE2-7BC0-EB97-FA4F-57E77A2FDD9D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02" creationId="{306CA028-B14A-587E-4EF7-A89F122FF251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03" creationId="{3F27B660-A9AD-9256-CB0E-347B4C0852C8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04" creationId="{03208E48-7CCA-98F8-8E41-E3715304BDCD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05" creationId="{6991B3BC-4A89-DDCE-C8FD-97D5BB507754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06" creationId="{D69624F1-DFCF-54E2-BC58-C368DEA730F6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07" creationId="{323261E7-CDDB-617D-FECE-B73709E774B4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08" creationId="{83B4A15F-2BC2-2058-0B1D-5F64B8379F62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09" creationId="{184E9A30-D608-CFC4-5F41-A65CB1F0E833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10" creationId="{98DBB6F4-CB90-1E72-06F4-384EF953FCAB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13" creationId="{A5E62AC1-F95A-A83E-174A-A397B946C237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15" creationId="{28E288B3-53D6-8A2A-803F-C8356282A9BF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16" creationId="{C81BEB9E-CF32-2ACF-E8A3-AA25A2FB2C9E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17" creationId="{C1B97990-05A5-BF36-DBD7-1340E6C98B33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18" creationId="{F5307161-0FD4-14F9-1842-C3EBD81AE9D3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19" creationId="{8DC914CB-0832-A3CF-047C-C3B8FBEF08F5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20" creationId="{58B2823F-1DF1-440E-E51C-367025C98642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21" creationId="{72246508-EE04-19B8-021A-ECAE7D8DEF37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22" creationId="{ED8B2B80-4807-A468-6F32-E445928BCA65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23" creationId="{61BC8862-E098-E415-388E-EE379C1D8816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24" creationId="{196ACA54-197C-B826-3CC1-971A5CB97424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25" creationId="{287DCA10-5019-4DCB-8DA2-59E264A3B820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26" creationId="{E41E4E80-453A-8A5D-6353-555C76607188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27" creationId="{D0731246-6F49-C11F-7033-FF94E164163F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28" creationId="{4E9E5BF8-AB3D-412D-4A26-EE61F2CC1E7F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29" creationId="{0739ADA2-74FE-2ED7-C34A-FC8EBD443C72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30" creationId="{00CCE9A7-47BA-5162-7D86-9AE88D342E80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31" creationId="{E6302FE5-8F6D-64A0-2037-0C3DDAD7B97A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32" creationId="{63DB60AF-4A44-BE93-02D3-CDA77956B5F2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33" creationId="{70B25CBD-0AD5-C911-401B-02430C454B84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34" creationId="{9C5C2BC9-5BFD-82F2-35CF-D3FFDC415395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35" creationId="{088823C8-4E39-8301-6C6D-33A93FDA62E0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36" creationId="{8CAD96B3-3A98-4CC3-ADEB-47BB77C9B15D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37" creationId="{2B90694B-7872-6C95-2BAB-AC1DCEEF7005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38" creationId="{210CC45D-5604-4D04-C89D-B86E0A570384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39" creationId="{C82CF265-DA33-8D1F-4762-CC2CC75D8A25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41" creationId="{99CE0813-6063-A67E-7647-C75857B40B15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44" creationId="{27473D3D-5CBA-FFCC-A510-580B02810B68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45" creationId="{D7131933-AD5D-8CFF-B63D-0E6509EB9E54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46" creationId="{FFC6DFDC-4984-8529-7954-1785910C14A6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47" creationId="{B8B4F48A-3436-7F14-8C4C-43F4018C0A34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48" creationId="{B8B31EBE-2E61-337B-CD2E-380C5A025FA1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49" creationId="{FB3C06D2-82FB-01FA-6CA1-C4EAEBBBFEFE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50" creationId="{EC779CDC-A1E1-8742-E11A-16757BF614F6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51" creationId="{5397BEDC-79E4-9FEA-3E65-C6784C40D029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52" creationId="{45F1AB39-AF2F-3D95-3795-7E2E031C0D14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53" creationId="{33FC9C4B-9D49-8033-1270-83B23FF856BA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54" creationId="{16A191E5-596D-8688-8AC7-A20CD1449D7B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55" creationId="{0A59BAE6-4808-3DD0-F367-DA9A57162F70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56" creationId="{614357AC-CF7C-4228-7412-90695FD3FE68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57" creationId="{DE0BFCA0-DB16-CFCF-03F7-E991C282E291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58" creationId="{405458FA-1C25-5CCA-DD79-1892C76F8A79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59" creationId="{E0FBACF8-A12B-BBC6-43F0-A1E30F7EFC61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60" creationId="{FA4F217E-E590-4A91-0D06-B9A8F69B7715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61" creationId="{21ACC123-6B71-2407-BB17-8D021B0D5020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62" creationId="{0DEDF5A1-09C3-DEB0-4937-312D382CBBAC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63" creationId="{250BAE00-58AB-7BF9-17D0-DE1353AFB0D2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64" creationId="{165CF843-A82E-E00F-9BCF-957C7DA5A6D6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65" creationId="{CDEA8D85-DF7C-E166-5E76-62A19394AB9A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66" creationId="{418AB5B6-C1E1-01BB-495A-427B9A7DE8C5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67" creationId="{8CA5C493-3A67-0D50-635B-6F4DDA45FD50}"/>
          </ac:spMkLst>
        </pc:spChg>
        <pc:spChg chg="mod">
          <ac:chgData name="Fatima Pillosu" userId="a6295d4dc9e22643" providerId="LiveId" clId="{66066C20-3FEA-443E-BCC1-249F1D63570C}" dt="2024-07-25T13:18:18.334" v="150"/>
          <ac:spMkLst>
            <pc:docMk/>
            <pc:sldMk cId="43451586" sldId="256"/>
            <ac:spMk id="1070" creationId="{BBEADBAB-5154-8565-656C-A45C24A1C3C8}"/>
          </ac:spMkLst>
        </pc:spChg>
        <pc:spChg chg="mod">
          <ac:chgData name="Fatima Pillosu" userId="a6295d4dc9e22643" providerId="LiveId" clId="{66066C20-3FEA-443E-BCC1-249F1D63570C}" dt="2024-07-25T13:18:18.334" v="150"/>
          <ac:spMkLst>
            <pc:docMk/>
            <pc:sldMk cId="43451586" sldId="256"/>
            <ac:spMk id="1071" creationId="{1BF20FAB-CD88-398F-FB4A-57FFE637857C}"/>
          </ac:spMkLst>
        </pc:spChg>
        <pc:spChg chg="mod">
          <ac:chgData name="Fatima Pillosu" userId="a6295d4dc9e22643" providerId="LiveId" clId="{66066C20-3FEA-443E-BCC1-249F1D63570C}" dt="2024-07-25T13:18:18.334" v="150"/>
          <ac:spMkLst>
            <pc:docMk/>
            <pc:sldMk cId="43451586" sldId="256"/>
            <ac:spMk id="1072" creationId="{6EB0BBDF-CA95-91A2-D065-401457446A13}"/>
          </ac:spMkLst>
        </pc:spChg>
        <pc:spChg chg="mod">
          <ac:chgData name="Fatima Pillosu" userId="a6295d4dc9e22643" providerId="LiveId" clId="{66066C20-3FEA-443E-BCC1-249F1D63570C}" dt="2024-07-25T13:18:18.334" v="150"/>
          <ac:spMkLst>
            <pc:docMk/>
            <pc:sldMk cId="43451586" sldId="256"/>
            <ac:spMk id="1073" creationId="{136F1087-720E-0013-969A-3BE7BB10C390}"/>
          </ac:spMkLst>
        </pc:spChg>
        <pc:spChg chg="mod">
          <ac:chgData name="Fatima Pillosu" userId="a6295d4dc9e22643" providerId="LiveId" clId="{66066C20-3FEA-443E-BCC1-249F1D63570C}" dt="2024-07-25T13:18:18.334" v="150"/>
          <ac:spMkLst>
            <pc:docMk/>
            <pc:sldMk cId="43451586" sldId="256"/>
            <ac:spMk id="1074" creationId="{5A2BB48C-A00B-6BF3-53C7-CC1F2D2759A0}"/>
          </ac:spMkLst>
        </pc:spChg>
        <pc:spChg chg="mod">
          <ac:chgData name="Fatima Pillosu" userId="a6295d4dc9e22643" providerId="LiveId" clId="{66066C20-3FEA-443E-BCC1-249F1D63570C}" dt="2024-07-25T13:18:18.334" v="150"/>
          <ac:spMkLst>
            <pc:docMk/>
            <pc:sldMk cId="43451586" sldId="256"/>
            <ac:spMk id="1075" creationId="{2929BFC0-8364-79B7-D764-2D055643D818}"/>
          </ac:spMkLst>
        </pc:spChg>
        <pc:spChg chg="mod">
          <ac:chgData name="Fatima Pillosu" userId="a6295d4dc9e22643" providerId="LiveId" clId="{66066C20-3FEA-443E-BCC1-249F1D63570C}" dt="2024-07-25T13:18:18.334" v="150"/>
          <ac:spMkLst>
            <pc:docMk/>
            <pc:sldMk cId="43451586" sldId="256"/>
            <ac:spMk id="1076" creationId="{3431C309-682E-6AED-7D6A-2BBCC0C79FFA}"/>
          </ac:spMkLst>
        </pc:spChg>
        <pc:spChg chg="mod">
          <ac:chgData name="Fatima Pillosu" userId="a6295d4dc9e22643" providerId="LiveId" clId="{66066C20-3FEA-443E-BCC1-249F1D63570C}" dt="2024-07-25T13:18:18.334" v="150"/>
          <ac:spMkLst>
            <pc:docMk/>
            <pc:sldMk cId="43451586" sldId="256"/>
            <ac:spMk id="1077" creationId="{769F68CC-3454-3C3B-1D00-A0AACABE4BDD}"/>
          </ac:spMkLst>
        </pc:spChg>
        <pc:spChg chg="mod">
          <ac:chgData name="Fatima Pillosu" userId="a6295d4dc9e22643" providerId="LiveId" clId="{66066C20-3FEA-443E-BCC1-249F1D63570C}" dt="2024-07-25T13:18:18.334" v="150"/>
          <ac:spMkLst>
            <pc:docMk/>
            <pc:sldMk cId="43451586" sldId="256"/>
            <ac:spMk id="1078" creationId="{670C733F-3684-EEC1-5B24-3E89AE3FFA15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79" creationId="{06EB1845-5312-B21D-DF3E-3F9DDA1A6666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83" creationId="{23429C4C-8E68-9AA8-0465-FA12F88BDC80}"/>
          </ac:spMkLst>
        </pc:spChg>
        <pc:spChg chg="add del mod">
          <ac:chgData name="Fatima Pillosu" userId="a6295d4dc9e22643" providerId="LiveId" clId="{66066C20-3FEA-443E-BCC1-249F1D63570C}" dt="2024-07-25T13:18:43.787" v="155" actId="21"/>
          <ac:spMkLst>
            <pc:docMk/>
            <pc:sldMk cId="43451586" sldId="256"/>
            <ac:spMk id="1084" creationId="{B8BC81AA-8780-825F-72AA-21051D0A97C1}"/>
          </ac:spMkLst>
        </pc:spChg>
        <pc:spChg chg="add del">
          <ac:chgData name="Fatima Pillosu" userId="a6295d4dc9e22643" providerId="LiveId" clId="{66066C20-3FEA-443E-BCC1-249F1D63570C}" dt="2024-07-25T13:18:41.578" v="154" actId="478"/>
          <ac:spMkLst>
            <pc:docMk/>
            <pc:sldMk cId="43451586" sldId="256"/>
            <ac:spMk id="1085" creationId="{F40ECCF6-3F85-4129-05CA-8199BB40EA53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089" creationId="{BEC7A8E6-BFC0-2978-394A-75F6F73D4AF4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090" creationId="{1DB19655-9283-1270-F31A-623A76FF9AF6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091" creationId="{8AC49248-4395-45CB-5101-0B2968D52CF4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092" creationId="{222E7DAB-071F-694A-6555-645E0B44DA46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093" creationId="{C8C56C28-8455-6485-DA7D-69414EEF9D78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094" creationId="{7C84446B-1B6A-E30F-B58C-F5F056D89468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095" creationId="{248D8118-EF14-1561-1D05-46C15FAC553F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096" creationId="{FB7DF2D4-17A7-0CAF-5AE2-E6EBCC7957E3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097" creationId="{8840A591-E4A4-087B-BCAE-1557A069833F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098" creationId="{D850163E-A5D0-B685-FEB7-C7E8EB0B1345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099" creationId="{D5DF1D6C-CDA8-190D-3473-E977923A92E2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00" creationId="{63454A0D-B6B9-CEB2-D7FD-FB6B54553304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01" creationId="{C50FFC99-7308-65E7-2479-86CB777CB0B2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02" creationId="{05410AB8-D6C8-E5D4-F87C-EF8ED9705249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03" creationId="{F376878C-E854-EC0B-5D84-6823605CF4C2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04" creationId="{F644A7A1-09E2-57C7-8C29-B5E569F8113D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05" creationId="{C6D85AE9-ACF5-B2EF-EEEE-1ABA67A7E2BF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06" creationId="{AB7FE36C-E4E6-C6A5-DA97-E3C0B814B85E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07" creationId="{143F2D1C-7180-5223-4339-04B828BB632B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08" creationId="{918ABB2F-097F-5F7B-F760-C1BAE52E83CD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09" creationId="{72270F03-E27D-6F99-9A4B-0F7DAB6B97AC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10" creationId="{59E98F6D-860D-BF70-4EC2-64A5FEE04926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11" creationId="{668A3508-4D89-5795-C56B-2D47904BFF7B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12" creationId="{1EDB25FD-F967-D49E-FAD9-4540B2B7312C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13" creationId="{F2E994ED-4B5B-5476-A778-313D2272F343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14" creationId="{F306AB64-4BDA-F14D-D024-8771D0F682CD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15" creationId="{40E16496-1052-84EC-AA6E-48A5CF66F428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16" creationId="{BA560796-8FB8-A7A8-3B11-0B639816370F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17" creationId="{185C1CAE-5128-57EA-BFC2-8A8B5C8ACD5D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18" creationId="{0DAED771-CD05-A39D-66B7-36A35460FD09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19" creationId="{61518C08-0610-8688-4D03-CDD82F690E07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20" creationId="{BB3A9E6E-704C-8F37-D690-B20C61C906E7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21" creationId="{CB57FAF9-6FF7-2C91-D702-B07049F8C88B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22" creationId="{3CFD9371-C23D-4EEC-AA78-8899211C8542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23" creationId="{AD740348-E3AC-0698-7604-365290B32C25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24" creationId="{96EC6200-AFD6-6F05-F4C2-B02740490B07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25" creationId="{C4039386-CF60-9643-3DE6-8A1D8B4D99F4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26" creationId="{21F1526A-6F5B-7B4E-3A97-7D428960CAD3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27" creationId="{DC3E1802-D919-BAB5-84D6-AC602E752936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28" creationId="{65E20AFF-9E82-7ED3-7A2A-471B7BA1B861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29" creationId="{C3AA5FE2-7BC0-EB97-FA4F-57E77A2FDD9D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30" creationId="{306CA028-B14A-587E-4EF7-A89F122FF251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31" creationId="{3F27B660-A9AD-9256-CB0E-347B4C0852C8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32" creationId="{03208E48-7CCA-98F8-8E41-E3715304BDCD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33" creationId="{6991B3BC-4A89-DDCE-C8FD-97D5BB507754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34" creationId="{D69624F1-DFCF-54E2-BC58-C368DEA730F6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35" creationId="{323261E7-CDDB-617D-FECE-B73709E774B4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36" creationId="{83B4A15F-2BC2-2058-0B1D-5F64B8379F62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37" creationId="{184E9A30-D608-CFC4-5F41-A65CB1F0E833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38" creationId="{98DBB6F4-CB90-1E72-06F4-384EF953FCAB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41" creationId="{A5E62AC1-F95A-A83E-174A-A397B946C237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43" creationId="{28E288B3-53D6-8A2A-803F-C8356282A9BF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44" creationId="{C81BEB9E-CF32-2ACF-E8A3-AA25A2FB2C9E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45" creationId="{C1B97990-05A5-BF36-DBD7-1340E6C98B33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46" creationId="{F5307161-0FD4-14F9-1842-C3EBD81AE9D3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47" creationId="{8DC914CB-0832-A3CF-047C-C3B8FBEF08F5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48" creationId="{58B2823F-1DF1-440E-E51C-367025C98642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49" creationId="{72246508-EE04-19B8-021A-ECAE7D8DEF37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50" creationId="{ED8B2B80-4807-A468-6F32-E445928BCA65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51" creationId="{61BC8862-E098-E415-388E-EE379C1D8816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52" creationId="{196ACA54-197C-B826-3CC1-971A5CB97424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53" creationId="{287DCA10-5019-4DCB-8DA2-59E264A3B820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54" creationId="{E41E4E80-453A-8A5D-6353-555C76607188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55" creationId="{D0731246-6F49-C11F-7033-FF94E164163F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56" creationId="{4E9E5BF8-AB3D-412D-4A26-EE61F2CC1E7F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57" creationId="{0739ADA2-74FE-2ED7-C34A-FC8EBD443C72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58" creationId="{00CCE9A7-47BA-5162-7D86-9AE88D342E80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59" creationId="{E6302FE5-8F6D-64A0-2037-0C3DDAD7B97A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60" creationId="{63DB60AF-4A44-BE93-02D3-CDA77956B5F2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61" creationId="{70B25CBD-0AD5-C911-401B-02430C454B84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62" creationId="{9C5C2BC9-5BFD-82F2-35CF-D3FFDC415395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63" creationId="{088823C8-4E39-8301-6C6D-33A93FDA62E0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64" creationId="{8CAD96B3-3A98-4CC3-ADEB-47BB77C9B15D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65" creationId="{2B90694B-7872-6C95-2BAB-AC1DCEEF7005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66" creationId="{210CC45D-5604-4D04-C89D-B86E0A570384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67" creationId="{C82CF265-DA33-8D1F-4762-CC2CC75D8A25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69" creationId="{99CE0813-6063-A67E-7647-C75857B40B15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72" creationId="{27473D3D-5CBA-FFCC-A510-580B02810B68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73" creationId="{D7131933-AD5D-8CFF-B63D-0E6509EB9E54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74" creationId="{FFC6DFDC-4984-8529-7954-1785910C14A6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75" creationId="{B8B4F48A-3436-7F14-8C4C-43F4018C0A34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76" creationId="{B8B31EBE-2E61-337B-CD2E-380C5A025FA1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77" creationId="{FB3C06D2-82FB-01FA-6CA1-C4EAEBBBFEFE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78" creationId="{EC779CDC-A1E1-8742-E11A-16757BF614F6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79" creationId="{5397BEDC-79E4-9FEA-3E65-C6784C40D029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80" creationId="{45F1AB39-AF2F-3D95-3795-7E2E031C0D14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81" creationId="{33FC9C4B-9D49-8033-1270-83B23FF856BA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82" creationId="{16A191E5-596D-8688-8AC7-A20CD1449D7B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83" creationId="{0A59BAE6-4808-3DD0-F367-DA9A57162F70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84" creationId="{614357AC-CF7C-4228-7412-90695FD3FE68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85" creationId="{DE0BFCA0-DB16-CFCF-03F7-E991C282E291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86" creationId="{405458FA-1C25-5CCA-DD79-1892C76F8A79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87" creationId="{E0FBACF8-A12B-BBC6-43F0-A1E30F7EFC61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88" creationId="{FA4F217E-E590-4A91-0D06-B9A8F69B7715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89" creationId="{21ACC123-6B71-2407-BB17-8D021B0D5020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90" creationId="{0DEDF5A1-09C3-DEB0-4937-312D382CBBAC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91" creationId="{250BAE00-58AB-7BF9-17D0-DE1353AFB0D2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92" creationId="{165CF843-A82E-E00F-9BCF-957C7DA5A6D6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93" creationId="{CDEA8D85-DF7C-E166-5E76-62A19394AB9A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94" creationId="{418AB5B6-C1E1-01BB-495A-427B9A7DE8C5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195" creationId="{8CA5C493-3A67-0D50-635B-6F4DDA45FD50}"/>
          </ac:spMkLst>
        </pc:spChg>
        <pc:spChg chg="mod">
          <ac:chgData name="Fatima Pillosu" userId="a6295d4dc9e22643" providerId="LiveId" clId="{66066C20-3FEA-443E-BCC1-249F1D63570C}" dt="2024-07-25T13:19:00.269" v="156"/>
          <ac:spMkLst>
            <pc:docMk/>
            <pc:sldMk cId="43451586" sldId="256"/>
            <ac:spMk id="1198" creationId="{BBEADBAB-5154-8565-656C-A45C24A1C3C8}"/>
          </ac:spMkLst>
        </pc:spChg>
        <pc:spChg chg="mod">
          <ac:chgData name="Fatima Pillosu" userId="a6295d4dc9e22643" providerId="LiveId" clId="{66066C20-3FEA-443E-BCC1-249F1D63570C}" dt="2024-07-25T13:19:00.269" v="156"/>
          <ac:spMkLst>
            <pc:docMk/>
            <pc:sldMk cId="43451586" sldId="256"/>
            <ac:spMk id="1199" creationId="{1BF20FAB-CD88-398F-FB4A-57FFE637857C}"/>
          </ac:spMkLst>
        </pc:spChg>
        <pc:spChg chg="mod">
          <ac:chgData name="Fatima Pillosu" userId="a6295d4dc9e22643" providerId="LiveId" clId="{66066C20-3FEA-443E-BCC1-249F1D63570C}" dt="2024-07-25T13:19:00.269" v="156"/>
          <ac:spMkLst>
            <pc:docMk/>
            <pc:sldMk cId="43451586" sldId="256"/>
            <ac:spMk id="1200" creationId="{6EB0BBDF-CA95-91A2-D065-401457446A13}"/>
          </ac:spMkLst>
        </pc:spChg>
        <pc:spChg chg="mod">
          <ac:chgData name="Fatima Pillosu" userId="a6295d4dc9e22643" providerId="LiveId" clId="{66066C20-3FEA-443E-BCC1-249F1D63570C}" dt="2024-07-25T13:19:00.269" v="156"/>
          <ac:spMkLst>
            <pc:docMk/>
            <pc:sldMk cId="43451586" sldId="256"/>
            <ac:spMk id="1201" creationId="{136F1087-720E-0013-969A-3BE7BB10C390}"/>
          </ac:spMkLst>
        </pc:spChg>
        <pc:spChg chg="mod">
          <ac:chgData name="Fatima Pillosu" userId="a6295d4dc9e22643" providerId="LiveId" clId="{66066C20-3FEA-443E-BCC1-249F1D63570C}" dt="2024-07-25T13:19:00.269" v="156"/>
          <ac:spMkLst>
            <pc:docMk/>
            <pc:sldMk cId="43451586" sldId="256"/>
            <ac:spMk id="1202" creationId="{5A2BB48C-A00B-6BF3-53C7-CC1F2D2759A0}"/>
          </ac:spMkLst>
        </pc:spChg>
        <pc:spChg chg="mod">
          <ac:chgData name="Fatima Pillosu" userId="a6295d4dc9e22643" providerId="LiveId" clId="{66066C20-3FEA-443E-BCC1-249F1D63570C}" dt="2024-07-25T13:19:00.269" v="156"/>
          <ac:spMkLst>
            <pc:docMk/>
            <pc:sldMk cId="43451586" sldId="256"/>
            <ac:spMk id="1203" creationId="{2929BFC0-8364-79B7-D764-2D055643D818}"/>
          </ac:spMkLst>
        </pc:spChg>
        <pc:spChg chg="mod">
          <ac:chgData name="Fatima Pillosu" userId="a6295d4dc9e22643" providerId="LiveId" clId="{66066C20-3FEA-443E-BCC1-249F1D63570C}" dt="2024-07-25T13:19:00.269" v="156"/>
          <ac:spMkLst>
            <pc:docMk/>
            <pc:sldMk cId="43451586" sldId="256"/>
            <ac:spMk id="1204" creationId="{3431C309-682E-6AED-7D6A-2BBCC0C79FFA}"/>
          </ac:spMkLst>
        </pc:spChg>
        <pc:spChg chg="mod">
          <ac:chgData name="Fatima Pillosu" userId="a6295d4dc9e22643" providerId="LiveId" clId="{66066C20-3FEA-443E-BCC1-249F1D63570C}" dt="2024-07-25T13:19:00.269" v="156"/>
          <ac:spMkLst>
            <pc:docMk/>
            <pc:sldMk cId="43451586" sldId="256"/>
            <ac:spMk id="1205" creationId="{769F68CC-3454-3C3B-1D00-A0AACABE4BDD}"/>
          </ac:spMkLst>
        </pc:spChg>
        <pc:spChg chg="mod">
          <ac:chgData name="Fatima Pillosu" userId="a6295d4dc9e22643" providerId="LiveId" clId="{66066C20-3FEA-443E-BCC1-249F1D63570C}" dt="2024-07-25T13:19:00.269" v="156"/>
          <ac:spMkLst>
            <pc:docMk/>
            <pc:sldMk cId="43451586" sldId="256"/>
            <ac:spMk id="1206" creationId="{670C733F-3684-EEC1-5B24-3E89AE3FFA15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207" creationId="{06EB1845-5312-B21D-DF3E-3F9DDA1A6666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211" creationId="{23429C4C-8E68-9AA8-0465-FA12F88BDC80}"/>
          </ac:spMkLst>
        </pc:spChg>
        <pc:spChg chg="add del mod">
          <ac:chgData name="Fatima Pillosu" userId="a6295d4dc9e22643" providerId="LiveId" clId="{66066C20-3FEA-443E-BCC1-249F1D63570C}" dt="2024-07-25T13:19:03.370" v="157" actId="21"/>
          <ac:spMkLst>
            <pc:docMk/>
            <pc:sldMk cId="43451586" sldId="256"/>
            <ac:spMk id="1212" creationId="{B8BC81AA-8780-825F-72AA-21051D0A97C1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16" creationId="{BEC7A8E6-BFC0-2978-394A-75F6F73D4AF4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17" creationId="{1DB19655-9283-1270-F31A-623A76FF9AF6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18" creationId="{8AC49248-4395-45CB-5101-0B2968D52CF4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19" creationId="{222E7DAB-071F-694A-6555-645E0B44DA46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20" creationId="{C8C56C28-8455-6485-DA7D-69414EEF9D78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21" creationId="{7C84446B-1B6A-E30F-B58C-F5F056D89468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22" creationId="{248D8118-EF14-1561-1D05-46C15FAC553F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23" creationId="{FB7DF2D4-17A7-0CAF-5AE2-E6EBCC7957E3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24" creationId="{8840A591-E4A4-087B-BCAE-1557A069833F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25" creationId="{D850163E-A5D0-B685-FEB7-C7E8EB0B1345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26" creationId="{D5DF1D6C-CDA8-190D-3473-E977923A92E2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27" creationId="{63454A0D-B6B9-CEB2-D7FD-FB6B54553304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28" creationId="{C50FFC99-7308-65E7-2479-86CB777CB0B2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29" creationId="{05410AB8-D6C8-E5D4-F87C-EF8ED9705249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30" creationId="{F376878C-E854-EC0B-5D84-6823605CF4C2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31" creationId="{F644A7A1-09E2-57C7-8C29-B5E569F8113D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32" creationId="{C6D85AE9-ACF5-B2EF-EEEE-1ABA67A7E2BF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33" creationId="{AB7FE36C-E4E6-C6A5-DA97-E3C0B814B85E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34" creationId="{143F2D1C-7180-5223-4339-04B828BB632B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35" creationId="{918ABB2F-097F-5F7B-F760-C1BAE52E83CD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36" creationId="{72270F03-E27D-6F99-9A4B-0F7DAB6B97AC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37" creationId="{59E98F6D-860D-BF70-4EC2-64A5FEE04926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38" creationId="{668A3508-4D89-5795-C56B-2D47904BFF7B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39" creationId="{1EDB25FD-F967-D49E-FAD9-4540B2B7312C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40" creationId="{F2E994ED-4B5B-5476-A778-313D2272F343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41" creationId="{F306AB64-4BDA-F14D-D024-8771D0F682CD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42" creationId="{40E16496-1052-84EC-AA6E-48A5CF66F428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43" creationId="{BA560796-8FB8-A7A8-3B11-0B639816370F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44" creationId="{185C1CAE-5128-57EA-BFC2-8A8B5C8ACD5D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45" creationId="{0DAED771-CD05-A39D-66B7-36A35460FD09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46" creationId="{61518C08-0610-8688-4D03-CDD82F690E07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47" creationId="{BB3A9E6E-704C-8F37-D690-B20C61C906E7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48" creationId="{CB57FAF9-6FF7-2C91-D702-B07049F8C88B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49" creationId="{3CFD9371-C23D-4EEC-AA78-8899211C8542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50" creationId="{AD740348-E3AC-0698-7604-365290B32C25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51" creationId="{96EC6200-AFD6-6F05-F4C2-B02740490B07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52" creationId="{C4039386-CF60-9643-3DE6-8A1D8B4D99F4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53" creationId="{21F1526A-6F5B-7B4E-3A97-7D428960CAD3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54" creationId="{DC3E1802-D919-BAB5-84D6-AC602E752936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55" creationId="{65E20AFF-9E82-7ED3-7A2A-471B7BA1B861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56" creationId="{C3AA5FE2-7BC0-EB97-FA4F-57E77A2FDD9D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57" creationId="{306CA028-B14A-587E-4EF7-A89F122FF251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58" creationId="{3F27B660-A9AD-9256-CB0E-347B4C0852C8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59" creationId="{03208E48-7CCA-98F8-8E41-E3715304BDCD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60" creationId="{6991B3BC-4A89-DDCE-C8FD-97D5BB507754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61" creationId="{D69624F1-DFCF-54E2-BC58-C368DEA730F6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62" creationId="{323261E7-CDDB-617D-FECE-B73709E774B4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63" creationId="{83B4A15F-2BC2-2058-0B1D-5F64B8379F62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64" creationId="{184E9A30-D608-CFC4-5F41-A65CB1F0E833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65" creationId="{98DBB6F4-CB90-1E72-06F4-384EF953FCAB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68" creationId="{A5E62AC1-F95A-A83E-174A-A397B946C237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70" creationId="{28E288B3-53D6-8A2A-803F-C8356282A9BF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71" creationId="{C81BEB9E-CF32-2ACF-E8A3-AA25A2FB2C9E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72" creationId="{C1B97990-05A5-BF36-DBD7-1340E6C98B33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73" creationId="{F5307161-0FD4-14F9-1842-C3EBD81AE9D3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74" creationId="{8DC914CB-0832-A3CF-047C-C3B8FBEF08F5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75" creationId="{58B2823F-1DF1-440E-E51C-367025C98642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76" creationId="{72246508-EE04-19B8-021A-ECAE7D8DEF37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77" creationId="{ED8B2B80-4807-A468-6F32-E445928BCA65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78" creationId="{61BC8862-E098-E415-388E-EE379C1D8816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79" creationId="{196ACA54-197C-B826-3CC1-971A5CB97424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80" creationId="{287DCA10-5019-4DCB-8DA2-59E264A3B820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81" creationId="{E41E4E80-453A-8A5D-6353-555C76607188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82" creationId="{D0731246-6F49-C11F-7033-FF94E164163F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83" creationId="{4E9E5BF8-AB3D-412D-4A26-EE61F2CC1E7F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84" creationId="{0739ADA2-74FE-2ED7-C34A-FC8EBD443C72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85" creationId="{00CCE9A7-47BA-5162-7D86-9AE88D342E80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86" creationId="{E6302FE5-8F6D-64A0-2037-0C3DDAD7B97A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87" creationId="{63DB60AF-4A44-BE93-02D3-CDA77956B5F2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88" creationId="{70B25CBD-0AD5-C911-401B-02430C454B84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89" creationId="{9C5C2BC9-5BFD-82F2-35CF-D3FFDC415395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90" creationId="{088823C8-4E39-8301-6C6D-33A93FDA62E0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91" creationId="{8CAD96B3-3A98-4CC3-ADEB-47BB77C9B15D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92" creationId="{2B90694B-7872-6C95-2BAB-AC1DCEEF7005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93" creationId="{210CC45D-5604-4D04-C89D-B86E0A570384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94" creationId="{C82CF265-DA33-8D1F-4762-CC2CC75D8A25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96" creationId="{99CE0813-6063-A67E-7647-C75857B40B15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299" creationId="{27473D3D-5CBA-FFCC-A510-580B02810B68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00" creationId="{D7131933-AD5D-8CFF-B63D-0E6509EB9E54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01" creationId="{FFC6DFDC-4984-8529-7954-1785910C14A6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02" creationId="{B8B4F48A-3436-7F14-8C4C-43F4018C0A34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03" creationId="{B8B31EBE-2E61-337B-CD2E-380C5A025FA1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04" creationId="{FB3C06D2-82FB-01FA-6CA1-C4EAEBBBFEFE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05" creationId="{EC779CDC-A1E1-8742-E11A-16757BF614F6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06" creationId="{5397BEDC-79E4-9FEA-3E65-C6784C40D029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07" creationId="{45F1AB39-AF2F-3D95-3795-7E2E031C0D14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08" creationId="{33FC9C4B-9D49-8033-1270-83B23FF856BA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09" creationId="{16A191E5-596D-8688-8AC7-A20CD1449D7B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10" creationId="{0A59BAE6-4808-3DD0-F367-DA9A57162F70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11" creationId="{614357AC-CF7C-4228-7412-90695FD3FE68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12" creationId="{DE0BFCA0-DB16-CFCF-03F7-E991C282E291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13" creationId="{405458FA-1C25-5CCA-DD79-1892C76F8A79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14" creationId="{E0FBACF8-A12B-BBC6-43F0-A1E30F7EFC61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15" creationId="{FA4F217E-E590-4A91-0D06-B9A8F69B7715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16" creationId="{21ACC123-6B71-2407-BB17-8D021B0D5020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17" creationId="{0DEDF5A1-09C3-DEB0-4937-312D382CBBAC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18" creationId="{250BAE00-58AB-7BF9-17D0-DE1353AFB0D2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19" creationId="{165CF843-A82E-E00F-9BCF-957C7DA5A6D6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20" creationId="{CDEA8D85-DF7C-E166-5E76-62A19394AB9A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21" creationId="{418AB5B6-C1E1-01BB-495A-427B9A7DE8C5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22" creationId="{8CA5C493-3A67-0D50-635B-6F4DDA45FD50}"/>
          </ac:spMkLst>
        </pc:spChg>
        <pc:spChg chg="mod">
          <ac:chgData name="Fatima Pillosu" userId="a6295d4dc9e22643" providerId="LiveId" clId="{66066C20-3FEA-443E-BCC1-249F1D63570C}" dt="2024-07-25T13:19:14.211" v="158"/>
          <ac:spMkLst>
            <pc:docMk/>
            <pc:sldMk cId="43451586" sldId="256"/>
            <ac:spMk id="1325" creationId="{BBEADBAB-5154-8565-656C-A45C24A1C3C8}"/>
          </ac:spMkLst>
        </pc:spChg>
        <pc:spChg chg="mod">
          <ac:chgData name="Fatima Pillosu" userId="a6295d4dc9e22643" providerId="LiveId" clId="{66066C20-3FEA-443E-BCC1-249F1D63570C}" dt="2024-07-25T13:19:14.211" v="158"/>
          <ac:spMkLst>
            <pc:docMk/>
            <pc:sldMk cId="43451586" sldId="256"/>
            <ac:spMk id="1326" creationId="{1BF20FAB-CD88-398F-FB4A-57FFE637857C}"/>
          </ac:spMkLst>
        </pc:spChg>
        <pc:spChg chg="mod">
          <ac:chgData name="Fatima Pillosu" userId="a6295d4dc9e22643" providerId="LiveId" clId="{66066C20-3FEA-443E-BCC1-249F1D63570C}" dt="2024-07-25T13:19:14.211" v="158"/>
          <ac:spMkLst>
            <pc:docMk/>
            <pc:sldMk cId="43451586" sldId="256"/>
            <ac:spMk id="1327" creationId="{6EB0BBDF-CA95-91A2-D065-401457446A13}"/>
          </ac:spMkLst>
        </pc:spChg>
        <pc:spChg chg="mod">
          <ac:chgData name="Fatima Pillosu" userId="a6295d4dc9e22643" providerId="LiveId" clId="{66066C20-3FEA-443E-BCC1-249F1D63570C}" dt="2024-07-25T13:19:14.211" v="158"/>
          <ac:spMkLst>
            <pc:docMk/>
            <pc:sldMk cId="43451586" sldId="256"/>
            <ac:spMk id="1328" creationId="{136F1087-720E-0013-969A-3BE7BB10C390}"/>
          </ac:spMkLst>
        </pc:spChg>
        <pc:spChg chg="mod">
          <ac:chgData name="Fatima Pillosu" userId="a6295d4dc9e22643" providerId="LiveId" clId="{66066C20-3FEA-443E-BCC1-249F1D63570C}" dt="2024-07-25T13:19:14.211" v="158"/>
          <ac:spMkLst>
            <pc:docMk/>
            <pc:sldMk cId="43451586" sldId="256"/>
            <ac:spMk id="1329" creationId="{5A2BB48C-A00B-6BF3-53C7-CC1F2D2759A0}"/>
          </ac:spMkLst>
        </pc:spChg>
        <pc:spChg chg="mod">
          <ac:chgData name="Fatima Pillosu" userId="a6295d4dc9e22643" providerId="LiveId" clId="{66066C20-3FEA-443E-BCC1-249F1D63570C}" dt="2024-07-25T13:19:14.211" v="158"/>
          <ac:spMkLst>
            <pc:docMk/>
            <pc:sldMk cId="43451586" sldId="256"/>
            <ac:spMk id="1330" creationId="{2929BFC0-8364-79B7-D764-2D055643D818}"/>
          </ac:spMkLst>
        </pc:spChg>
        <pc:spChg chg="mod">
          <ac:chgData name="Fatima Pillosu" userId="a6295d4dc9e22643" providerId="LiveId" clId="{66066C20-3FEA-443E-BCC1-249F1D63570C}" dt="2024-07-25T13:19:14.211" v="158"/>
          <ac:spMkLst>
            <pc:docMk/>
            <pc:sldMk cId="43451586" sldId="256"/>
            <ac:spMk id="1331" creationId="{3431C309-682E-6AED-7D6A-2BBCC0C79FFA}"/>
          </ac:spMkLst>
        </pc:spChg>
        <pc:spChg chg="mod">
          <ac:chgData name="Fatima Pillosu" userId="a6295d4dc9e22643" providerId="LiveId" clId="{66066C20-3FEA-443E-BCC1-249F1D63570C}" dt="2024-07-25T13:19:14.211" v="158"/>
          <ac:spMkLst>
            <pc:docMk/>
            <pc:sldMk cId="43451586" sldId="256"/>
            <ac:spMk id="1332" creationId="{769F68CC-3454-3C3B-1D00-A0AACABE4BDD}"/>
          </ac:spMkLst>
        </pc:spChg>
        <pc:spChg chg="mod">
          <ac:chgData name="Fatima Pillosu" userId="a6295d4dc9e22643" providerId="LiveId" clId="{66066C20-3FEA-443E-BCC1-249F1D63570C}" dt="2024-07-25T13:19:14.211" v="158"/>
          <ac:spMkLst>
            <pc:docMk/>
            <pc:sldMk cId="43451586" sldId="256"/>
            <ac:spMk id="1333" creationId="{670C733F-3684-EEC1-5B24-3E89AE3FFA15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34" creationId="{06EB1845-5312-B21D-DF3E-3F9DDA1A6666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38" creationId="{23429C4C-8E68-9AA8-0465-FA12F88BDC80}"/>
          </ac:spMkLst>
        </pc:spChg>
        <pc:spChg chg="add del mod">
          <ac:chgData name="Fatima Pillosu" userId="a6295d4dc9e22643" providerId="LiveId" clId="{66066C20-3FEA-443E-BCC1-249F1D63570C}" dt="2024-07-25T13:19:21.434" v="159" actId="21"/>
          <ac:spMkLst>
            <pc:docMk/>
            <pc:sldMk cId="43451586" sldId="256"/>
            <ac:spMk id="1339" creationId="{B8BC81AA-8780-825F-72AA-21051D0A97C1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43" creationId="{BEC7A8E6-BFC0-2978-394A-75F6F73D4AF4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44" creationId="{1DB19655-9283-1270-F31A-623A76FF9AF6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45" creationId="{8AC49248-4395-45CB-5101-0B2968D52CF4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46" creationId="{222E7DAB-071F-694A-6555-645E0B44DA46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47" creationId="{C8C56C28-8455-6485-DA7D-69414EEF9D78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48" creationId="{7C84446B-1B6A-E30F-B58C-F5F056D89468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49" creationId="{248D8118-EF14-1561-1D05-46C15FAC553F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50" creationId="{FB7DF2D4-17A7-0CAF-5AE2-E6EBCC7957E3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51" creationId="{8840A591-E4A4-087B-BCAE-1557A069833F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52" creationId="{D850163E-A5D0-B685-FEB7-C7E8EB0B1345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53" creationId="{D5DF1D6C-CDA8-190D-3473-E977923A92E2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54" creationId="{63454A0D-B6B9-CEB2-D7FD-FB6B54553304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55" creationId="{C50FFC99-7308-65E7-2479-86CB777CB0B2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56" creationId="{05410AB8-D6C8-E5D4-F87C-EF8ED9705249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57" creationId="{F376878C-E854-EC0B-5D84-6823605CF4C2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58" creationId="{F644A7A1-09E2-57C7-8C29-B5E569F8113D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59" creationId="{C6D85AE9-ACF5-B2EF-EEEE-1ABA67A7E2BF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60" creationId="{AB7FE36C-E4E6-C6A5-DA97-E3C0B814B85E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61" creationId="{143F2D1C-7180-5223-4339-04B828BB632B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62" creationId="{918ABB2F-097F-5F7B-F760-C1BAE52E83CD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63" creationId="{72270F03-E27D-6F99-9A4B-0F7DAB6B97AC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64" creationId="{59E98F6D-860D-BF70-4EC2-64A5FEE04926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65" creationId="{668A3508-4D89-5795-C56B-2D47904BFF7B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66" creationId="{1EDB25FD-F967-D49E-FAD9-4540B2B7312C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67" creationId="{F2E994ED-4B5B-5476-A778-313D2272F343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68" creationId="{F306AB64-4BDA-F14D-D024-8771D0F682CD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69" creationId="{40E16496-1052-84EC-AA6E-48A5CF66F428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70" creationId="{BA560796-8FB8-A7A8-3B11-0B639816370F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71" creationId="{185C1CAE-5128-57EA-BFC2-8A8B5C8ACD5D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72" creationId="{0DAED771-CD05-A39D-66B7-36A35460FD09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73" creationId="{61518C08-0610-8688-4D03-CDD82F690E07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74" creationId="{BB3A9E6E-704C-8F37-D690-B20C61C906E7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75" creationId="{CB57FAF9-6FF7-2C91-D702-B07049F8C88B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76" creationId="{3CFD9371-C23D-4EEC-AA78-8899211C8542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77" creationId="{AD740348-E3AC-0698-7604-365290B32C25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78" creationId="{96EC6200-AFD6-6F05-F4C2-B02740490B07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79" creationId="{C4039386-CF60-9643-3DE6-8A1D8B4D99F4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80" creationId="{21F1526A-6F5B-7B4E-3A97-7D428960CAD3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81" creationId="{DC3E1802-D919-BAB5-84D6-AC602E752936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82" creationId="{65E20AFF-9E82-7ED3-7A2A-471B7BA1B861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83" creationId="{C3AA5FE2-7BC0-EB97-FA4F-57E77A2FDD9D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84" creationId="{306CA028-B14A-587E-4EF7-A89F122FF251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85" creationId="{3F27B660-A9AD-9256-CB0E-347B4C0852C8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86" creationId="{03208E48-7CCA-98F8-8E41-E3715304BDCD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87" creationId="{6991B3BC-4A89-DDCE-C8FD-97D5BB507754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88" creationId="{D69624F1-DFCF-54E2-BC58-C368DEA730F6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89" creationId="{323261E7-CDDB-617D-FECE-B73709E774B4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90" creationId="{83B4A15F-2BC2-2058-0B1D-5F64B8379F62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91" creationId="{184E9A30-D608-CFC4-5F41-A65CB1F0E833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92" creationId="{98DBB6F4-CB90-1E72-06F4-384EF953FCAB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95" creationId="{A5E62AC1-F95A-A83E-174A-A397B946C237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97" creationId="{28E288B3-53D6-8A2A-803F-C8356282A9BF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98" creationId="{C81BEB9E-CF32-2ACF-E8A3-AA25A2FB2C9E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399" creationId="{C1B97990-05A5-BF36-DBD7-1340E6C98B33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00" creationId="{F5307161-0FD4-14F9-1842-C3EBD81AE9D3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01" creationId="{8DC914CB-0832-A3CF-047C-C3B8FBEF08F5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02" creationId="{58B2823F-1DF1-440E-E51C-367025C98642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03" creationId="{72246508-EE04-19B8-021A-ECAE7D8DEF37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04" creationId="{ED8B2B80-4807-A468-6F32-E445928BCA65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05" creationId="{61BC8862-E098-E415-388E-EE379C1D8816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06" creationId="{196ACA54-197C-B826-3CC1-971A5CB97424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07" creationId="{287DCA10-5019-4DCB-8DA2-59E264A3B820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08" creationId="{E41E4E80-453A-8A5D-6353-555C76607188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09" creationId="{D0731246-6F49-C11F-7033-FF94E164163F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10" creationId="{4E9E5BF8-AB3D-412D-4A26-EE61F2CC1E7F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11" creationId="{0739ADA2-74FE-2ED7-C34A-FC8EBD443C72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12" creationId="{00CCE9A7-47BA-5162-7D86-9AE88D342E80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13" creationId="{E6302FE5-8F6D-64A0-2037-0C3DDAD7B97A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14" creationId="{63DB60AF-4A44-BE93-02D3-CDA77956B5F2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15" creationId="{70B25CBD-0AD5-C911-401B-02430C454B84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16" creationId="{9C5C2BC9-5BFD-82F2-35CF-D3FFDC415395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17" creationId="{088823C8-4E39-8301-6C6D-33A93FDA62E0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18" creationId="{8CAD96B3-3A98-4CC3-ADEB-47BB77C9B15D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19" creationId="{2B90694B-7872-6C95-2BAB-AC1DCEEF7005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20" creationId="{210CC45D-5604-4D04-C89D-B86E0A570384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21" creationId="{C82CF265-DA33-8D1F-4762-CC2CC75D8A25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23" creationId="{99CE0813-6063-A67E-7647-C75857B40B15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26" creationId="{27473D3D-5CBA-FFCC-A510-580B02810B68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27" creationId="{D7131933-AD5D-8CFF-B63D-0E6509EB9E54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28" creationId="{FFC6DFDC-4984-8529-7954-1785910C14A6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29" creationId="{B8B4F48A-3436-7F14-8C4C-43F4018C0A34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30" creationId="{B8B31EBE-2E61-337B-CD2E-380C5A025FA1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31" creationId="{FB3C06D2-82FB-01FA-6CA1-C4EAEBBBFEFE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32" creationId="{EC779CDC-A1E1-8742-E11A-16757BF614F6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33" creationId="{5397BEDC-79E4-9FEA-3E65-C6784C40D029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34" creationId="{45F1AB39-AF2F-3D95-3795-7E2E031C0D14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35" creationId="{33FC9C4B-9D49-8033-1270-83B23FF856BA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36" creationId="{16A191E5-596D-8688-8AC7-A20CD1449D7B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37" creationId="{0A59BAE6-4808-3DD0-F367-DA9A57162F70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38" creationId="{614357AC-CF7C-4228-7412-90695FD3FE68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39" creationId="{DE0BFCA0-DB16-CFCF-03F7-E991C282E291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40" creationId="{405458FA-1C25-5CCA-DD79-1892C76F8A79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41" creationId="{E0FBACF8-A12B-BBC6-43F0-A1E30F7EFC61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42" creationId="{FA4F217E-E590-4A91-0D06-B9A8F69B7715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43" creationId="{21ACC123-6B71-2407-BB17-8D021B0D5020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44" creationId="{0DEDF5A1-09C3-DEB0-4937-312D382CBBAC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45" creationId="{250BAE00-58AB-7BF9-17D0-DE1353AFB0D2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46" creationId="{165CF843-A82E-E00F-9BCF-957C7DA5A6D6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47" creationId="{CDEA8D85-DF7C-E166-5E76-62A19394AB9A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48" creationId="{418AB5B6-C1E1-01BB-495A-427B9A7DE8C5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49" creationId="{8CA5C493-3A67-0D50-635B-6F4DDA45FD50}"/>
          </ac:spMkLst>
        </pc:spChg>
        <pc:spChg chg="mod">
          <ac:chgData name="Fatima Pillosu" userId="a6295d4dc9e22643" providerId="LiveId" clId="{66066C20-3FEA-443E-BCC1-249F1D63570C}" dt="2024-07-25T13:19:45.898" v="160"/>
          <ac:spMkLst>
            <pc:docMk/>
            <pc:sldMk cId="43451586" sldId="256"/>
            <ac:spMk id="1452" creationId="{BBEADBAB-5154-8565-656C-A45C24A1C3C8}"/>
          </ac:spMkLst>
        </pc:spChg>
        <pc:spChg chg="mod">
          <ac:chgData name="Fatima Pillosu" userId="a6295d4dc9e22643" providerId="LiveId" clId="{66066C20-3FEA-443E-BCC1-249F1D63570C}" dt="2024-07-25T13:19:45.898" v="160"/>
          <ac:spMkLst>
            <pc:docMk/>
            <pc:sldMk cId="43451586" sldId="256"/>
            <ac:spMk id="1453" creationId="{1BF20FAB-CD88-398F-FB4A-57FFE637857C}"/>
          </ac:spMkLst>
        </pc:spChg>
        <pc:spChg chg="mod">
          <ac:chgData name="Fatima Pillosu" userId="a6295d4dc9e22643" providerId="LiveId" clId="{66066C20-3FEA-443E-BCC1-249F1D63570C}" dt="2024-07-25T13:19:45.898" v="160"/>
          <ac:spMkLst>
            <pc:docMk/>
            <pc:sldMk cId="43451586" sldId="256"/>
            <ac:spMk id="1454" creationId="{6EB0BBDF-CA95-91A2-D065-401457446A13}"/>
          </ac:spMkLst>
        </pc:spChg>
        <pc:spChg chg="mod">
          <ac:chgData name="Fatima Pillosu" userId="a6295d4dc9e22643" providerId="LiveId" clId="{66066C20-3FEA-443E-BCC1-249F1D63570C}" dt="2024-07-25T13:19:45.898" v="160"/>
          <ac:spMkLst>
            <pc:docMk/>
            <pc:sldMk cId="43451586" sldId="256"/>
            <ac:spMk id="1455" creationId="{136F1087-720E-0013-969A-3BE7BB10C390}"/>
          </ac:spMkLst>
        </pc:spChg>
        <pc:spChg chg="mod">
          <ac:chgData name="Fatima Pillosu" userId="a6295d4dc9e22643" providerId="LiveId" clId="{66066C20-3FEA-443E-BCC1-249F1D63570C}" dt="2024-07-25T13:19:45.898" v="160"/>
          <ac:spMkLst>
            <pc:docMk/>
            <pc:sldMk cId="43451586" sldId="256"/>
            <ac:spMk id="1456" creationId="{5A2BB48C-A00B-6BF3-53C7-CC1F2D2759A0}"/>
          </ac:spMkLst>
        </pc:spChg>
        <pc:spChg chg="mod">
          <ac:chgData name="Fatima Pillosu" userId="a6295d4dc9e22643" providerId="LiveId" clId="{66066C20-3FEA-443E-BCC1-249F1D63570C}" dt="2024-07-25T13:19:45.898" v="160"/>
          <ac:spMkLst>
            <pc:docMk/>
            <pc:sldMk cId="43451586" sldId="256"/>
            <ac:spMk id="1457" creationId="{2929BFC0-8364-79B7-D764-2D055643D818}"/>
          </ac:spMkLst>
        </pc:spChg>
        <pc:spChg chg="mod">
          <ac:chgData name="Fatima Pillosu" userId="a6295d4dc9e22643" providerId="LiveId" clId="{66066C20-3FEA-443E-BCC1-249F1D63570C}" dt="2024-07-25T13:19:45.898" v="160"/>
          <ac:spMkLst>
            <pc:docMk/>
            <pc:sldMk cId="43451586" sldId="256"/>
            <ac:spMk id="1458" creationId="{3431C309-682E-6AED-7D6A-2BBCC0C79FFA}"/>
          </ac:spMkLst>
        </pc:spChg>
        <pc:spChg chg="mod">
          <ac:chgData name="Fatima Pillosu" userId="a6295d4dc9e22643" providerId="LiveId" clId="{66066C20-3FEA-443E-BCC1-249F1D63570C}" dt="2024-07-25T13:19:45.898" v="160"/>
          <ac:spMkLst>
            <pc:docMk/>
            <pc:sldMk cId="43451586" sldId="256"/>
            <ac:spMk id="1459" creationId="{769F68CC-3454-3C3B-1D00-A0AACABE4BDD}"/>
          </ac:spMkLst>
        </pc:spChg>
        <pc:spChg chg="mod">
          <ac:chgData name="Fatima Pillosu" userId="a6295d4dc9e22643" providerId="LiveId" clId="{66066C20-3FEA-443E-BCC1-249F1D63570C}" dt="2024-07-25T13:19:45.898" v="160"/>
          <ac:spMkLst>
            <pc:docMk/>
            <pc:sldMk cId="43451586" sldId="256"/>
            <ac:spMk id="1460" creationId="{670C733F-3684-EEC1-5B24-3E89AE3FFA15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61" creationId="{06EB1845-5312-B21D-DF3E-3F9DDA1A6666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65" creationId="{23429C4C-8E68-9AA8-0465-FA12F88BDC80}"/>
          </ac:spMkLst>
        </pc:spChg>
        <pc:spChg chg="add mod">
          <ac:chgData name="Fatima Pillosu" userId="a6295d4dc9e22643" providerId="LiveId" clId="{66066C20-3FEA-443E-BCC1-249F1D63570C}" dt="2024-07-25T13:19:52.113" v="162" actId="1036"/>
          <ac:spMkLst>
            <pc:docMk/>
            <pc:sldMk cId="43451586" sldId="256"/>
            <ac:spMk id="1466" creationId="{B8BC81AA-8780-825F-72AA-21051D0A97C1}"/>
          </ac:spMkLst>
        </pc:spChg>
        <pc:grpChg chg="del">
          <ac:chgData name="Fatima Pillosu" userId="a6295d4dc9e22643" providerId="LiveId" clId="{66066C20-3FEA-443E-BCC1-249F1D63570C}" dt="2024-07-25T13:13:30.839" v="0" actId="21"/>
          <ac:grpSpMkLst>
            <pc:docMk/>
            <pc:sldMk cId="43451586" sldId="256"/>
            <ac:grpSpMk id="798" creationId="{A0618D8A-7DD9-D8EE-92C1-11FF3BD941D5}"/>
          </ac:grpSpMkLst>
        </pc:grpChg>
        <pc:grpChg chg="add del mod">
          <ac:chgData name="Fatima Pillosu" userId="a6295d4dc9e22643" providerId="LiveId" clId="{66066C20-3FEA-443E-BCC1-249F1D63570C}" dt="2024-07-25T13:17:44.262" v="148" actId="21"/>
          <ac:grpSpMkLst>
            <pc:docMk/>
            <pc:sldMk cId="43451586" sldId="256"/>
            <ac:grpSpMk id="813" creationId="{A0618D8A-7DD9-D8EE-92C1-11FF3BD941D5}"/>
          </ac:grpSpMkLst>
        </pc:grpChg>
        <pc:grpChg chg="add mod">
          <ac:chgData name="Fatima Pillosu" userId="a6295d4dc9e22643" providerId="LiveId" clId="{66066C20-3FEA-443E-BCC1-249F1D63570C}" dt="2024-07-25T13:17:56.755" v="149"/>
          <ac:grpSpMkLst>
            <pc:docMk/>
            <pc:sldMk cId="43451586" sldId="256"/>
            <ac:grpSpMk id="941" creationId="{A0618D8A-7DD9-D8EE-92C1-11FF3BD941D5}"/>
          </ac:grpSpMkLst>
        </pc:grpChg>
        <pc:grpChg chg="add del mod">
          <ac:chgData name="Fatima Pillosu" userId="a6295d4dc9e22643" providerId="LiveId" clId="{66066C20-3FEA-443E-BCC1-249F1D63570C}" dt="2024-07-25T13:18:43.787" v="155" actId="21"/>
          <ac:grpSpMkLst>
            <pc:docMk/>
            <pc:sldMk cId="43451586" sldId="256"/>
            <ac:grpSpMk id="1068" creationId="{F6242983-CDD2-F949-6907-431DB5EDAE8E}"/>
          </ac:grpSpMkLst>
        </pc:grpChg>
        <pc:grpChg chg="add del mod">
          <ac:chgData name="Fatima Pillosu" userId="a6295d4dc9e22643" providerId="LiveId" clId="{66066C20-3FEA-443E-BCC1-249F1D63570C}" dt="2024-07-25T13:19:03.370" v="157" actId="21"/>
          <ac:grpSpMkLst>
            <pc:docMk/>
            <pc:sldMk cId="43451586" sldId="256"/>
            <ac:grpSpMk id="1196" creationId="{F6242983-CDD2-F949-6907-431DB5EDAE8E}"/>
          </ac:grpSpMkLst>
        </pc:grpChg>
        <pc:grpChg chg="add del mod">
          <ac:chgData name="Fatima Pillosu" userId="a6295d4dc9e22643" providerId="LiveId" clId="{66066C20-3FEA-443E-BCC1-249F1D63570C}" dt="2024-07-25T13:19:21.434" v="159" actId="21"/>
          <ac:grpSpMkLst>
            <pc:docMk/>
            <pc:sldMk cId="43451586" sldId="256"/>
            <ac:grpSpMk id="1323" creationId="{F6242983-CDD2-F949-6907-431DB5EDAE8E}"/>
          </ac:grpSpMkLst>
        </pc:grpChg>
        <pc:grpChg chg="add mod">
          <ac:chgData name="Fatima Pillosu" userId="a6295d4dc9e22643" providerId="LiveId" clId="{66066C20-3FEA-443E-BCC1-249F1D63570C}" dt="2024-07-25T13:19:52.113" v="162" actId="1036"/>
          <ac:grpSpMkLst>
            <pc:docMk/>
            <pc:sldMk cId="43451586" sldId="256"/>
            <ac:grpSpMk id="1450" creationId="{F6242983-CDD2-F949-6907-431DB5EDAE8E}"/>
          </ac:grpSpMkLst>
        </pc:grpChg>
        <pc:picChg chg="add del mod">
          <ac:chgData name="Fatima Pillosu" userId="a6295d4dc9e22643" providerId="LiveId" clId="{66066C20-3FEA-443E-BCC1-249F1D63570C}" dt="2024-07-25T13:17:44.262" v="148" actId="21"/>
          <ac:picMkLst>
            <pc:docMk/>
            <pc:sldMk cId="43451586" sldId="256"/>
            <ac:picMk id="2" creationId="{B9A4A0B2-7CE8-807A-7D42-59FD74AC158E}"/>
          </ac:picMkLst>
        </pc:picChg>
        <pc:picChg chg="add del mod">
          <ac:chgData name="Fatima Pillosu" userId="a6295d4dc9e22643" providerId="LiveId" clId="{66066C20-3FEA-443E-BCC1-249F1D63570C}" dt="2024-07-25T13:17:44.262" v="148" actId="21"/>
          <ac:picMkLst>
            <pc:docMk/>
            <pc:sldMk cId="43451586" sldId="256"/>
            <ac:picMk id="3" creationId="{73CAFFB5-7EFE-E980-95EF-9FAD04069007}"/>
          </ac:picMkLst>
        </pc:picChg>
        <pc:picChg chg="add del mod">
          <ac:chgData name="Fatima Pillosu" userId="a6295d4dc9e22643" providerId="LiveId" clId="{66066C20-3FEA-443E-BCC1-249F1D63570C}" dt="2024-07-25T13:17:44.262" v="148" actId="21"/>
          <ac:picMkLst>
            <pc:docMk/>
            <pc:sldMk cId="43451586" sldId="256"/>
            <ac:picMk id="5" creationId="{F62342E9-CC25-8393-C713-DA59C3D90811}"/>
          </ac:picMkLst>
        </pc:picChg>
        <pc:picChg chg="del">
          <ac:chgData name="Fatima Pillosu" userId="a6295d4dc9e22643" providerId="LiveId" clId="{66066C20-3FEA-443E-BCC1-249F1D63570C}" dt="2024-07-25T13:13:30.839" v="0" actId="21"/>
          <ac:picMkLst>
            <pc:docMk/>
            <pc:sldMk cId="43451586" sldId="256"/>
            <ac:picMk id="25" creationId="{B9A4A0B2-7CE8-807A-7D42-59FD74AC158E}"/>
          </ac:picMkLst>
        </pc:picChg>
        <pc:picChg chg="del">
          <ac:chgData name="Fatima Pillosu" userId="a6295d4dc9e22643" providerId="LiveId" clId="{66066C20-3FEA-443E-BCC1-249F1D63570C}" dt="2024-07-25T13:13:30.839" v="0" actId="21"/>
          <ac:picMkLst>
            <pc:docMk/>
            <pc:sldMk cId="43451586" sldId="256"/>
            <ac:picMk id="27" creationId="{95B25774-144F-ED37-0F77-4BD1F3D23CF5}"/>
          </ac:picMkLst>
        </pc:picChg>
        <pc:picChg chg="add del mod">
          <ac:chgData name="Fatima Pillosu" userId="a6295d4dc9e22643" providerId="LiveId" clId="{66066C20-3FEA-443E-BCC1-249F1D63570C}" dt="2024-07-25T13:17:44.262" v="148" actId="21"/>
          <ac:picMkLst>
            <pc:docMk/>
            <pc:sldMk cId="43451586" sldId="256"/>
            <ac:picMk id="63" creationId="{259E5FA4-D93C-D567-F4CC-11FAF951FD8F}"/>
          </ac:picMkLst>
        </pc:picChg>
        <pc:picChg chg="add del mod">
          <ac:chgData name="Fatima Pillosu" userId="a6295d4dc9e22643" providerId="LiveId" clId="{66066C20-3FEA-443E-BCC1-249F1D63570C}" dt="2024-07-25T13:17:44.262" v="148" actId="21"/>
          <ac:picMkLst>
            <pc:docMk/>
            <pc:sldMk cId="43451586" sldId="256"/>
            <ac:picMk id="665" creationId="{95637F64-7F7A-8E2F-2912-CFA21DBA6F6D}"/>
          </ac:picMkLst>
        </pc:picChg>
        <pc:picChg chg="del">
          <ac:chgData name="Fatima Pillosu" userId="a6295d4dc9e22643" providerId="LiveId" clId="{66066C20-3FEA-443E-BCC1-249F1D63570C}" dt="2024-07-25T13:13:30.839" v="0" actId="21"/>
          <ac:picMkLst>
            <pc:docMk/>
            <pc:sldMk cId="43451586" sldId="256"/>
            <ac:picMk id="688" creationId="{73CAFFB5-7EFE-E980-95EF-9FAD04069007}"/>
          </ac:picMkLst>
        </pc:picChg>
        <pc:picChg chg="del">
          <ac:chgData name="Fatima Pillosu" userId="a6295d4dc9e22643" providerId="LiveId" clId="{66066C20-3FEA-443E-BCC1-249F1D63570C}" dt="2024-07-25T13:13:30.839" v="0" actId="21"/>
          <ac:picMkLst>
            <pc:docMk/>
            <pc:sldMk cId="43451586" sldId="256"/>
            <ac:picMk id="689" creationId="{F62342E9-CC25-8393-C713-DA59C3D90811}"/>
          </ac:picMkLst>
        </pc:picChg>
        <pc:picChg chg="del">
          <ac:chgData name="Fatima Pillosu" userId="a6295d4dc9e22643" providerId="LiveId" clId="{66066C20-3FEA-443E-BCC1-249F1D63570C}" dt="2024-07-25T13:13:30.839" v="0" actId="21"/>
          <ac:picMkLst>
            <pc:docMk/>
            <pc:sldMk cId="43451586" sldId="256"/>
            <ac:picMk id="744" creationId="{259E5FA4-D93C-D567-F4CC-11FAF951FD8F}"/>
          </ac:picMkLst>
        </pc:picChg>
        <pc:picChg chg="del">
          <ac:chgData name="Fatima Pillosu" userId="a6295d4dc9e22643" providerId="LiveId" clId="{66066C20-3FEA-443E-BCC1-249F1D63570C}" dt="2024-07-25T13:13:30.839" v="0" actId="21"/>
          <ac:picMkLst>
            <pc:docMk/>
            <pc:sldMk cId="43451586" sldId="256"/>
            <ac:picMk id="770" creationId="{95637F64-7F7A-8E2F-2912-CFA21DBA6F6D}"/>
          </ac:picMkLst>
        </pc:picChg>
        <pc:picChg chg="mod">
          <ac:chgData name="Fatima Pillosu" userId="a6295d4dc9e22643" providerId="LiveId" clId="{66066C20-3FEA-443E-BCC1-249F1D63570C}" dt="2024-07-25T13:13:43.042" v="1"/>
          <ac:picMkLst>
            <pc:docMk/>
            <pc:sldMk cId="43451586" sldId="256"/>
            <ac:picMk id="814" creationId="{57CEB5DD-105C-1520-0B60-0C5B46232D16}"/>
          </ac:picMkLst>
        </pc:picChg>
        <pc:picChg chg="add del mod">
          <ac:chgData name="Fatima Pillosu" userId="a6295d4dc9e22643" providerId="LiveId" clId="{66066C20-3FEA-443E-BCC1-249F1D63570C}" dt="2024-07-25T13:17:44.262" v="148" actId="21"/>
          <ac:picMkLst>
            <pc:docMk/>
            <pc:sldMk cId="43451586" sldId="256"/>
            <ac:picMk id="827" creationId="{95B25774-144F-ED37-0F77-4BD1F3D23CF5}"/>
          </ac:picMkLst>
        </pc:picChg>
        <pc:picChg chg="add mod">
          <ac:chgData name="Fatima Pillosu" userId="a6295d4dc9e22643" providerId="LiveId" clId="{66066C20-3FEA-443E-BCC1-249F1D63570C}" dt="2024-07-25T13:17:56.755" v="149"/>
          <ac:picMkLst>
            <pc:docMk/>
            <pc:sldMk cId="43451586" sldId="256"/>
            <ac:picMk id="831" creationId="{B9A4A0B2-7CE8-807A-7D42-59FD74AC158E}"/>
          </ac:picMkLst>
        </pc:picChg>
        <pc:picChg chg="add mod">
          <ac:chgData name="Fatima Pillosu" userId="a6295d4dc9e22643" providerId="LiveId" clId="{66066C20-3FEA-443E-BCC1-249F1D63570C}" dt="2024-07-25T13:17:56.755" v="149"/>
          <ac:picMkLst>
            <pc:docMk/>
            <pc:sldMk cId="43451586" sldId="256"/>
            <ac:picMk id="832" creationId="{73CAFFB5-7EFE-E980-95EF-9FAD04069007}"/>
          </ac:picMkLst>
        </pc:picChg>
        <pc:picChg chg="add mod">
          <ac:chgData name="Fatima Pillosu" userId="a6295d4dc9e22643" providerId="LiveId" clId="{66066C20-3FEA-443E-BCC1-249F1D63570C}" dt="2024-07-25T13:17:56.755" v="149"/>
          <ac:picMkLst>
            <pc:docMk/>
            <pc:sldMk cId="43451586" sldId="256"/>
            <ac:picMk id="833" creationId="{F62342E9-CC25-8393-C713-DA59C3D90811}"/>
          </ac:picMkLst>
        </pc:picChg>
        <pc:picChg chg="add mod">
          <ac:chgData name="Fatima Pillosu" userId="a6295d4dc9e22643" providerId="LiveId" clId="{66066C20-3FEA-443E-BCC1-249F1D63570C}" dt="2024-07-25T13:17:56.755" v="149"/>
          <ac:picMkLst>
            <pc:docMk/>
            <pc:sldMk cId="43451586" sldId="256"/>
            <ac:picMk id="887" creationId="{259E5FA4-D93C-D567-F4CC-11FAF951FD8F}"/>
          </ac:picMkLst>
        </pc:picChg>
        <pc:picChg chg="add mod">
          <ac:chgData name="Fatima Pillosu" userId="a6295d4dc9e22643" providerId="LiveId" clId="{66066C20-3FEA-443E-BCC1-249F1D63570C}" dt="2024-07-25T13:17:56.755" v="149"/>
          <ac:picMkLst>
            <pc:docMk/>
            <pc:sldMk cId="43451586" sldId="256"/>
            <ac:picMk id="913" creationId="{95637F64-7F7A-8E2F-2912-CFA21DBA6F6D}"/>
          </ac:picMkLst>
        </pc:picChg>
        <pc:picChg chg="mod">
          <ac:chgData name="Fatima Pillosu" userId="a6295d4dc9e22643" providerId="LiveId" clId="{66066C20-3FEA-443E-BCC1-249F1D63570C}" dt="2024-07-25T13:17:56.755" v="149"/>
          <ac:picMkLst>
            <pc:docMk/>
            <pc:sldMk cId="43451586" sldId="256"/>
            <ac:picMk id="942" creationId="{57CEB5DD-105C-1520-0B60-0C5B46232D16}"/>
          </ac:picMkLst>
        </pc:picChg>
        <pc:picChg chg="add mod">
          <ac:chgData name="Fatima Pillosu" userId="a6295d4dc9e22643" providerId="LiveId" clId="{66066C20-3FEA-443E-BCC1-249F1D63570C}" dt="2024-07-25T13:17:56.755" v="149"/>
          <ac:picMkLst>
            <pc:docMk/>
            <pc:sldMk cId="43451586" sldId="256"/>
            <ac:picMk id="955" creationId="{95B25774-144F-ED37-0F77-4BD1F3D23CF5}"/>
          </ac:picMkLst>
        </pc:picChg>
        <pc:picChg chg="add del mod">
          <ac:chgData name="Fatima Pillosu" userId="a6295d4dc9e22643" providerId="LiveId" clId="{66066C20-3FEA-443E-BCC1-249F1D63570C}" dt="2024-07-25T13:18:43.787" v="155" actId="21"/>
          <ac:picMkLst>
            <pc:docMk/>
            <pc:sldMk cId="43451586" sldId="256"/>
            <ac:picMk id="958" creationId="{0F3578BC-7710-AB6B-F28B-7B49C283CE58}"/>
          </ac:picMkLst>
        </pc:picChg>
        <pc:picChg chg="add del mod">
          <ac:chgData name="Fatima Pillosu" userId="a6295d4dc9e22643" providerId="LiveId" clId="{66066C20-3FEA-443E-BCC1-249F1D63570C}" dt="2024-07-25T13:18:43.787" v="155" actId="21"/>
          <ac:picMkLst>
            <pc:docMk/>
            <pc:sldMk cId="43451586" sldId="256"/>
            <ac:picMk id="959" creationId="{8EE4491B-7654-8960-05AF-20FE6A197A39}"/>
          </ac:picMkLst>
        </pc:picChg>
        <pc:picChg chg="add del mod">
          <ac:chgData name="Fatima Pillosu" userId="a6295d4dc9e22643" providerId="LiveId" clId="{66066C20-3FEA-443E-BCC1-249F1D63570C}" dt="2024-07-25T13:18:43.787" v="155" actId="21"/>
          <ac:picMkLst>
            <pc:docMk/>
            <pc:sldMk cId="43451586" sldId="256"/>
            <ac:picMk id="960" creationId="{98E790EA-0040-310C-474C-5A547AC3F814}"/>
          </ac:picMkLst>
        </pc:picChg>
        <pc:picChg chg="add del mod">
          <ac:chgData name="Fatima Pillosu" userId="a6295d4dc9e22643" providerId="LiveId" clId="{66066C20-3FEA-443E-BCC1-249F1D63570C}" dt="2024-07-25T13:18:43.787" v="155" actId="21"/>
          <ac:picMkLst>
            <pc:docMk/>
            <pc:sldMk cId="43451586" sldId="256"/>
            <ac:picMk id="1014" creationId="{D96E7EE9-C790-BA49-E8E1-4DFB80A39E5E}"/>
          </ac:picMkLst>
        </pc:picChg>
        <pc:picChg chg="add del mod">
          <ac:chgData name="Fatima Pillosu" userId="a6295d4dc9e22643" providerId="LiveId" clId="{66066C20-3FEA-443E-BCC1-249F1D63570C}" dt="2024-07-25T13:18:43.787" v="155" actId="21"/>
          <ac:picMkLst>
            <pc:docMk/>
            <pc:sldMk cId="43451586" sldId="256"/>
            <ac:picMk id="1040" creationId="{55038BFD-A9CA-6828-3917-3A2A14D9249E}"/>
          </ac:picMkLst>
        </pc:picChg>
        <pc:picChg chg="mod">
          <ac:chgData name="Fatima Pillosu" userId="a6295d4dc9e22643" providerId="LiveId" clId="{66066C20-3FEA-443E-BCC1-249F1D63570C}" dt="2024-07-25T13:18:18.334" v="150"/>
          <ac:picMkLst>
            <pc:docMk/>
            <pc:sldMk cId="43451586" sldId="256"/>
            <ac:picMk id="1069" creationId="{725294B6-1D3A-3D47-BB27-E307953888A0}"/>
          </ac:picMkLst>
        </pc:picChg>
        <pc:picChg chg="add del mod">
          <ac:chgData name="Fatima Pillosu" userId="a6295d4dc9e22643" providerId="LiveId" clId="{66066C20-3FEA-443E-BCC1-249F1D63570C}" dt="2024-07-25T13:18:43.787" v="155" actId="21"/>
          <ac:picMkLst>
            <pc:docMk/>
            <pc:sldMk cId="43451586" sldId="256"/>
            <ac:picMk id="1082" creationId="{CA88E55D-52DB-40EF-9ACC-F5F61E228B3D}"/>
          </ac:picMkLst>
        </pc:picChg>
        <pc:picChg chg="add del mod">
          <ac:chgData name="Fatima Pillosu" userId="a6295d4dc9e22643" providerId="LiveId" clId="{66066C20-3FEA-443E-BCC1-249F1D63570C}" dt="2024-07-25T13:19:03.370" v="157" actId="21"/>
          <ac:picMkLst>
            <pc:docMk/>
            <pc:sldMk cId="43451586" sldId="256"/>
            <ac:picMk id="1086" creationId="{0F3578BC-7710-AB6B-F28B-7B49C283CE58}"/>
          </ac:picMkLst>
        </pc:picChg>
        <pc:picChg chg="add del mod">
          <ac:chgData name="Fatima Pillosu" userId="a6295d4dc9e22643" providerId="LiveId" clId="{66066C20-3FEA-443E-BCC1-249F1D63570C}" dt="2024-07-25T13:19:03.370" v="157" actId="21"/>
          <ac:picMkLst>
            <pc:docMk/>
            <pc:sldMk cId="43451586" sldId="256"/>
            <ac:picMk id="1087" creationId="{8EE4491B-7654-8960-05AF-20FE6A197A39}"/>
          </ac:picMkLst>
        </pc:picChg>
        <pc:picChg chg="add del mod">
          <ac:chgData name="Fatima Pillosu" userId="a6295d4dc9e22643" providerId="LiveId" clId="{66066C20-3FEA-443E-BCC1-249F1D63570C}" dt="2024-07-25T13:19:03.370" v="157" actId="21"/>
          <ac:picMkLst>
            <pc:docMk/>
            <pc:sldMk cId="43451586" sldId="256"/>
            <ac:picMk id="1088" creationId="{98E790EA-0040-310C-474C-5A547AC3F814}"/>
          </ac:picMkLst>
        </pc:picChg>
        <pc:picChg chg="add del mod">
          <ac:chgData name="Fatima Pillosu" userId="a6295d4dc9e22643" providerId="LiveId" clId="{66066C20-3FEA-443E-BCC1-249F1D63570C}" dt="2024-07-25T13:19:03.370" v="157" actId="21"/>
          <ac:picMkLst>
            <pc:docMk/>
            <pc:sldMk cId="43451586" sldId="256"/>
            <ac:picMk id="1142" creationId="{D96E7EE9-C790-BA49-E8E1-4DFB80A39E5E}"/>
          </ac:picMkLst>
        </pc:picChg>
        <pc:picChg chg="add del mod">
          <ac:chgData name="Fatima Pillosu" userId="a6295d4dc9e22643" providerId="LiveId" clId="{66066C20-3FEA-443E-BCC1-249F1D63570C}" dt="2024-07-25T13:19:03.370" v="157" actId="21"/>
          <ac:picMkLst>
            <pc:docMk/>
            <pc:sldMk cId="43451586" sldId="256"/>
            <ac:picMk id="1168" creationId="{55038BFD-A9CA-6828-3917-3A2A14D9249E}"/>
          </ac:picMkLst>
        </pc:picChg>
        <pc:picChg chg="mod">
          <ac:chgData name="Fatima Pillosu" userId="a6295d4dc9e22643" providerId="LiveId" clId="{66066C20-3FEA-443E-BCC1-249F1D63570C}" dt="2024-07-25T13:19:00.269" v="156"/>
          <ac:picMkLst>
            <pc:docMk/>
            <pc:sldMk cId="43451586" sldId="256"/>
            <ac:picMk id="1197" creationId="{725294B6-1D3A-3D47-BB27-E307953888A0}"/>
          </ac:picMkLst>
        </pc:picChg>
        <pc:picChg chg="add del mod">
          <ac:chgData name="Fatima Pillosu" userId="a6295d4dc9e22643" providerId="LiveId" clId="{66066C20-3FEA-443E-BCC1-249F1D63570C}" dt="2024-07-25T13:19:03.370" v="157" actId="21"/>
          <ac:picMkLst>
            <pc:docMk/>
            <pc:sldMk cId="43451586" sldId="256"/>
            <ac:picMk id="1210" creationId="{CA88E55D-52DB-40EF-9ACC-F5F61E228B3D}"/>
          </ac:picMkLst>
        </pc:picChg>
        <pc:picChg chg="add del mod">
          <ac:chgData name="Fatima Pillosu" userId="a6295d4dc9e22643" providerId="LiveId" clId="{66066C20-3FEA-443E-BCC1-249F1D63570C}" dt="2024-07-25T13:19:21.434" v="159" actId="21"/>
          <ac:picMkLst>
            <pc:docMk/>
            <pc:sldMk cId="43451586" sldId="256"/>
            <ac:picMk id="1213" creationId="{0F3578BC-7710-AB6B-F28B-7B49C283CE58}"/>
          </ac:picMkLst>
        </pc:picChg>
        <pc:picChg chg="add del mod">
          <ac:chgData name="Fatima Pillosu" userId="a6295d4dc9e22643" providerId="LiveId" clId="{66066C20-3FEA-443E-BCC1-249F1D63570C}" dt="2024-07-25T13:19:21.434" v="159" actId="21"/>
          <ac:picMkLst>
            <pc:docMk/>
            <pc:sldMk cId="43451586" sldId="256"/>
            <ac:picMk id="1214" creationId="{8EE4491B-7654-8960-05AF-20FE6A197A39}"/>
          </ac:picMkLst>
        </pc:picChg>
        <pc:picChg chg="add del mod">
          <ac:chgData name="Fatima Pillosu" userId="a6295d4dc9e22643" providerId="LiveId" clId="{66066C20-3FEA-443E-BCC1-249F1D63570C}" dt="2024-07-25T13:19:21.434" v="159" actId="21"/>
          <ac:picMkLst>
            <pc:docMk/>
            <pc:sldMk cId="43451586" sldId="256"/>
            <ac:picMk id="1215" creationId="{98E790EA-0040-310C-474C-5A547AC3F814}"/>
          </ac:picMkLst>
        </pc:picChg>
        <pc:picChg chg="add del mod">
          <ac:chgData name="Fatima Pillosu" userId="a6295d4dc9e22643" providerId="LiveId" clId="{66066C20-3FEA-443E-BCC1-249F1D63570C}" dt="2024-07-25T13:19:21.434" v="159" actId="21"/>
          <ac:picMkLst>
            <pc:docMk/>
            <pc:sldMk cId="43451586" sldId="256"/>
            <ac:picMk id="1269" creationId="{D96E7EE9-C790-BA49-E8E1-4DFB80A39E5E}"/>
          </ac:picMkLst>
        </pc:picChg>
        <pc:picChg chg="add del mod">
          <ac:chgData name="Fatima Pillosu" userId="a6295d4dc9e22643" providerId="LiveId" clId="{66066C20-3FEA-443E-BCC1-249F1D63570C}" dt="2024-07-25T13:19:21.434" v="159" actId="21"/>
          <ac:picMkLst>
            <pc:docMk/>
            <pc:sldMk cId="43451586" sldId="256"/>
            <ac:picMk id="1295" creationId="{55038BFD-A9CA-6828-3917-3A2A14D9249E}"/>
          </ac:picMkLst>
        </pc:picChg>
        <pc:picChg chg="mod">
          <ac:chgData name="Fatima Pillosu" userId="a6295d4dc9e22643" providerId="LiveId" clId="{66066C20-3FEA-443E-BCC1-249F1D63570C}" dt="2024-07-25T13:19:14.211" v="158"/>
          <ac:picMkLst>
            <pc:docMk/>
            <pc:sldMk cId="43451586" sldId="256"/>
            <ac:picMk id="1324" creationId="{725294B6-1D3A-3D47-BB27-E307953888A0}"/>
          </ac:picMkLst>
        </pc:picChg>
        <pc:picChg chg="add del mod">
          <ac:chgData name="Fatima Pillosu" userId="a6295d4dc9e22643" providerId="LiveId" clId="{66066C20-3FEA-443E-BCC1-249F1D63570C}" dt="2024-07-25T13:19:21.434" v="159" actId="21"/>
          <ac:picMkLst>
            <pc:docMk/>
            <pc:sldMk cId="43451586" sldId="256"/>
            <ac:picMk id="1337" creationId="{CA88E55D-52DB-40EF-9ACC-F5F61E228B3D}"/>
          </ac:picMkLst>
        </pc:picChg>
        <pc:picChg chg="add mod">
          <ac:chgData name="Fatima Pillosu" userId="a6295d4dc9e22643" providerId="LiveId" clId="{66066C20-3FEA-443E-BCC1-249F1D63570C}" dt="2024-07-25T13:19:52.113" v="162" actId="1036"/>
          <ac:picMkLst>
            <pc:docMk/>
            <pc:sldMk cId="43451586" sldId="256"/>
            <ac:picMk id="1340" creationId="{0F3578BC-7710-AB6B-F28B-7B49C283CE58}"/>
          </ac:picMkLst>
        </pc:picChg>
        <pc:picChg chg="add mod">
          <ac:chgData name="Fatima Pillosu" userId="a6295d4dc9e22643" providerId="LiveId" clId="{66066C20-3FEA-443E-BCC1-249F1D63570C}" dt="2024-07-25T13:19:52.113" v="162" actId="1036"/>
          <ac:picMkLst>
            <pc:docMk/>
            <pc:sldMk cId="43451586" sldId="256"/>
            <ac:picMk id="1341" creationId="{8EE4491B-7654-8960-05AF-20FE6A197A39}"/>
          </ac:picMkLst>
        </pc:picChg>
        <pc:picChg chg="add mod">
          <ac:chgData name="Fatima Pillosu" userId="a6295d4dc9e22643" providerId="LiveId" clId="{66066C20-3FEA-443E-BCC1-249F1D63570C}" dt="2024-07-25T13:19:52.113" v="162" actId="1036"/>
          <ac:picMkLst>
            <pc:docMk/>
            <pc:sldMk cId="43451586" sldId="256"/>
            <ac:picMk id="1342" creationId="{98E790EA-0040-310C-474C-5A547AC3F814}"/>
          </ac:picMkLst>
        </pc:picChg>
        <pc:picChg chg="add mod">
          <ac:chgData name="Fatima Pillosu" userId="a6295d4dc9e22643" providerId="LiveId" clId="{66066C20-3FEA-443E-BCC1-249F1D63570C}" dt="2024-07-25T13:19:52.113" v="162" actId="1036"/>
          <ac:picMkLst>
            <pc:docMk/>
            <pc:sldMk cId="43451586" sldId="256"/>
            <ac:picMk id="1396" creationId="{D96E7EE9-C790-BA49-E8E1-4DFB80A39E5E}"/>
          </ac:picMkLst>
        </pc:picChg>
        <pc:picChg chg="add mod">
          <ac:chgData name="Fatima Pillosu" userId="a6295d4dc9e22643" providerId="LiveId" clId="{66066C20-3FEA-443E-BCC1-249F1D63570C}" dt="2024-07-25T13:19:52.113" v="162" actId="1036"/>
          <ac:picMkLst>
            <pc:docMk/>
            <pc:sldMk cId="43451586" sldId="256"/>
            <ac:picMk id="1422" creationId="{55038BFD-A9CA-6828-3917-3A2A14D9249E}"/>
          </ac:picMkLst>
        </pc:picChg>
        <pc:picChg chg="mod">
          <ac:chgData name="Fatima Pillosu" userId="a6295d4dc9e22643" providerId="LiveId" clId="{66066C20-3FEA-443E-BCC1-249F1D63570C}" dt="2024-07-25T13:19:45.898" v="160"/>
          <ac:picMkLst>
            <pc:docMk/>
            <pc:sldMk cId="43451586" sldId="256"/>
            <ac:picMk id="1451" creationId="{725294B6-1D3A-3D47-BB27-E307953888A0}"/>
          </ac:picMkLst>
        </pc:picChg>
        <pc:picChg chg="add mod">
          <ac:chgData name="Fatima Pillosu" userId="a6295d4dc9e22643" providerId="LiveId" clId="{66066C20-3FEA-443E-BCC1-249F1D63570C}" dt="2024-07-25T13:19:52.113" v="162" actId="1036"/>
          <ac:picMkLst>
            <pc:docMk/>
            <pc:sldMk cId="43451586" sldId="256"/>
            <ac:picMk id="1464" creationId="{CA88E55D-52DB-40EF-9ACC-F5F61E228B3D}"/>
          </ac:picMkLst>
        </pc:picChg>
        <pc:cxnChg chg="del mod">
          <ac:chgData name="Fatima Pillosu" userId="a6295d4dc9e22643" providerId="LiveId" clId="{66066C20-3FEA-443E-BCC1-249F1D63570C}" dt="2024-07-25T13:13:30.839" v="0" actId="21"/>
          <ac:cxnSpMkLst>
            <pc:docMk/>
            <pc:sldMk cId="43451586" sldId="256"/>
            <ac:cxnSpMk id="6" creationId="{C9FEFF1C-BA4E-8DE0-D135-1B87734177E8}"/>
          </ac:cxnSpMkLst>
        </pc:cxnChg>
        <pc:cxnChg chg="del mod">
          <ac:chgData name="Fatima Pillosu" userId="a6295d4dc9e22643" providerId="LiveId" clId="{66066C20-3FEA-443E-BCC1-249F1D63570C}" dt="2024-07-25T13:13:30.839" v="0" actId="21"/>
          <ac:cxnSpMkLst>
            <pc:docMk/>
            <pc:sldMk cId="43451586" sldId="256"/>
            <ac:cxnSpMk id="7" creationId="{5E06CAD1-ACBF-2EB4-126A-7FB8DE3FAD1F}"/>
          </ac:cxnSpMkLst>
        </pc:cxnChg>
        <pc:cxnChg chg="add del mod">
          <ac:chgData name="Fatima Pillosu" userId="a6295d4dc9e22643" providerId="LiveId" clId="{66066C20-3FEA-443E-BCC1-249F1D63570C}" dt="2024-07-25T13:17:44.262" v="148" actId="21"/>
          <ac:cxnSpMkLst>
            <pc:docMk/>
            <pc:sldMk cId="43451586" sldId="256"/>
            <ac:cxnSpMk id="60" creationId="{96F38F1E-27F4-5D15-9110-F41E8C5D158C}"/>
          </ac:cxnSpMkLst>
        </pc:cxnChg>
        <pc:cxnChg chg="add del mod">
          <ac:chgData name="Fatima Pillosu" userId="a6295d4dc9e22643" providerId="LiveId" clId="{66066C20-3FEA-443E-BCC1-249F1D63570C}" dt="2024-07-25T13:17:44.262" v="148" actId="21"/>
          <ac:cxnSpMkLst>
            <pc:docMk/>
            <pc:sldMk cId="43451586" sldId="256"/>
            <ac:cxnSpMk id="61" creationId="{B0C963F5-716B-06BD-2613-304F6902AA5B}"/>
          </ac:cxnSpMkLst>
        </pc:cxnChg>
        <pc:cxnChg chg="add del mod">
          <ac:chgData name="Fatima Pillosu" userId="a6295d4dc9e22643" providerId="LiveId" clId="{66066C20-3FEA-443E-BCC1-249F1D63570C}" dt="2024-07-25T13:17:44.262" v="148" actId="21"/>
          <ac:cxnSpMkLst>
            <pc:docMk/>
            <pc:sldMk cId="43451586" sldId="256"/>
            <ac:cxnSpMk id="667" creationId="{75B337C4-0287-72DA-F2E3-61A8BEB757D3}"/>
          </ac:cxnSpMkLst>
        </pc:cxnChg>
        <pc:cxnChg chg="add del mod">
          <ac:chgData name="Fatima Pillosu" userId="a6295d4dc9e22643" providerId="LiveId" clId="{66066C20-3FEA-443E-BCC1-249F1D63570C}" dt="2024-07-25T13:17:44.262" v="148" actId="21"/>
          <ac:cxnSpMkLst>
            <pc:docMk/>
            <pc:sldMk cId="43451586" sldId="256"/>
            <ac:cxnSpMk id="668" creationId="{22E0DD79-CD88-1652-BF93-9261B6DEDD16}"/>
          </ac:cxnSpMkLst>
        </pc:cxnChg>
        <pc:cxnChg chg="del">
          <ac:chgData name="Fatima Pillosu" userId="a6295d4dc9e22643" providerId="LiveId" clId="{66066C20-3FEA-443E-BCC1-249F1D63570C}" dt="2024-07-25T13:13:30.839" v="0" actId="21"/>
          <ac:cxnSpMkLst>
            <pc:docMk/>
            <pc:sldMk cId="43451586" sldId="256"/>
            <ac:cxnSpMk id="741" creationId="{96F38F1E-27F4-5D15-9110-F41E8C5D158C}"/>
          </ac:cxnSpMkLst>
        </pc:cxnChg>
        <pc:cxnChg chg="del">
          <ac:chgData name="Fatima Pillosu" userId="a6295d4dc9e22643" providerId="LiveId" clId="{66066C20-3FEA-443E-BCC1-249F1D63570C}" dt="2024-07-25T13:13:30.839" v="0" actId="21"/>
          <ac:cxnSpMkLst>
            <pc:docMk/>
            <pc:sldMk cId="43451586" sldId="256"/>
            <ac:cxnSpMk id="742" creationId="{B0C963F5-716B-06BD-2613-304F6902AA5B}"/>
          </ac:cxnSpMkLst>
        </pc:cxnChg>
        <pc:cxnChg chg="del mod">
          <ac:chgData name="Fatima Pillosu" userId="a6295d4dc9e22643" providerId="LiveId" clId="{66066C20-3FEA-443E-BCC1-249F1D63570C}" dt="2024-07-25T13:13:30.839" v="0" actId="21"/>
          <ac:cxnSpMkLst>
            <pc:docMk/>
            <pc:sldMk cId="43451586" sldId="256"/>
            <ac:cxnSpMk id="772" creationId="{75B337C4-0287-72DA-F2E3-61A8BEB757D3}"/>
          </ac:cxnSpMkLst>
        </pc:cxnChg>
        <pc:cxnChg chg="del">
          <ac:chgData name="Fatima Pillosu" userId="a6295d4dc9e22643" providerId="LiveId" clId="{66066C20-3FEA-443E-BCC1-249F1D63570C}" dt="2024-07-25T13:13:30.839" v="0" actId="21"/>
          <ac:cxnSpMkLst>
            <pc:docMk/>
            <pc:sldMk cId="43451586" sldId="256"/>
            <ac:cxnSpMk id="773" creationId="{22E0DD79-CD88-1652-BF93-9261B6DEDD16}"/>
          </ac:cxnSpMkLst>
        </pc:cxnChg>
        <pc:cxnChg chg="add del mod">
          <ac:chgData name="Fatima Pillosu" userId="a6295d4dc9e22643" providerId="LiveId" clId="{66066C20-3FEA-443E-BCC1-249F1D63570C}" dt="2024-07-25T13:17:44.262" v="148" actId="21"/>
          <ac:cxnSpMkLst>
            <pc:docMk/>
            <pc:sldMk cId="43451586" sldId="256"/>
            <ac:cxnSpMk id="825" creationId="{C9FEFF1C-BA4E-8DE0-D135-1B87734177E8}"/>
          </ac:cxnSpMkLst>
        </pc:cxnChg>
        <pc:cxnChg chg="add del mod">
          <ac:chgData name="Fatima Pillosu" userId="a6295d4dc9e22643" providerId="LiveId" clId="{66066C20-3FEA-443E-BCC1-249F1D63570C}" dt="2024-07-25T13:17:44.262" v="148" actId="21"/>
          <ac:cxnSpMkLst>
            <pc:docMk/>
            <pc:sldMk cId="43451586" sldId="256"/>
            <ac:cxnSpMk id="826" creationId="{5E06CAD1-ACBF-2EB4-126A-7FB8DE3FAD1F}"/>
          </ac:cxnSpMkLst>
        </pc:cxnChg>
        <pc:cxnChg chg="add mod">
          <ac:chgData name="Fatima Pillosu" userId="a6295d4dc9e22643" providerId="LiveId" clId="{66066C20-3FEA-443E-BCC1-249F1D63570C}" dt="2024-07-25T13:17:56.755" v="149"/>
          <ac:cxnSpMkLst>
            <pc:docMk/>
            <pc:sldMk cId="43451586" sldId="256"/>
            <ac:cxnSpMk id="884" creationId="{96F38F1E-27F4-5D15-9110-F41E8C5D158C}"/>
          </ac:cxnSpMkLst>
        </pc:cxnChg>
        <pc:cxnChg chg="add mod">
          <ac:chgData name="Fatima Pillosu" userId="a6295d4dc9e22643" providerId="LiveId" clId="{66066C20-3FEA-443E-BCC1-249F1D63570C}" dt="2024-07-25T13:17:56.755" v="149"/>
          <ac:cxnSpMkLst>
            <pc:docMk/>
            <pc:sldMk cId="43451586" sldId="256"/>
            <ac:cxnSpMk id="885" creationId="{B0C963F5-716B-06BD-2613-304F6902AA5B}"/>
          </ac:cxnSpMkLst>
        </pc:cxnChg>
        <pc:cxnChg chg="add mod">
          <ac:chgData name="Fatima Pillosu" userId="a6295d4dc9e22643" providerId="LiveId" clId="{66066C20-3FEA-443E-BCC1-249F1D63570C}" dt="2024-07-25T13:17:56.755" v="149"/>
          <ac:cxnSpMkLst>
            <pc:docMk/>
            <pc:sldMk cId="43451586" sldId="256"/>
            <ac:cxnSpMk id="915" creationId="{75B337C4-0287-72DA-F2E3-61A8BEB757D3}"/>
          </ac:cxnSpMkLst>
        </pc:cxnChg>
        <pc:cxnChg chg="add mod">
          <ac:chgData name="Fatima Pillosu" userId="a6295d4dc9e22643" providerId="LiveId" clId="{66066C20-3FEA-443E-BCC1-249F1D63570C}" dt="2024-07-25T13:17:56.755" v="149"/>
          <ac:cxnSpMkLst>
            <pc:docMk/>
            <pc:sldMk cId="43451586" sldId="256"/>
            <ac:cxnSpMk id="916" creationId="{22E0DD79-CD88-1652-BF93-9261B6DEDD16}"/>
          </ac:cxnSpMkLst>
        </pc:cxnChg>
        <pc:cxnChg chg="add mod">
          <ac:chgData name="Fatima Pillosu" userId="a6295d4dc9e22643" providerId="LiveId" clId="{66066C20-3FEA-443E-BCC1-249F1D63570C}" dt="2024-07-25T13:17:56.755" v="149"/>
          <ac:cxnSpMkLst>
            <pc:docMk/>
            <pc:sldMk cId="43451586" sldId="256"/>
            <ac:cxnSpMk id="953" creationId="{C9FEFF1C-BA4E-8DE0-D135-1B87734177E8}"/>
          </ac:cxnSpMkLst>
        </pc:cxnChg>
        <pc:cxnChg chg="add mod">
          <ac:chgData name="Fatima Pillosu" userId="a6295d4dc9e22643" providerId="LiveId" clId="{66066C20-3FEA-443E-BCC1-249F1D63570C}" dt="2024-07-25T13:17:56.755" v="149"/>
          <ac:cxnSpMkLst>
            <pc:docMk/>
            <pc:sldMk cId="43451586" sldId="256"/>
            <ac:cxnSpMk id="954" creationId="{5E06CAD1-ACBF-2EB4-126A-7FB8DE3FAD1F}"/>
          </ac:cxnSpMkLst>
        </pc:cxnChg>
        <pc:cxnChg chg="add del mod">
          <ac:chgData name="Fatima Pillosu" userId="a6295d4dc9e22643" providerId="LiveId" clId="{66066C20-3FEA-443E-BCC1-249F1D63570C}" dt="2024-07-25T13:18:43.787" v="155" actId="21"/>
          <ac:cxnSpMkLst>
            <pc:docMk/>
            <pc:sldMk cId="43451586" sldId="256"/>
            <ac:cxnSpMk id="1011" creationId="{82BAF52A-43EA-0E6E-6326-2D61E84BF783}"/>
          </ac:cxnSpMkLst>
        </pc:cxnChg>
        <pc:cxnChg chg="add del mod">
          <ac:chgData name="Fatima Pillosu" userId="a6295d4dc9e22643" providerId="LiveId" clId="{66066C20-3FEA-443E-BCC1-249F1D63570C}" dt="2024-07-25T13:18:43.787" v="155" actId="21"/>
          <ac:cxnSpMkLst>
            <pc:docMk/>
            <pc:sldMk cId="43451586" sldId="256"/>
            <ac:cxnSpMk id="1012" creationId="{62156B78-8903-EB16-3572-882822C6CA06}"/>
          </ac:cxnSpMkLst>
        </pc:cxnChg>
        <pc:cxnChg chg="add del mod">
          <ac:chgData name="Fatima Pillosu" userId="a6295d4dc9e22643" providerId="LiveId" clId="{66066C20-3FEA-443E-BCC1-249F1D63570C}" dt="2024-07-25T13:18:43.787" v="155" actId="21"/>
          <ac:cxnSpMkLst>
            <pc:docMk/>
            <pc:sldMk cId="43451586" sldId="256"/>
            <ac:cxnSpMk id="1042" creationId="{353FB85C-2653-96CB-7004-3E76536DEB9A}"/>
          </ac:cxnSpMkLst>
        </pc:cxnChg>
        <pc:cxnChg chg="add del mod">
          <ac:chgData name="Fatima Pillosu" userId="a6295d4dc9e22643" providerId="LiveId" clId="{66066C20-3FEA-443E-BCC1-249F1D63570C}" dt="2024-07-25T13:18:43.787" v="155" actId="21"/>
          <ac:cxnSpMkLst>
            <pc:docMk/>
            <pc:sldMk cId="43451586" sldId="256"/>
            <ac:cxnSpMk id="1043" creationId="{33E479FE-6D38-506F-67D0-1CB8D86BF86C}"/>
          </ac:cxnSpMkLst>
        </pc:cxnChg>
        <pc:cxnChg chg="add del mod">
          <ac:chgData name="Fatima Pillosu" userId="a6295d4dc9e22643" providerId="LiveId" clId="{66066C20-3FEA-443E-BCC1-249F1D63570C}" dt="2024-07-25T13:18:43.787" v="155" actId="21"/>
          <ac:cxnSpMkLst>
            <pc:docMk/>
            <pc:sldMk cId="43451586" sldId="256"/>
            <ac:cxnSpMk id="1080" creationId="{5315B735-D63F-0AD3-9A4A-7ED4E80723FC}"/>
          </ac:cxnSpMkLst>
        </pc:cxnChg>
        <pc:cxnChg chg="add del mod">
          <ac:chgData name="Fatima Pillosu" userId="a6295d4dc9e22643" providerId="LiveId" clId="{66066C20-3FEA-443E-BCC1-249F1D63570C}" dt="2024-07-25T13:18:43.787" v="155" actId="21"/>
          <ac:cxnSpMkLst>
            <pc:docMk/>
            <pc:sldMk cId="43451586" sldId="256"/>
            <ac:cxnSpMk id="1081" creationId="{C1CBE671-EA88-1BDA-7B1A-3B8909E331F4}"/>
          </ac:cxnSpMkLst>
        </pc:cxnChg>
        <pc:cxnChg chg="add del mod">
          <ac:chgData name="Fatima Pillosu" userId="a6295d4dc9e22643" providerId="LiveId" clId="{66066C20-3FEA-443E-BCC1-249F1D63570C}" dt="2024-07-25T13:19:03.370" v="157" actId="21"/>
          <ac:cxnSpMkLst>
            <pc:docMk/>
            <pc:sldMk cId="43451586" sldId="256"/>
            <ac:cxnSpMk id="1139" creationId="{82BAF52A-43EA-0E6E-6326-2D61E84BF783}"/>
          </ac:cxnSpMkLst>
        </pc:cxnChg>
        <pc:cxnChg chg="add del mod">
          <ac:chgData name="Fatima Pillosu" userId="a6295d4dc9e22643" providerId="LiveId" clId="{66066C20-3FEA-443E-BCC1-249F1D63570C}" dt="2024-07-25T13:19:03.370" v="157" actId="21"/>
          <ac:cxnSpMkLst>
            <pc:docMk/>
            <pc:sldMk cId="43451586" sldId="256"/>
            <ac:cxnSpMk id="1140" creationId="{62156B78-8903-EB16-3572-882822C6CA06}"/>
          </ac:cxnSpMkLst>
        </pc:cxnChg>
        <pc:cxnChg chg="add del mod">
          <ac:chgData name="Fatima Pillosu" userId="a6295d4dc9e22643" providerId="LiveId" clId="{66066C20-3FEA-443E-BCC1-249F1D63570C}" dt="2024-07-25T13:19:03.370" v="157" actId="21"/>
          <ac:cxnSpMkLst>
            <pc:docMk/>
            <pc:sldMk cId="43451586" sldId="256"/>
            <ac:cxnSpMk id="1170" creationId="{353FB85C-2653-96CB-7004-3E76536DEB9A}"/>
          </ac:cxnSpMkLst>
        </pc:cxnChg>
        <pc:cxnChg chg="add del mod">
          <ac:chgData name="Fatima Pillosu" userId="a6295d4dc9e22643" providerId="LiveId" clId="{66066C20-3FEA-443E-BCC1-249F1D63570C}" dt="2024-07-25T13:19:03.370" v="157" actId="21"/>
          <ac:cxnSpMkLst>
            <pc:docMk/>
            <pc:sldMk cId="43451586" sldId="256"/>
            <ac:cxnSpMk id="1171" creationId="{33E479FE-6D38-506F-67D0-1CB8D86BF86C}"/>
          </ac:cxnSpMkLst>
        </pc:cxnChg>
        <pc:cxnChg chg="add del mod">
          <ac:chgData name="Fatima Pillosu" userId="a6295d4dc9e22643" providerId="LiveId" clId="{66066C20-3FEA-443E-BCC1-249F1D63570C}" dt="2024-07-25T13:19:03.370" v="157" actId="21"/>
          <ac:cxnSpMkLst>
            <pc:docMk/>
            <pc:sldMk cId="43451586" sldId="256"/>
            <ac:cxnSpMk id="1208" creationId="{5315B735-D63F-0AD3-9A4A-7ED4E80723FC}"/>
          </ac:cxnSpMkLst>
        </pc:cxnChg>
        <pc:cxnChg chg="add del mod">
          <ac:chgData name="Fatima Pillosu" userId="a6295d4dc9e22643" providerId="LiveId" clId="{66066C20-3FEA-443E-BCC1-249F1D63570C}" dt="2024-07-25T13:19:03.370" v="157" actId="21"/>
          <ac:cxnSpMkLst>
            <pc:docMk/>
            <pc:sldMk cId="43451586" sldId="256"/>
            <ac:cxnSpMk id="1209" creationId="{C1CBE671-EA88-1BDA-7B1A-3B8909E331F4}"/>
          </ac:cxnSpMkLst>
        </pc:cxnChg>
        <pc:cxnChg chg="add del mod">
          <ac:chgData name="Fatima Pillosu" userId="a6295d4dc9e22643" providerId="LiveId" clId="{66066C20-3FEA-443E-BCC1-249F1D63570C}" dt="2024-07-25T13:19:21.434" v="159" actId="21"/>
          <ac:cxnSpMkLst>
            <pc:docMk/>
            <pc:sldMk cId="43451586" sldId="256"/>
            <ac:cxnSpMk id="1266" creationId="{82BAF52A-43EA-0E6E-6326-2D61E84BF783}"/>
          </ac:cxnSpMkLst>
        </pc:cxnChg>
        <pc:cxnChg chg="add del mod">
          <ac:chgData name="Fatima Pillosu" userId="a6295d4dc9e22643" providerId="LiveId" clId="{66066C20-3FEA-443E-BCC1-249F1D63570C}" dt="2024-07-25T13:19:21.434" v="159" actId="21"/>
          <ac:cxnSpMkLst>
            <pc:docMk/>
            <pc:sldMk cId="43451586" sldId="256"/>
            <ac:cxnSpMk id="1267" creationId="{62156B78-8903-EB16-3572-882822C6CA06}"/>
          </ac:cxnSpMkLst>
        </pc:cxnChg>
        <pc:cxnChg chg="add del mod">
          <ac:chgData name="Fatima Pillosu" userId="a6295d4dc9e22643" providerId="LiveId" clId="{66066C20-3FEA-443E-BCC1-249F1D63570C}" dt="2024-07-25T13:19:21.434" v="159" actId="21"/>
          <ac:cxnSpMkLst>
            <pc:docMk/>
            <pc:sldMk cId="43451586" sldId="256"/>
            <ac:cxnSpMk id="1297" creationId="{353FB85C-2653-96CB-7004-3E76536DEB9A}"/>
          </ac:cxnSpMkLst>
        </pc:cxnChg>
        <pc:cxnChg chg="add del mod">
          <ac:chgData name="Fatima Pillosu" userId="a6295d4dc9e22643" providerId="LiveId" clId="{66066C20-3FEA-443E-BCC1-249F1D63570C}" dt="2024-07-25T13:19:21.434" v="159" actId="21"/>
          <ac:cxnSpMkLst>
            <pc:docMk/>
            <pc:sldMk cId="43451586" sldId="256"/>
            <ac:cxnSpMk id="1298" creationId="{33E479FE-6D38-506F-67D0-1CB8D86BF86C}"/>
          </ac:cxnSpMkLst>
        </pc:cxnChg>
        <pc:cxnChg chg="add del mod">
          <ac:chgData name="Fatima Pillosu" userId="a6295d4dc9e22643" providerId="LiveId" clId="{66066C20-3FEA-443E-BCC1-249F1D63570C}" dt="2024-07-25T13:19:21.434" v="159" actId="21"/>
          <ac:cxnSpMkLst>
            <pc:docMk/>
            <pc:sldMk cId="43451586" sldId="256"/>
            <ac:cxnSpMk id="1335" creationId="{5315B735-D63F-0AD3-9A4A-7ED4E80723FC}"/>
          </ac:cxnSpMkLst>
        </pc:cxnChg>
        <pc:cxnChg chg="add del mod">
          <ac:chgData name="Fatima Pillosu" userId="a6295d4dc9e22643" providerId="LiveId" clId="{66066C20-3FEA-443E-BCC1-249F1D63570C}" dt="2024-07-25T13:19:21.434" v="159" actId="21"/>
          <ac:cxnSpMkLst>
            <pc:docMk/>
            <pc:sldMk cId="43451586" sldId="256"/>
            <ac:cxnSpMk id="1336" creationId="{C1CBE671-EA88-1BDA-7B1A-3B8909E331F4}"/>
          </ac:cxnSpMkLst>
        </pc:cxnChg>
        <pc:cxnChg chg="add mod">
          <ac:chgData name="Fatima Pillosu" userId="a6295d4dc9e22643" providerId="LiveId" clId="{66066C20-3FEA-443E-BCC1-249F1D63570C}" dt="2024-07-25T13:19:52.113" v="162" actId="1036"/>
          <ac:cxnSpMkLst>
            <pc:docMk/>
            <pc:sldMk cId="43451586" sldId="256"/>
            <ac:cxnSpMk id="1393" creationId="{82BAF52A-43EA-0E6E-6326-2D61E84BF783}"/>
          </ac:cxnSpMkLst>
        </pc:cxnChg>
        <pc:cxnChg chg="add mod">
          <ac:chgData name="Fatima Pillosu" userId="a6295d4dc9e22643" providerId="LiveId" clId="{66066C20-3FEA-443E-BCC1-249F1D63570C}" dt="2024-07-25T13:19:52.113" v="162" actId="1036"/>
          <ac:cxnSpMkLst>
            <pc:docMk/>
            <pc:sldMk cId="43451586" sldId="256"/>
            <ac:cxnSpMk id="1394" creationId="{62156B78-8903-EB16-3572-882822C6CA06}"/>
          </ac:cxnSpMkLst>
        </pc:cxnChg>
        <pc:cxnChg chg="add mod">
          <ac:chgData name="Fatima Pillosu" userId="a6295d4dc9e22643" providerId="LiveId" clId="{66066C20-3FEA-443E-BCC1-249F1D63570C}" dt="2024-07-25T13:19:52.113" v="162" actId="1036"/>
          <ac:cxnSpMkLst>
            <pc:docMk/>
            <pc:sldMk cId="43451586" sldId="256"/>
            <ac:cxnSpMk id="1424" creationId="{353FB85C-2653-96CB-7004-3E76536DEB9A}"/>
          </ac:cxnSpMkLst>
        </pc:cxnChg>
        <pc:cxnChg chg="add mod">
          <ac:chgData name="Fatima Pillosu" userId="a6295d4dc9e22643" providerId="LiveId" clId="{66066C20-3FEA-443E-BCC1-249F1D63570C}" dt="2024-07-25T13:19:52.113" v="162" actId="1036"/>
          <ac:cxnSpMkLst>
            <pc:docMk/>
            <pc:sldMk cId="43451586" sldId="256"/>
            <ac:cxnSpMk id="1425" creationId="{33E479FE-6D38-506F-67D0-1CB8D86BF86C}"/>
          </ac:cxnSpMkLst>
        </pc:cxnChg>
        <pc:cxnChg chg="add mod">
          <ac:chgData name="Fatima Pillosu" userId="a6295d4dc9e22643" providerId="LiveId" clId="{66066C20-3FEA-443E-BCC1-249F1D63570C}" dt="2024-07-25T13:19:52.113" v="162" actId="1036"/>
          <ac:cxnSpMkLst>
            <pc:docMk/>
            <pc:sldMk cId="43451586" sldId="256"/>
            <ac:cxnSpMk id="1462" creationId="{5315B735-D63F-0AD3-9A4A-7ED4E80723FC}"/>
          </ac:cxnSpMkLst>
        </pc:cxnChg>
        <pc:cxnChg chg="add mod">
          <ac:chgData name="Fatima Pillosu" userId="a6295d4dc9e22643" providerId="LiveId" clId="{66066C20-3FEA-443E-BCC1-249F1D63570C}" dt="2024-07-25T13:19:52.113" v="162" actId="1036"/>
          <ac:cxnSpMkLst>
            <pc:docMk/>
            <pc:sldMk cId="43451586" sldId="256"/>
            <ac:cxnSpMk id="1463" creationId="{C1CBE671-EA88-1BDA-7B1A-3B8909E331F4}"/>
          </ac:cxnSpMkLst>
        </pc:cxnChg>
      </pc:sldChg>
    </pc:docChg>
  </pc:docChgLst>
  <pc:docChgLst>
    <pc:chgData name="Fatima Pillosu" userId="a6295d4dc9e22643" providerId="LiveId" clId="{1D6CBF78-2251-4D85-B3DB-E7425FCA0324}"/>
    <pc:docChg chg="undo custSel modSld modMainMaster">
      <pc:chgData name="Fatima Pillosu" userId="a6295d4dc9e22643" providerId="LiveId" clId="{1D6CBF78-2251-4D85-B3DB-E7425FCA0324}" dt="2024-06-29T23:31:54.271" v="2304" actId="14100"/>
      <pc:docMkLst>
        <pc:docMk/>
      </pc:docMkLst>
      <pc:sldChg chg="addSp delSp modSp mod">
        <pc:chgData name="Fatima Pillosu" userId="a6295d4dc9e22643" providerId="LiveId" clId="{1D6CBF78-2251-4D85-B3DB-E7425FCA0324}" dt="2024-06-29T23:31:54.271" v="2304" actId="14100"/>
        <pc:sldMkLst>
          <pc:docMk/>
          <pc:sldMk cId="43451586" sldId="256"/>
        </pc:sldMkLst>
        <pc:spChg chg="add 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" creationId="{031BE832-D8F6-000A-2840-A8284532E766}"/>
          </ac:spMkLst>
        </pc:spChg>
        <pc:spChg chg="add 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3" creationId="{D0821DE5-733F-B9B2-46F2-3B291C5289E1}"/>
          </ac:spMkLst>
        </pc:spChg>
        <pc:spChg chg="add 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4" creationId="{2AFA75F4-9320-83AC-F418-AE771A4C791F}"/>
          </ac:spMkLst>
        </pc:spChg>
        <pc:spChg chg="add mod">
          <ac:chgData name="Fatima Pillosu" userId="a6295d4dc9e22643" providerId="LiveId" clId="{1D6CBF78-2251-4D85-B3DB-E7425FCA0324}" dt="2024-06-29T23:06:41.224" v="2161" actId="1582"/>
          <ac:spMkLst>
            <pc:docMk/>
            <pc:sldMk cId="43451586" sldId="256"/>
            <ac:spMk id="4" creationId="{40D2BF79-CA13-92D1-FF7D-487B73D96841}"/>
          </ac:spMkLst>
        </pc:spChg>
        <pc:spChg chg="add 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5" creationId="{E28B8D0E-83FA-08E7-EE28-ADE3FDDFD4A1}"/>
          </ac:spMkLst>
        </pc:spChg>
        <pc:spChg chg="add 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6" creationId="{88481371-71E7-BED9-B2C5-856F81DF9B00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9" creationId="{F6B71AFA-5D29-B80C-378E-9843CB74FEDA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0" creationId="{A6B3E627-31DA-5748-93E2-6805433FE262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1" creationId="{0AB0344D-039C-1675-85FA-6753F543AB70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2" creationId="{9BA0F714-1959-09E6-8BEF-6AB1A1DB87DF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3" creationId="{F813703A-0DC3-FCDB-7EB0-899EE88A8281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4" creationId="{549E70A2-1933-2E98-6619-1129780C6B37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6" creationId="{7C17573C-C799-5123-16B2-C86801983E31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7" creationId="{9CCE77C0-E23B-B55F-11DB-74B04A4E9816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8" creationId="{88008655-BD2F-CDED-7A90-0047337021C1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9" creationId="{C124DFF1-487D-5E06-130C-A7A162DA5910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0" creationId="{789339E5-7A72-7FB2-0C79-FD1044F52974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1" creationId="{A8FF8CEE-E9A6-F65C-F012-68EB740196A4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2" creationId="{55FEC7FE-7728-A7DE-98B3-DEB97495E088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3" creationId="{E995B3E1-80A4-5C7B-D7E1-837D27948AF8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4" creationId="{7874D21D-7052-3C6D-6B41-A681DC9AB412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5" creationId="{33EF2215-1F57-37BF-8335-0D60597BE644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6" creationId="{92861C3B-9FE7-FBB4-1D43-2598BFF98C02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7" creationId="{E8F309B4-CCC7-5743-08CE-623687D6B0F3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8" creationId="{00BF05C8-6055-5551-6EAC-CFFE56A940F4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9" creationId="{6F8093E4-3268-9B0A-086E-F7C01EE3B28B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30" creationId="{D2F50BEC-CC57-BE5E-E8F8-16A93360BF13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31" creationId="{74CB9AB9-3B04-1C7D-FA67-4650112AD9B1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32" creationId="{29D45CB1-C312-4F40-49BD-7A8DC56B834A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33" creationId="{8EB66DCE-6123-F9D2-62DD-6CA3024B5877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34" creationId="{E20A3ECD-9042-500D-E822-43BB3A838B79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35" creationId="{8AB7B439-9D18-FD5C-5754-19FD66FE0958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36" creationId="{9448AB5A-5518-ECF9-A66D-05D7D471FC17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37" creationId="{DE4AB540-5F74-6029-6341-C9585064B7C0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38" creationId="{8A66F6BF-E540-82DD-E4B8-D293D379DCC1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39" creationId="{EC0EE389-4B7D-2688-438E-8136C55DE107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40" creationId="{1E73637B-7AE2-657A-AF16-54B34FD20C59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41" creationId="{0698E198-8F83-AFA7-54BB-534DC700082B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42" creationId="{A58DE3E9-45ED-9AEE-77C3-A2FC7FC7A06D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43" creationId="{12709BF2-DBDA-59B0-6498-09A95BA5F438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44" creationId="{1AB9BCFF-7E74-311F-ECE5-7B7AB6A9F25B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45" creationId="{EDDE338C-3E58-5E1E-1F55-0680BF68D752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46" creationId="{BDEE40BE-DD74-5499-3156-F47611323189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47" creationId="{EC3B262F-F665-BC02-703F-694A8151445A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48" creationId="{8FA0611F-E58B-BB6A-5A97-1F507C5C7116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49" creationId="{275AD283-E7A8-B677-24D5-E8773130F871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50" creationId="{892F522D-D57B-51D6-49DF-791725269E48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51" creationId="{1F8AE4DD-7FBF-6CAD-A047-8B929DF531D5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52" creationId="{7D6A82D8-1C99-D4E8-A8BE-73E4068CA3C9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53" creationId="{421711CF-B44C-2382-3130-ED039D6C0CAE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54" creationId="{AC8BD3EA-4C38-F224-EC06-FB73E64A1864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55" creationId="{FB1316DF-BCEE-4513-237B-A7315FF151AD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56" creationId="{EC790F7C-A709-1A6D-5E6D-AF9CB877AC0D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57" creationId="{0A59A298-4E81-D1AB-177C-92C87C354E96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58" creationId="{DD438DBE-71D2-C013-8C1D-9FDF4CB039B7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59" creationId="{DFD21A9A-D406-7E08-F2BE-F9BD2256DFDC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62" creationId="{358D5BA2-AC09-E3BE-5925-4E280BF5392C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28" creationId="{A8CC62F0-F0F5-BB7C-7090-165827B009EA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29" creationId="{224951B6-201A-62C3-DF30-8BED60E209CB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30" creationId="{D66BC3B6-6FCC-1F9D-8AAF-BC0A8DF55987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31" creationId="{33A1E241-1F83-A87C-4CB6-350B02147144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32" creationId="{7B1D2795-5380-39F2-E4E2-0E9A73718374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33" creationId="{E0D9EE54-E630-BE33-8FAF-26B753BD5112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34" creationId="{B540D4B0-1565-BB57-E3A6-5A5A72714B5B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35" creationId="{AA2DCEF9-BC9D-C6FF-2E16-187CC480DE36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136" creationId="{A9DDECDC-ADCB-7C8B-E024-F0847A1C7E3A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39" creationId="{F6B71AFA-5D29-B80C-378E-9843CB74FEDA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40" creationId="{A6B3E627-31DA-5748-93E2-6805433FE262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41" creationId="{0AB0344D-039C-1675-85FA-6753F543AB70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42" creationId="{9BA0F714-1959-09E6-8BEF-6AB1A1DB87DF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43" creationId="{F813703A-0DC3-FCDB-7EB0-899EE88A8281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44" creationId="{549E70A2-1933-2E98-6619-1129780C6B37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46" creationId="{7C17573C-C799-5123-16B2-C86801983E31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47" creationId="{9CCE77C0-E23B-B55F-11DB-74B04A4E9816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48" creationId="{88008655-BD2F-CDED-7A90-0047337021C1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49" creationId="{C124DFF1-487D-5E06-130C-A7A162DA5910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50" creationId="{789339E5-7A72-7FB2-0C79-FD1044F52974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51" creationId="{A8FF8CEE-E9A6-F65C-F012-68EB740196A4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52" creationId="{55FEC7FE-7728-A7DE-98B3-DEB97495E088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53" creationId="{E995B3E1-80A4-5C7B-D7E1-837D27948AF8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54" creationId="{7874D21D-7052-3C6D-6B41-A681DC9AB412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55" creationId="{33EF2215-1F57-37BF-8335-0D60597BE644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56" creationId="{92861C3B-9FE7-FBB4-1D43-2598BFF98C02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57" creationId="{E8F309B4-CCC7-5743-08CE-623687D6B0F3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58" creationId="{00BF05C8-6055-5551-6EAC-CFFE56A940F4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59" creationId="{6F8093E4-3268-9B0A-086E-F7C01EE3B28B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60" creationId="{D2F50BEC-CC57-BE5E-E8F8-16A93360BF13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61" creationId="{74CB9AB9-3B04-1C7D-FA67-4650112AD9B1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62" creationId="{29D45CB1-C312-4F40-49BD-7A8DC56B834A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63" creationId="{8EB66DCE-6123-F9D2-62DD-6CA3024B5877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64" creationId="{E20A3ECD-9042-500D-E822-43BB3A838B79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65" creationId="{8AB7B439-9D18-FD5C-5754-19FD66FE0958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66" creationId="{9448AB5A-5518-ECF9-A66D-05D7D471FC17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67" creationId="{DE4AB540-5F74-6029-6341-C9585064B7C0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68" creationId="{8A66F6BF-E540-82DD-E4B8-D293D379DCC1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69" creationId="{EC0EE389-4B7D-2688-438E-8136C55DE107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70" creationId="{1E73637B-7AE2-657A-AF16-54B34FD20C59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71" creationId="{0698E198-8F83-AFA7-54BB-534DC700082B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72" creationId="{A58DE3E9-45ED-9AEE-77C3-A2FC7FC7A06D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73" creationId="{12709BF2-DBDA-59B0-6498-09A95BA5F438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74" creationId="{1AB9BCFF-7E74-311F-ECE5-7B7AB6A9F25B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75" creationId="{EDDE338C-3E58-5E1E-1F55-0680BF68D752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76" creationId="{BDEE40BE-DD74-5499-3156-F47611323189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77" creationId="{EC3B262F-F665-BC02-703F-694A8151445A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78" creationId="{8FA0611F-E58B-BB6A-5A97-1F507C5C7116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79" creationId="{275AD283-E7A8-B677-24D5-E8773130F871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80" creationId="{892F522D-D57B-51D6-49DF-791725269E48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81" creationId="{1F8AE4DD-7FBF-6CAD-A047-8B929DF531D5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82" creationId="{7D6A82D8-1C99-D4E8-A8BE-73E4068CA3C9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83" creationId="{421711CF-B44C-2382-3130-ED039D6C0CAE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84" creationId="{AC8BD3EA-4C38-F224-EC06-FB73E64A1864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85" creationId="{FB1316DF-BCEE-4513-237B-A7315FF151AD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86" creationId="{EC790F7C-A709-1A6D-5E6D-AF9CB877AC0D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87" creationId="{0A59A298-4E81-D1AB-177C-92C87C354E96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88" creationId="{DD438DBE-71D2-C013-8C1D-9FDF4CB039B7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89" creationId="{DFD21A9A-D406-7E08-F2BE-F9BD2256DFDC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92" creationId="{358D5BA2-AC09-E3BE-5925-4E280BF5392C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94" creationId="{A8CC62F0-F0F5-BB7C-7090-165827B009EA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95" creationId="{224951B6-201A-62C3-DF30-8BED60E209CB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96" creationId="{D66BC3B6-6FCC-1F9D-8AAF-BC0A8DF55987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97" creationId="{33A1E241-1F83-A87C-4CB6-350B02147144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98" creationId="{7B1D2795-5380-39F2-E4E2-0E9A73718374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199" creationId="{E0D9EE54-E630-BE33-8FAF-26B753BD5112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00" creationId="{B540D4B0-1565-BB57-E3A6-5A5A72714B5B}"/>
          </ac:spMkLst>
        </pc:spChg>
        <pc:spChg chg="de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01" creationId="{AA2DCEF9-BC9D-C6FF-2E16-187CC480DE36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02" creationId="{A9DDECDC-ADCB-7C8B-E024-F0847A1C7E3A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03" creationId="{1141BE46-0E31-8815-50C9-64F169A8767A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04" creationId="{563E7CC2-A585-B58A-1246-799EB33139CF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05" creationId="{42DDBF0F-90A6-4F14-C1BE-0D4853D453F6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06" creationId="{44F954D5-AAE7-D694-C5EA-9688337428C5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07" creationId="{3E15F64D-F4D9-5B58-02C9-393E992A9346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08" creationId="{5A9E7597-0FBD-8C84-A3DA-9DD9719216B6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09" creationId="{5FCD5A6A-6CE2-E2A2-3D18-E56B4ABD0C98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10" creationId="{E6D6809F-1659-33C1-72A2-D47C851E8EC7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11" creationId="{B61C2670-65F0-04A8-84CE-D918EACDF7DE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12" creationId="{BEA09D59-5A26-F783-6FDE-9C25DC976B89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13" creationId="{ED070E8E-B856-5C68-40DE-2F1F8E95A8EC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14" creationId="{EBE83CCF-4885-72C9-6A97-96E948D951F8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15" creationId="{20B28656-5DB3-65BD-36F4-DBBA967920E5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16" creationId="{D8641BE1-6CD9-7E4D-E2CD-2B1456EA844A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17" creationId="{7610650F-D3E4-DFA1-716F-0621CD07F223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18" creationId="{0D6BD531-3A87-3742-5A40-070BC09FFDBF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20" creationId="{39634027-628E-FD64-26AD-6B48398A0DBA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23" creationId="{4A0C66AA-527E-FBD3-4EA9-2D8C7A8439ED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24" creationId="{53786A25-BF5D-DD4A-11A4-24196734E502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25" creationId="{2A4BE103-7C09-BB50-9A93-95709158774D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26" creationId="{24BE8C28-F441-5648-C02C-0B394AAC9267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27" creationId="{CDD9B423-DBD5-45AC-045E-CD2DE2C251E9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28" creationId="{2BDFC988-6BEE-8F2B-314B-A7C9CC7AE102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29" creationId="{3F6A373D-1512-4A70-DD87-F376AB69B750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30" creationId="{E6C3F952-0914-4C3D-C859-53A44087F7EB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31" creationId="{C8AAC689-DD18-D864-5D53-7A644AF75EB7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32" creationId="{F1B9B417-B98D-CA70-0A56-420E7BB44407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33" creationId="{2CD2DA22-BA9E-6BEE-866F-E1237B2A0200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34" creationId="{6667EEC8-FBF3-7CDA-86FD-FF3037E44F4C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35" creationId="{D3109596-9E20-E94E-3C6A-9DB517257DA9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36" creationId="{0992449B-E2BD-5656-FCBA-66DA5579C5B4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37" creationId="{FBC7318D-1ADC-03C2-C0AA-599DF73A44A0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38" creationId="{5DAF83FA-08B8-C856-1B3B-B496269AADF0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39" creationId="{D7F4B012-0B74-C11E-7270-C9B8ECCBCFC6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40" creationId="{5C26A753-3727-DC2B-BA3E-D763C511BCFB}"/>
          </ac:spMkLst>
        </pc:spChg>
        <pc:spChg chg="del mod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41" creationId="{E3E51514-1538-439E-5571-DEEECA02B410}"/>
          </ac:spMkLst>
        </pc:spChg>
        <pc:spChg chg="del mod topLv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44" creationId="{B4C84AA5-3CE1-4573-7E9B-04E3AD3B3BBE}"/>
          </ac:spMkLst>
        </pc:spChg>
        <pc:spChg chg="del mod topLv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45" creationId="{D648D7DB-7680-71B8-C4A6-50E8EF8EAEB4}"/>
          </ac:spMkLst>
        </pc:spChg>
        <pc:spChg chg="del mod topLv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46" creationId="{1920489C-DC11-EC8C-5AD0-90721BD2EF45}"/>
          </ac:spMkLst>
        </pc:spChg>
        <pc:spChg chg="del mod topLv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47" creationId="{8FE81C05-BC3D-DD70-E19D-510DA0B7799B}"/>
          </ac:spMkLst>
        </pc:spChg>
        <pc:spChg chg="del mod topLv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48" creationId="{F74C3E7B-E834-70DA-C44E-3528AADA5E93}"/>
          </ac:spMkLst>
        </pc:spChg>
        <pc:spChg chg="del mod topLv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49" creationId="{128FD253-767A-D108-1663-3C85F381E768}"/>
          </ac:spMkLst>
        </pc:spChg>
        <pc:spChg chg="del mod topLv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50" creationId="{7309E3EC-1FB5-D14F-9307-F3BD0803DEC7}"/>
          </ac:spMkLst>
        </pc:spChg>
        <pc:spChg chg="del mod topLvl">
          <ac:chgData name="Fatima Pillosu" userId="a6295d4dc9e22643" providerId="LiveId" clId="{1D6CBF78-2251-4D85-B3DB-E7425FCA0324}" dt="2024-06-25T11:15:46.465" v="159" actId="21"/>
          <ac:spMkLst>
            <pc:docMk/>
            <pc:sldMk cId="43451586" sldId="256"/>
            <ac:spMk id="251" creationId="{7BA54F7F-1581-F139-0CF3-6A355C0A8C8F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52" creationId="{1141BE46-0E31-8815-50C9-64F169A8767A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53" creationId="{563E7CC2-A585-B58A-1246-799EB33139CF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54" creationId="{42DDBF0F-90A6-4F14-C1BE-0D4853D453F6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55" creationId="{44F954D5-AAE7-D694-C5EA-9688337428C5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56" creationId="{3E15F64D-F4D9-5B58-02C9-393E992A9346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57" creationId="{5A9E7597-0FBD-8C84-A3DA-9DD9719216B6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58" creationId="{5FCD5A6A-6CE2-E2A2-3D18-E56B4ABD0C98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59" creationId="{E6D6809F-1659-33C1-72A2-D47C851E8EC7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60" creationId="{B61C2670-65F0-04A8-84CE-D918EACDF7DE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61" creationId="{BEA09D59-5A26-F783-6FDE-9C25DC976B89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62" creationId="{ED070E8E-B856-5C68-40DE-2F1F8E95A8EC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63" creationId="{EBE83CCF-4885-72C9-6A97-96E948D951F8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64" creationId="{20B28656-5DB3-65BD-36F4-DBBA967920E5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65" creationId="{D8641BE1-6CD9-7E4D-E2CD-2B1456EA844A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66" creationId="{7610650F-D3E4-DFA1-716F-0621CD07F223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67" creationId="{0D6BD531-3A87-3742-5A40-070BC09FFDBF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69" creationId="{39634027-628E-FD64-26AD-6B48398A0DBA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72" creationId="{4A0C66AA-527E-FBD3-4EA9-2D8C7A8439ED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73" creationId="{53786A25-BF5D-DD4A-11A4-24196734E502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74" creationId="{2A4BE103-7C09-BB50-9A93-95709158774D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75" creationId="{24BE8C28-F441-5648-C02C-0B394AAC9267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76" creationId="{CDD9B423-DBD5-45AC-045E-CD2DE2C251E9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77" creationId="{2BDFC988-6BEE-8F2B-314B-A7C9CC7AE102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78" creationId="{3F6A373D-1512-4A70-DD87-F376AB69B750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79" creationId="{E6C3F952-0914-4C3D-C859-53A44087F7EB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80" creationId="{C8AAC689-DD18-D864-5D53-7A644AF75EB7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81" creationId="{F1B9B417-B98D-CA70-0A56-420E7BB44407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82" creationId="{2CD2DA22-BA9E-6BEE-866F-E1237B2A0200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83" creationId="{6667EEC8-FBF3-7CDA-86FD-FF3037E44F4C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84" creationId="{D3109596-9E20-E94E-3C6A-9DB517257DA9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85" creationId="{0992449B-E2BD-5656-FCBA-66DA5579C5B4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86" creationId="{FBC7318D-1ADC-03C2-C0AA-599DF73A44A0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87" creationId="{5DAF83FA-08B8-C856-1B3B-B496269AADF0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88" creationId="{D7F4B012-0B74-C11E-7270-C9B8ECCBCFC6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89" creationId="{5C26A753-3727-DC2B-BA3E-D763C511BCFB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90" creationId="{E3E51514-1538-439E-5571-DEEECA02B410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92" creationId="{B4C84AA5-3CE1-4573-7E9B-04E3AD3B3BBE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93" creationId="{D648D7DB-7680-71B8-C4A6-50E8EF8EAEB4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94" creationId="{1920489C-DC11-EC8C-5AD0-90721BD2EF45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95" creationId="{8FE81C05-BC3D-DD70-E19D-510DA0B7799B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96" creationId="{F74C3E7B-E834-70DA-C44E-3528AADA5E93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97" creationId="{128FD253-767A-D108-1663-3C85F381E768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98" creationId="{7309E3EC-1FB5-D14F-9307-F3BD0803DEC7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299" creationId="{7BA54F7F-1581-F139-0CF3-6A355C0A8C8F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300" creationId="{031BE832-D8F6-000A-2840-A8284532E766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301" creationId="{D0821DE5-733F-B9B2-46F2-3B291C5289E1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302" creationId="{2AFA75F4-9320-83AC-F418-AE771A4C791F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303" creationId="{E28B8D0E-83FA-08E7-EE28-ADE3FDDFD4A1}"/>
          </ac:spMkLst>
        </pc:spChg>
        <pc:spChg chg="add del mod">
          <ac:chgData name="Fatima Pillosu" userId="a6295d4dc9e22643" providerId="LiveId" clId="{1D6CBF78-2251-4D85-B3DB-E7425FCA0324}" dt="2024-06-25T11:16:09.244" v="161" actId="21"/>
          <ac:spMkLst>
            <pc:docMk/>
            <pc:sldMk cId="43451586" sldId="256"/>
            <ac:spMk id="304" creationId="{88481371-71E7-BED9-B2C5-856F81DF9B00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07" creationId="{F6B71AFA-5D29-B80C-378E-9843CB74FEDA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08" creationId="{A6B3E627-31DA-5748-93E2-6805433FE262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09" creationId="{0AB0344D-039C-1675-85FA-6753F543AB70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10" creationId="{9BA0F714-1959-09E6-8BEF-6AB1A1DB87DF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11" creationId="{F813703A-0DC3-FCDB-7EB0-899EE88A8281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12" creationId="{549E70A2-1933-2E98-6619-1129780C6B37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14" creationId="{7C17573C-C799-5123-16B2-C86801983E31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15" creationId="{9CCE77C0-E23B-B55F-11DB-74B04A4E9816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16" creationId="{88008655-BD2F-CDED-7A90-0047337021C1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17" creationId="{C124DFF1-487D-5E06-130C-A7A162DA5910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18" creationId="{789339E5-7A72-7FB2-0C79-FD1044F52974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19" creationId="{A8FF8CEE-E9A6-F65C-F012-68EB740196A4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20" creationId="{55FEC7FE-7728-A7DE-98B3-DEB97495E088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21" creationId="{E995B3E1-80A4-5C7B-D7E1-837D27948AF8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22" creationId="{7874D21D-7052-3C6D-6B41-A681DC9AB412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23" creationId="{33EF2215-1F57-37BF-8335-0D60597BE644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24" creationId="{92861C3B-9FE7-FBB4-1D43-2598BFF98C02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25" creationId="{E8F309B4-CCC7-5743-08CE-623687D6B0F3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26" creationId="{00BF05C8-6055-5551-6EAC-CFFE56A940F4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27" creationId="{6F8093E4-3268-9B0A-086E-F7C01EE3B28B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28" creationId="{D2F50BEC-CC57-BE5E-E8F8-16A93360BF13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29" creationId="{74CB9AB9-3B04-1C7D-FA67-4650112AD9B1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30" creationId="{29D45CB1-C312-4F40-49BD-7A8DC56B834A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31" creationId="{8EB66DCE-6123-F9D2-62DD-6CA3024B5877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32" creationId="{E20A3ECD-9042-500D-E822-43BB3A838B79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33" creationId="{8AB7B439-9D18-FD5C-5754-19FD66FE0958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34" creationId="{9448AB5A-5518-ECF9-A66D-05D7D471FC17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35" creationId="{DE4AB540-5F74-6029-6341-C9585064B7C0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36" creationId="{8A66F6BF-E540-82DD-E4B8-D293D379DCC1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37" creationId="{EC0EE389-4B7D-2688-438E-8136C55DE107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38" creationId="{1E73637B-7AE2-657A-AF16-54B34FD20C59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39" creationId="{0698E198-8F83-AFA7-54BB-534DC700082B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40" creationId="{A58DE3E9-45ED-9AEE-77C3-A2FC7FC7A06D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41" creationId="{12709BF2-DBDA-59B0-6498-09A95BA5F438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42" creationId="{1AB9BCFF-7E74-311F-ECE5-7B7AB6A9F25B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43" creationId="{EDDE338C-3E58-5E1E-1F55-0680BF68D752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44" creationId="{BDEE40BE-DD74-5499-3156-F47611323189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45" creationId="{EC3B262F-F665-BC02-703F-694A8151445A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46" creationId="{8FA0611F-E58B-BB6A-5A97-1F507C5C7116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47" creationId="{275AD283-E7A8-B677-24D5-E8773130F871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48" creationId="{892F522D-D57B-51D6-49DF-791725269E48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49" creationId="{1F8AE4DD-7FBF-6CAD-A047-8B929DF531D5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50" creationId="{7D6A82D8-1C99-D4E8-A8BE-73E4068CA3C9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51" creationId="{421711CF-B44C-2382-3130-ED039D6C0CAE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52" creationId="{AC8BD3EA-4C38-F224-EC06-FB73E64A1864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53" creationId="{FB1316DF-BCEE-4513-237B-A7315FF151AD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54" creationId="{EC790F7C-A709-1A6D-5E6D-AF9CB877AC0D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55" creationId="{0A59A298-4E81-D1AB-177C-92C87C354E96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56" creationId="{DD438DBE-71D2-C013-8C1D-9FDF4CB039B7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57" creationId="{DFD21A9A-D406-7E08-F2BE-F9BD2256DFDC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60" creationId="{358D5BA2-AC09-E3BE-5925-4E280BF5392C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62" creationId="{A8CC62F0-F0F5-BB7C-7090-165827B009EA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63" creationId="{224951B6-201A-62C3-DF30-8BED60E209CB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64" creationId="{D66BC3B6-6FCC-1F9D-8AAF-BC0A8DF55987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65" creationId="{33A1E241-1F83-A87C-4CB6-350B02147144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66" creationId="{7B1D2795-5380-39F2-E4E2-0E9A73718374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67" creationId="{E0D9EE54-E630-BE33-8FAF-26B753BD5112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68" creationId="{B540D4B0-1565-BB57-E3A6-5A5A72714B5B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69" creationId="{AA2DCEF9-BC9D-C6FF-2E16-187CC480DE36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70" creationId="{A9DDECDC-ADCB-7C8B-E024-F0847A1C7E3A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71" creationId="{1141BE46-0E31-8815-50C9-64F169A8767A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72" creationId="{563E7CC2-A585-B58A-1246-799EB33139CF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73" creationId="{42DDBF0F-90A6-4F14-C1BE-0D4853D453F6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74" creationId="{44F954D5-AAE7-D694-C5EA-9688337428C5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75" creationId="{3E15F64D-F4D9-5B58-02C9-393E992A9346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76" creationId="{5A9E7597-0FBD-8C84-A3DA-9DD9719216B6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77" creationId="{5FCD5A6A-6CE2-E2A2-3D18-E56B4ABD0C98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78" creationId="{E6D6809F-1659-33C1-72A2-D47C851E8EC7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79" creationId="{B61C2670-65F0-04A8-84CE-D918EACDF7DE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80" creationId="{BEA09D59-5A26-F783-6FDE-9C25DC976B89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81" creationId="{ED070E8E-B856-5C68-40DE-2F1F8E95A8EC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82" creationId="{EBE83CCF-4885-72C9-6A97-96E948D951F8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83" creationId="{20B28656-5DB3-65BD-36F4-DBBA967920E5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84" creationId="{D8641BE1-6CD9-7E4D-E2CD-2B1456EA844A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85" creationId="{7610650F-D3E4-DFA1-716F-0621CD07F223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86" creationId="{0D6BD531-3A87-3742-5A40-070BC09FFDBF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88" creationId="{39634027-628E-FD64-26AD-6B48398A0DBA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91" creationId="{4A0C66AA-527E-FBD3-4EA9-2D8C7A8439ED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92" creationId="{53786A25-BF5D-DD4A-11A4-24196734E502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93" creationId="{2A4BE103-7C09-BB50-9A93-95709158774D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94" creationId="{24BE8C28-F441-5648-C02C-0B394AAC9267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95" creationId="{CDD9B423-DBD5-45AC-045E-CD2DE2C251E9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96" creationId="{2BDFC988-6BEE-8F2B-314B-A7C9CC7AE102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97" creationId="{3F6A373D-1512-4A70-DD87-F376AB69B750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98" creationId="{E6C3F952-0914-4C3D-C859-53A44087F7EB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399" creationId="{C8AAC689-DD18-D864-5D53-7A644AF75EB7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400" creationId="{F1B9B417-B98D-CA70-0A56-420E7BB44407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401" creationId="{2CD2DA22-BA9E-6BEE-866F-E1237B2A0200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402" creationId="{6667EEC8-FBF3-7CDA-86FD-FF3037E44F4C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403" creationId="{D3109596-9E20-E94E-3C6A-9DB517257DA9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404" creationId="{0992449B-E2BD-5656-FCBA-66DA5579C5B4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405" creationId="{FBC7318D-1ADC-03C2-C0AA-599DF73A44A0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406" creationId="{5DAF83FA-08B8-C856-1B3B-B496269AADF0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407" creationId="{D7F4B012-0B74-C11E-7270-C9B8ECCBCFC6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408" creationId="{5C26A753-3727-DC2B-BA3E-D763C511BCFB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409" creationId="{E3E51514-1538-439E-5571-DEEECA02B410}"/>
          </ac:spMkLst>
        </pc:spChg>
        <pc:spChg chg="add mod">
          <ac:chgData name="Fatima Pillosu" userId="a6295d4dc9e22643" providerId="LiveId" clId="{1D6CBF78-2251-4D85-B3DB-E7425FCA0324}" dt="2024-06-25T15:02:58.439" v="1983" actId="164"/>
          <ac:spMkLst>
            <pc:docMk/>
            <pc:sldMk cId="43451586" sldId="256"/>
            <ac:spMk id="411" creationId="{B4C84AA5-3CE1-4573-7E9B-04E3AD3B3BBE}"/>
          </ac:spMkLst>
        </pc:spChg>
        <pc:spChg chg="add mod">
          <ac:chgData name="Fatima Pillosu" userId="a6295d4dc9e22643" providerId="LiveId" clId="{1D6CBF78-2251-4D85-B3DB-E7425FCA0324}" dt="2024-06-25T15:02:58.439" v="1983" actId="164"/>
          <ac:spMkLst>
            <pc:docMk/>
            <pc:sldMk cId="43451586" sldId="256"/>
            <ac:spMk id="412" creationId="{D648D7DB-7680-71B8-C4A6-50E8EF8EAEB4}"/>
          </ac:spMkLst>
        </pc:spChg>
        <pc:spChg chg="add mod">
          <ac:chgData name="Fatima Pillosu" userId="a6295d4dc9e22643" providerId="LiveId" clId="{1D6CBF78-2251-4D85-B3DB-E7425FCA0324}" dt="2024-06-25T15:02:58.439" v="1983" actId="164"/>
          <ac:spMkLst>
            <pc:docMk/>
            <pc:sldMk cId="43451586" sldId="256"/>
            <ac:spMk id="413" creationId="{1920489C-DC11-EC8C-5AD0-90721BD2EF45}"/>
          </ac:spMkLst>
        </pc:spChg>
        <pc:spChg chg="add mod">
          <ac:chgData name="Fatima Pillosu" userId="a6295d4dc9e22643" providerId="LiveId" clId="{1D6CBF78-2251-4D85-B3DB-E7425FCA0324}" dt="2024-06-25T15:02:58.439" v="1983" actId="164"/>
          <ac:spMkLst>
            <pc:docMk/>
            <pc:sldMk cId="43451586" sldId="256"/>
            <ac:spMk id="414" creationId="{8FE81C05-BC3D-DD70-E19D-510DA0B7799B}"/>
          </ac:spMkLst>
        </pc:spChg>
        <pc:spChg chg="add mod">
          <ac:chgData name="Fatima Pillosu" userId="a6295d4dc9e22643" providerId="LiveId" clId="{1D6CBF78-2251-4D85-B3DB-E7425FCA0324}" dt="2024-06-25T15:02:58.439" v="1983" actId="164"/>
          <ac:spMkLst>
            <pc:docMk/>
            <pc:sldMk cId="43451586" sldId="256"/>
            <ac:spMk id="415" creationId="{F74C3E7B-E834-70DA-C44E-3528AADA5E93}"/>
          </ac:spMkLst>
        </pc:spChg>
        <pc:spChg chg="add mod">
          <ac:chgData name="Fatima Pillosu" userId="a6295d4dc9e22643" providerId="LiveId" clId="{1D6CBF78-2251-4D85-B3DB-E7425FCA0324}" dt="2024-06-25T15:02:58.439" v="1983" actId="164"/>
          <ac:spMkLst>
            <pc:docMk/>
            <pc:sldMk cId="43451586" sldId="256"/>
            <ac:spMk id="416" creationId="{128FD253-767A-D108-1663-3C85F381E768}"/>
          </ac:spMkLst>
        </pc:spChg>
        <pc:spChg chg="add mod">
          <ac:chgData name="Fatima Pillosu" userId="a6295d4dc9e22643" providerId="LiveId" clId="{1D6CBF78-2251-4D85-B3DB-E7425FCA0324}" dt="2024-06-25T15:02:58.439" v="1983" actId="164"/>
          <ac:spMkLst>
            <pc:docMk/>
            <pc:sldMk cId="43451586" sldId="256"/>
            <ac:spMk id="417" creationId="{7309E3EC-1FB5-D14F-9307-F3BD0803DEC7}"/>
          </ac:spMkLst>
        </pc:spChg>
        <pc:spChg chg="add mod">
          <ac:chgData name="Fatima Pillosu" userId="a6295d4dc9e22643" providerId="LiveId" clId="{1D6CBF78-2251-4D85-B3DB-E7425FCA0324}" dt="2024-06-25T15:02:58.439" v="1983" actId="164"/>
          <ac:spMkLst>
            <pc:docMk/>
            <pc:sldMk cId="43451586" sldId="256"/>
            <ac:spMk id="418" creationId="{7BA54F7F-1581-F139-0CF3-6A355C0A8C8F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419" creationId="{031BE832-D8F6-000A-2840-A8284532E766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420" creationId="{D0821DE5-733F-B9B2-46F2-3B291C5289E1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421" creationId="{2AFA75F4-9320-83AC-F418-AE771A4C791F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422" creationId="{E28B8D0E-83FA-08E7-EE28-ADE3FDDFD4A1}"/>
          </ac:spMkLst>
        </pc:spChg>
        <pc:spChg chg="add del mod">
          <ac:chgData name="Fatima Pillosu" userId="a6295d4dc9e22643" providerId="LiveId" clId="{1D6CBF78-2251-4D85-B3DB-E7425FCA0324}" dt="2024-06-25T15:06:09.611" v="2069" actId="21"/>
          <ac:spMkLst>
            <pc:docMk/>
            <pc:sldMk cId="43451586" sldId="256"/>
            <ac:spMk id="423" creationId="{88481371-71E7-BED9-B2C5-856F81DF9B00}"/>
          </ac:spMkLst>
        </pc:spChg>
        <pc:spChg chg="add mod">
          <ac:chgData name="Fatima Pillosu" userId="a6295d4dc9e22643" providerId="LiveId" clId="{1D6CBF78-2251-4D85-B3DB-E7425FCA0324}" dt="2024-06-25T15:02:58.439" v="1983" actId="164"/>
          <ac:spMkLst>
            <pc:docMk/>
            <pc:sldMk cId="43451586" sldId="256"/>
            <ac:spMk id="441" creationId="{D09AEF63-74DC-63CA-A1E4-F1D4516236BA}"/>
          </ac:spMkLst>
        </pc:spChg>
        <pc:spChg chg="add del mod">
          <ac:chgData name="Fatima Pillosu" userId="a6295d4dc9e22643" providerId="LiveId" clId="{1D6CBF78-2251-4D85-B3DB-E7425FCA0324}" dt="2024-06-25T15:04:02.014" v="1996" actId="478"/>
          <ac:spMkLst>
            <pc:docMk/>
            <pc:sldMk cId="43451586" sldId="256"/>
            <ac:spMk id="443" creationId="{918AD862-B3FB-6645-3EAD-3C4616170EC8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46" creationId="{F6B71AFA-5D29-B80C-378E-9843CB74FEDA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47" creationId="{A6B3E627-31DA-5748-93E2-6805433FE262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48" creationId="{0AB0344D-039C-1675-85FA-6753F543AB70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49" creationId="{9BA0F714-1959-09E6-8BEF-6AB1A1DB87DF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50" creationId="{F813703A-0DC3-FCDB-7EB0-899EE88A8281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51" creationId="{549E70A2-1933-2E98-6619-1129780C6B37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53" creationId="{7C17573C-C799-5123-16B2-C86801983E31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54" creationId="{9CCE77C0-E23B-B55F-11DB-74B04A4E9816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55" creationId="{88008655-BD2F-CDED-7A90-0047337021C1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56" creationId="{C124DFF1-487D-5E06-130C-A7A162DA5910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57" creationId="{789339E5-7A72-7FB2-0C79-FD1044F52974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58" creationId="{A8FF8CEE-E9A6-F65C-F012-68EB740196A4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59" creationId="{55FEC7FE-7728-A7DE-98B3-DEB97495E088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60" creationId="{E995B3E1-80A4-5C7B-D7E1-837D27948AF8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61" creationId="{7874D21D-7052-3C6D-6B41-A681DC9AB412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62" creationId="{33EF2215-1F57-37BF-8335-0D60597BE644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63" creationId="{92861C3B-9FE7-FBB4-1D43-2598BFF98C02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64" creationId="{E8F309B4-CCC7-5743-08CE-623687D6B0F3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65" creationId="{00BF05C8-6055-5551-6EAC-CFFE56A940F4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66" creationId="{6F8093E4-3268-9B0A-086E-F7C01EE3B28B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67" creationId="{D2F50BEC-CC57-BE5E-E8F8-16A93360BF13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68" creationId="{74CB9AB9-3B04-1C7D-FA67-4650112AD9B1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69" creationId="{29D45CB1-C312-4F40-49BD-7A8DC56B834A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70" creationId="{8EB66DCE-6123-F9D2-62DD-6CA3024B5877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71" creationId="{E20A3ECD-9042-500D-E822-43BB3A838B79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72" creationId="{8AB7B439-9D18-FD5C-5754-19FD66FE0958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73" creationId="{9448AB5A-5518-ECF9-A66D-05D7D471FC17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74" creationId="{DE4AB540-5F74-6029-6341-C9585064B7C0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75" creationId="{8A66F6BF-E540-82DD-E4B8-D293D379DCC1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76" creationId="{EC0EE389-4B7D-2688-438E-8136C55DE107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77" creationId="{1E73637B-7AE2-657A-AF16-54B34FD20C59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78" creationId="{0698E198-8F83-AFA7-54BB-534DC700082B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79" creationId="{A58DE3E9-45ED-9AEE-77C3-A2FC7FC7A06D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80" creationId="{12709BF2-DBDA-59B0-6498-09A95BA5F438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81" creationId="{1AB9BCFF-7E74-311F-ECE5-7B7AB6A9F25B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82" creationId="{EDDE338C-3E58-5E1E-1F55-0680BF68D752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83" creationId="{BDEE40BE-DD74-5499-3156-F47611323189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84" creationId="{EC3B262F-F665-BC02-703F-694A8151445A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85" creationId="{8FA0611F-E58B-BB6A-5A97-1F507C5C7116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86" creationId="{275AD283-E7A8-B677-24D5-E8773130F871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87" creationId="{892F522D-D57B-51D6-49DF-791725269E48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88" creationId="{1F8AE4DD-7FBF-6CAD-A047-8B929DF531D5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89" creationId="{7D6A82D8-1C99-D4E8-A8BE-73E4068CA3C9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90" creationId="{421711CF-B44C-2382-3130-ED039D6C0CAE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91" creationId="{AC8BD3EA-4C38-F224-EC06-FB73E64A1864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92" creationId="{FB1316DF-BCEE-4513-237B-A7315FF151AD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93" creationId="{EC790F7C-A709-1A6D-5E6D-AF9CB877AC0D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94" creationId="{0A59A298-4E81-D1AB-177C-92C87C354E96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95" creationId="{DD438DBE-71D2-C013-8C1D-9FDF4CB039B7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96" creationId="{DFD21A9A-D406-7E08-F2BE-F9BD2256DFDC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499" creationId="{358D5BA2-AC09-E3BE-5925-4E280BF5392C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01" creationId="{A8CC62F0-F0F5-BB7C-7090-165827B009EA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02" creationId="{224951B6-201A-62C3-DF30-8BED60E209CB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03" creationId="{D66BC3B6-6FCC-1F9D-8AAF-BC0A8DF55987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04" creationId="{33A1E241-1F83-A87C-4CB6-350B02147144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05" creationId="{7B1D2795-5380-39F2-E4E2-0E9A73718374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06" creationId="{E0D9EE54-E630-BE33-8FAF-26B753BD5112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07" creationId="{B540D4B0-1565-BB57-E3A6-5A5A72714B5B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08" creationId="{AA2DCEF9-BC9D-C6FF-2E16-187CC480DE36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09" creationId="{A9DDECDC-ADCB-7C8B-E024-F0847A1C7E3A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10" creationId="{1141BE46-0E31-8815-50C9-64F169A8767A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11" creationId="{563E7CC2-A585-B58A-1246-799EB33139CF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12" creationId="{42DDBF0F-90A6-4F14-C1BE-0D4853D453F6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13" creationId="{44F954D5-AAE7-D694-C5EA-9688337428C5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14" creationId="{3E15F64D-F4D9-5B58-02C9-393E992A9346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15" creationId="{5A9E7597-0FBD-8C84-A3DA-9DD9719216B6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16" creationId="{5FCD5A6A-6CE2-E2A2-3D18-E56B4ABD0C98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17" creationId="{E6D6809F-1659-33C1-72A2-D47C851E8EC7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18" creationId="{B61C2670-65F0-04A8-84CE-D918EACDF7DE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19" creationId="{BEA09D59-5A26-F783-6FDE-9C25DC976B89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20" creationId="{ED070E8E-B856-5C68-40DE-2F1F8E95A8EC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21" creationId="{EBE83CCF-4885-72C9-6A97-96E948D951F8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22" creationId="{20B28656-5DB3-65BD-36F4-DBBA967920E5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23" creationId="{D8641BE1-6CD9-7E4D-E2CD-2B1456EA844A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24" creationId="{7610650F-D3E4-DFA1-716F-0621CD07F223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25" creationId="{0D6BD531-3A87-3742-5A40-070BC09FFDBF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27" creationId="{39634027-628E-FD64-26AD-6B48398A0DBA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30" creationId="{4A0C66AA-527E-FBD3-4EA9-2D8C7A8439ED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31" creationId="{53786A25-BF5D-DD4A-11A4-24196734E502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32" creationId="{2A4BE103-7C09-BB50-9A93-95709158774D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33" creationId="{24BE8C28-F441-5648-C02C-0B394AAC9267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34" creationId="{CDD9B423-DBD5-45AC-045E-CD2DE2C251E9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35" creationId="{2BDFC988-6BEE-8F2B-314B-A7C9CC7AE102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36" creationId="{3F6A373D-1512-4A70-DD87-F376AB69B750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37" creationId="{E6C3F952-0914-4C3D-C859-53A44087F7EB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38" creationId="{C8AAC689-DD18-D864-5D53-7A644AF75EB7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39" creationId="{F1B9B417-B98D-CA70-0A56-420E7BB44407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40" creationId="{2CD2DA22-BA9E-6BEE-866F-E1237B2A0200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41" creationId="{6667EEC8-FBF3-7CDA-86FD-FF3037E44F4C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42" creationId="{D3109596-9E20-E94E-3C6A-9DB517257DA9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43" creationId="{0992449B-E2BD-5656-FCBA-66DA5579C5B4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44" creationId="{FBC7318D-1ADC-03C2-C0AA-599DF73A44A0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45" creationId="{5DAF83FA-08B8-C856-1B3B-B496269AADF0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46" creationId="{D7F4B012-0B74-C11E-7270-C9B8ECCBCFC6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47" creationId="{5C26A753-3727-DC2B-BA3E-D763C511BCFB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48" creationId="{E3E51514-1538-439E-5571-DEEECA02B410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49" creationId="{031BE832-D8F6-000A-2840-A8284532E766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50" creationId="{D0821DE5-733F-B9B2-46F2-3B291C5289E1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51" creationId="{2AFA75F4-9320-83AC-F418-AE771A4C791F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52" creationId="{E28B8D0E-83FA-08E7-EE28-ADE3FDDFD4A1}"/>
          </ac:spMkLst>
        </pc:spChg>
        <pc:spChg chg="add 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53" creationId="{88481371-71E7-BED9-B2C5-856F81DF9B00}"/>
          </ac:spMkLst>
        </pc:spChg>
        <pc:spChg chg="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56" creationId="{B4C84AA5-3CE1-4573-7E9B-04E3AD3B3BBE}"/>
          </ac:spMkLst>
        </pc:spChg>
        <pc:spChg chg="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57" creationId="{D648D7DB-7680-71B8-C4A6-50E8EF8EAEB4}"/>
          </ac:spMkLst>
        </pc:spChg>
        <pc:spChg chg="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58" creationId="{1920489C-DC11-EC8C-5AD0-90721BD2EF45}"/>
          </ac:spMkLst>
        </pc:spChg>
        <pc:spChg chg="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59" creationId="{8FE81C05-BC3D-DD70-E19D-510DA0B7799B}"/>
          </ac:spMkLst>
        </pc:spChg>
        <pc:spChg chg="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60" creationId="{F74C3E7B-E834-70DA-C44E-3528AADA5E93}"/>
          </ac:spMkLst>
        </pc:spChg>
        <pc:spChg chg="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61" creationId="{128FD253-767A-D108-1663-3C85F381E768}"/>
          </ac:spMkLst>
        </pc:spChg>
        <pc:spChg chg="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62" creationId="{7309E3EC-1FB5-D14F-9307-F3BD0803DEC7}"/>
          </ac:spMkLst>
        </pc:spChg>
        <pc:spChg chg="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63" creationId="{7BA54F7F-1581-F139-0CF3-6A355C0A8C8F}"/>
          </ac:spMkLst>
        </pc:spChg>
        <pc:spChg chg="mod">
          <ac:chgData name="Fatima Pillosu" userId="a6295d4dc9e22643" providerId="LiveId" clId="{1D6CBF78-2251-4D85-B3DB-E7425FCA0324}" dt="2024-06-25T15:04:22.336" v="1998"/>
          <ac:spMkLst>
            <pc:docMk/>
            <pc:sldMk cId="43451586" sldId="256"/>
            <ac:spMk id="564" creationId="{D09AEF63-74DC-63CA-A1E4-F1D4516236BA}"/>
          </ac:spMkLst>
        </pc:spChg>
        <pc:spChg chg="add del">
          <ac:chgData name="Fatima Pillosu" userId="a6295d4dc9e22643" providerId="LiveId" clId="{1D6CBF78-2251-4D85-B3DB-E7425FCA0324}" dt="2024-06-25T15:04:43.846" v="2002" actId="478"/>
          <ac:spMkLst>
            <pc:docMk/>
            <pc:sldMk cId="43451586" sldId="256"/>
            <ac:spMk id="565" creationId="{D275E21D-F0DD-B0AF-4BC9-AA516F2DB1BB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68" creationId="{F6B71AFA-5D29-B80C-378E-9843CB74FEDA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69" creationId="{A6B3E627-31DA-5748-93E2-6805433FE262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70" creationId="{0AB0344D-039C-1675-85FA-6753F543AB70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71" creationId="{9BA0F714-1959-09E6-8BEF-6AB1A1DB87DF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72" creationId="{F813703A-0DC3-FCDB-7EB0-899EE88A8281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73" creationId="{549E70A2-1933-2E98-6619-1129780C6B37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75" creationId="{7C17573C-C799-5123-16B2-C86801983E31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76" creationId="{9CCE77C0-E23B-B55F-11DB-74B04A4E9816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77" creationId="{88008655-BD2F-CDED-7A90-0047337021C1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78" creationId="{C124DFF1-487D-5E06-130C-A7A162DA5910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79" creationId="{789339E5-7A72-7FB2-0C79-FD1044F52974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80" creationId="{A8FF8CEE-E9A6-F65C-F012-68EB740196A4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81" creationId="{55FEC7FE-7728-A7DE-98B3-DEB97495E088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82" creationId="{E995B3E1-80A4-5C7B-D7E1-837D27948AF8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83" creationId="{7874D21D-7052-3C6D-6B41-A681DC9AB412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84" creationId="{33EF2215-1F57-37BF-8335-0D60597BE644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85" creationId="{92861C3B-9FE7-FBB4-1D43-2598BFF98C02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86" creationId="{E8F309B4-CCC7-5743-08CE-623687D6B0F3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87" creationId="{00BF05C8-6055-5551-6EAC-CFFE56A940F4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88" creationId="{6F8093E4-3268-9B0A-086E-F7C01EE3B28B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89" creationId="{D2F50BEC-CC57-BE5E-E8F8-16A93360BF13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90" creationId="{74CB9AB9-3B04-1C7D-FA67-4650112AD9B1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91" creationId="{29D45CB1-C312-4F40-49BD-7A8DC56B834A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92" creationId="{8EB66DCE-6123-F9D2-62DD-6CA3024B5877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93" creationId="{E20A3ECD-9042-500D-E822-43BB3A838B79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94" creationId="{8AB7B439-9D18-FD5C-5754-19FD66FE0958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95" creationId="{9448AB5A-5518-ECF9-A66D-05D7D471FC17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96" creationId="{DE4AB540-5F74-6029-6341-C9585064B7C0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97" creationId="{8A66F6BF-E540-82DD-E4B8-D293D379DCC1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98" creationId="{EC0EE389-4B7D-2688-438E-8136C55DE107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599" creationId="{1E73637B-7AE2-657A-AF16-54B34FD20C59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00" creationId="{0698E198-8F83-AFA7-54BB-534DC700082B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01" creationId="{A58DE3E9-45ED-9AEE-77C3-A2FC7FC7A06D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02" creationId="{12709BF2-DBDA-59B0-6498-09A95BA5F438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03" creationId="{1AB9BCFF-7E74-311F-ECE5-7B7AB6A9F25B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04" creationId="{EDDE338C-3E58-5E1E-1F55-0680BF68D752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05" creationId="{BDEE40BE-DD74-5499-3156-F47611323189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06" creationId="{EC3B262F-F665-BC02-703F-694A8151445A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07" creationId="{8FA0611F-E58B-BB6A-5A97-1F507C5C7116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08" creationId="{275AD283-E7A8-B677-24D5-E8773130F871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09" creationId="{892F522D-D57B-51D6-49DF-791725269E48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10" creationId="{1F8AE4DD-7FBF-6CAD-A047-8B929DF531D5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11" creationId="{7D6A82D8-1C99-D4E8-A8BE-73E4068CA3C9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12" creationId="{421711CF-B44C-2382-3130-ED039D6C0CAE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13" creationId="{AC8BD3EA-4C38-F224-EC06-FB73E64A1864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14" creationId="{FB1316DF-BCEE-4513-237B-A7315FF151AD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15" creationId="{EC790F7C-A709-1A6D-5E6D-AF9CB877AC0D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16" creationId="{0A59A298-4E81-D1AB-177C-92C87C354E96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17" creationId="{DD438DBE-71D2-C013-8C1D-9FDF4CB039B7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18" creationId="{DFD21A9A-D406-7E08-F2BE-F9BD2256DFDC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21" creationId="{358D5BA2-AC09-E3BE-5925-4E280BF5392C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23" creationId="{A8CC62F0-F0F5-BB7C-7090-165827B009EA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24" creationId="{224951B6-201A-62C3-DF30-8BED60E209CB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25" creationId="{D66BC3B6-6FCC-1F9D-8AAF-BC0A8DF55987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26" creationId="{33A1E241-1F83-A87C-4CB6-350B02147144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27" creationId="{7B1D2795-5380-39F2-E4E2-0E9A73718374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28" creationId="{E0D9EE54-E630-BE33-8FAF-26B753BD5112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29" creationId="{B540D4B0-1565-BB57-E3A6-5A5A72714B5B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30" creationId="{AA2DCEF9-BC9D-C6FF-2E16-187CC480DE36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31" creationId="{A9DDECDC-ADCB-7C8B-E024-F0847A1C7E3A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32" creationId="{1141BE46-0E31-8815-50C9-64F169A8767A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33" creationId="{563E7CC2-A585-B58A-1246-799EB33139CF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34" creationId="{42DDBF0F-90A6-4F14-C1BE-0D4853D453F6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35" creationId="{44F954D5-AAE7-D694-C5EA-9688337428C5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36" creationId="{3E15F64D-F4D9-5B58-02C9-393E992A9346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37" creationId="{5A9E7597-0FBD-8C84-A3DA-9DD9719216B6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38" creationId="{5FCD5A6A-6CE2-E2A2-3D18-E56B4ABD0C98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39" creationId="{E6D6809F-1659-33C1-72A2-D47C851E8EC7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40" creationId="{B61C2670-65F0-04A8-84CE-D918EACDF7DE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41" creationId="{BEA09D59-5A26-F783-6FDE-9C25DC976B89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42" creationId="{ED070E8E-B856-5C68-40DE-2F1F8E95A8EC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43" creationId="{EBE83CCF-4885-72C9-6A97-96E948D951F8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44" creationId="{20B28656-5DB3-65BD-36F4-DBBA967920E5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45" creationId="{D8641BE1-6CD9-7E4D-E2CD-2B1456EA844A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46" creationId="{7610650F-D3E4-DFA1-716F-0621CD07F223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47" creationId="{0D6BD531-3A87-3742-5A40-070BC09FFDBF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49" creationId="{39634027-628E-FD64-26AD-6B48398A0DBA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52" creationId="{4A0C66AA-527E-FBD3-4EA9-2D8C7A8439ED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53" creationId="{53786A25-BF5D-DD4A-11A4-24196734E502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54" creationId="{2A4BE103-7C09-BB50-9A93-95709158774D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55" creationId="{24BE8C28-F441-5648-C02C-0B394AAC9267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56" creationId="{CDD9B423-DBD5-45AC-045E-CD2DE2C251E9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57" creationId="{2BDFC988-6BEE-8F2B-314B-A7C9CC7AE102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58" creationId="{3F6A373D-1512-4A70-DD87-F376AB69B750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59" creationId="{E6C3F952-0914-4C3D-C859-53A44087F7EB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60" creationId="{C8AAC689-DD18-D864-5D53-7A644AF75EB7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61" creationId="{F1B9B417-B98D-CA70-0A56-420E7BB44407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62" creationId="{2CD2DA22-BA9E-6BEE-866F-E1237B2A0200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63" creationId="{6667EEC8-FBF3-7CDA-86FD-FF3037E44F4C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64" creationId="{D3109596-9E20-E94E-3C6A-9DB517257DA9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65" creationId="{0992449B-E2BD-5656-FCBA-66DA5579C5B4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66" creationId="{FBC7318D-1ADC-03C2-C0AA-599DF73A44A0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67" creationId="{5DAF83FA-08B8-C856-1B3B-B496269AADF0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68" creationId="{D7F4B012-0B74-C11E-7270-C9B8ECCBCFC6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69" creationId="{5C26A753-3727-DC2B-BA3E-D763C511BCFB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70" creationId="{E3E51514-1538-439E-5571-DEEECA02B410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71" creationId="{031BE832-D8F6-000A-2840-A8284532E766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72" creationId="{D0821DE5-733F-B9B2-46F2-3B291C5289E1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73" creationId="{2AFA75F4-9320-83AC-F418-AE771A4C791F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74" creationId="{E28B8D0E-83FA-08E7-EE28-ADE3FDDFD4A1}"/>
          </ac:spMkLst>
        </pc:spChg>
        <pc:spChg chg="add 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75" creationId="{88481371-71E7-BED9-B2C5-856F81DF9B00}"/>
          </ac:spMkLst>
        </pc:spChg>
        <pc:spChg chg="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78" creationId="{B4C84AA5-3CE1-4573-7E9B-04E3AD3B3BBE}"/>
          </ac:spMkLst>
        </pc:spChg>
        <pc:spChg chg="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79" creationId="{D648D7DB-7680-71B8-C4A6-50E8EF8EAEB4}"/>
          </ac:spMkLst>
        </pc:spChg>
        <pc:spChg chg="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80" creationId="{1920489C-DC11-EC8C-5AD0-90721BD2EF45}"/>
          </ac:spMkLst>
        </pc:spChg>
        <pc:spChg chg="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81" creationId="{8FE81C05-BC3D-DD70-E19D-510DA0B7799B}"/>
          </ac:spMkLst>
        </pc:spChg>
        <pc:spChg chg="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82" creationId="{F74C3E7B-E834-70DA-C44E-3528AADA5E93}"/>
          </ac:spMkLst>
        </pc:spChg>
        <pc:spChg chg="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83" creationId="{128FD253-767A-D108-1663-3C85F381E768}"/>
          </ac:spMkLst>
        </pc:spChg>
        <pc:spChg chg="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84" creationId="{7309E3EC-1FB5-D14F-9307-F3BD0803DEC7}"/>
          </ac:spMkLst>
        </pc:spChg>
        <pc:spChg chg="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85" creationId="{7BA54F7F-1581-F139-0CF3-6A355C0A8C8F}"/>
          </ac:spMkLst>
        </pc:spChg>
        <pc:spChg chg="mod">
          <ac:chgData name="Fatima Pillosu" userId="a6295d4dc9e22643" providerId="LiveId" clId="{1D6CBF78-2251-4D85-B3DB-E7425FCA0324}" dt="2024-06-25T15:04:56.285" v="2004"/>
          <ac:spMkLst>
            <pc:docMk/>
            <pc:sldMk cId="43451586" sldId="256"/>
            <ac:spMk id="686" creationId="{D09AEF63-74DC-63CA-A1E4-F1D4516236BA}"/>
          </ac:spMkLst>
        </pc:spChg>
        <pc:spChg chg="add del">
          <ac:chgData name="Fatima Pillosu" userId="a6295d4dc9e22643" providerId="LiveId" clId="{1D6CBF78-2251-4D85-B3DB-E7425FCA0324}" dt="2024-06-25T15:06:07.718" v="2068" actId="478"/>
          <ac:spMkLst>
            <pc:docMk/>
            <pc:sldMk cId="43451586" sldId="256"/>
            <ac:spMk id="687" creationId="{F1104FC2-818F-598F-19BB-7917A17331A4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690" creationId="{F6B71AFA-5D29-B80C-378E-9843CB74FEDA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691" creationId="{A6B3E627-31DA-5748-93E2-6805433FE262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692" creationId="{0AB0344D-039C-1675-85FA-6753F543AB70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693" creationId="{9BA0F714-1959-09E6-8BEF-6AB1A1DB87DF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694" creationId="{F813703A-0DC3-FCDB-7EB0-899EE88A8281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695" creationId="{549E70A2-1933-2E98-6619-1129780C6B37}"/>
          </ac:spMkLst>
        </pc:spChg>
        <pc:spChg chg="add mod">
          <ac:chgData name="Fatima Pillosu" userId="a6295d4dc9e22643" providerId="LiveId" clId="{1D6CBF78-2251-4D85-B3DB-E7425FCA0324}" dt="2024-06-29T23:23:21.971" v="2284" actId="1038"/>
          <ac:spMkLst>
            <pc:docMk/>
            <pc:sldMk cId="43451586" sldId="256"/>
            <ac:spMk id="697" creationId="{7C17573C-C799-5123-16B2-C86801983E31}"/>
          </ac:spMkLst>
        </pc:spChg>
        <pc:spChg chg="add mod">
          <ac:chgData name="Fatima Pillosu" userId="a6295d4dc9e22643" providerId="LiveId" clId="{1D6CBF78-2251-4D85-B3DB-E7425FCA0324}" dt="2024-06-29T23:23:21.971" v="2284" actId="1038"/>
          <ac:spMkLst>
            <pc:docMk/>
            <pc:sldMk cId="43451586" sldId="256"/>
            <ac:spMk id="698" creationId="{9CCE77C0-E23B-B55F-11DB-74B04A4E9816}"/>
          </ac:spMkLst>
        </pc:spChg>
        <pc:spChg chg="add mod">
          <ac:chgData name="Fatima Pillosu" userId="a6295d4dc9e22643" providerId="LiveId" clId="{1D6CBF78-2251-4D85-B3DB-E7425FCA0324}" dt="2024-06-29T23:23:21.971" v="2284" actId="1038"/>
          <ac:spMkLst>
            <pc:docMk/>
            <pc:sldMk cId="43451586" sldId="256"/>
            <ac:spMk id="699" creationId="{88008655-BD2F-CDED-7A90-0047337021C1}"/>
          </ac:spMkLst>
        </pc:spChg>
        <pc:spChg chg="add mod">
          <ac:chgData name="Fatima Pillosu" userId="a6295d4dc9e22643" providerId="LiveId" clId="{1D6CBF78-2251-4D85-B3DB-E7425FCA0324}" dt="2024-06-29T23:23:21.971" v="2284" actId="1038"/>
          <ac:spMkLst>
            <pc:docMk/>
            <pc:sldMk cId="43451586" sldId="256"/>
            <ac:spMk id="700" creationId="{C124DFF1-487D-5E06-130C-A7A162DA5910}"/>
          </ac:spMkLst>
        </pc:spChg>
        <pc:spChg chg="add mod">
          <ac:chgData name="Fatima Pillosu" userId="a6295d4dc9e22643" providerId="LiveId" clId="{1D6CBF78-2251-4D85-B3DB-E7425FCA0324}" dt="2024-06-29T23:23:21.971" v="2284" actId="1038"/>
          <ac:spMkLst>
            <pc:docMk/>
            <pc:sldMk cId="43451586" sldId="256"/>
            <ac:spMk id="701" creationId="{789339E5-7A72-7FB2-0C79-FD1044F52974}"/>
          </ac:spMkLst>
        </pc:spChg>
        <pc:spChg chg="add mod">
          <ac:chgData name="Fatima Pillosu" userId="a6295d4dc9e22643" providerId="LiveId" clId="{1D6CBF78-2251-4D85-B3DB-E7425FCA0324}" dt="2024-06-29T23:23:21.971" v="2284" actId="1038"/>
          <ac:spMkLst>
            <pc:docMk/>
            <pc:sldMk cId="43451586" sldId="256"/>
            <ac:spMk id="702" creationId="{A8FF8CEE-E9A6-F65C-F012-68EB740196A4}"/>
          </ac:spMkLst>
        </pc:spChg>
        <pc:spChg chg="add mod">
          <ac:chgData name="Fatima Pillosu" userId="a6295d4dc9e22643" providerId="LiveId" clId="{1D6CBF78-2251-4D85-B3DB-E7425FCA0324}" dt="2024-06-29T23:23:04.017" v="2279" actId="554"/>
          <ac:spMkLst>
            <pc:docMk/>
            <pc:sldMk cId="43451586" sldId="256"/>
            <ac:spMk id="703" creationId="{55FEC7FE-7728-A7DE-98B3-DEB97495E088}"/>
          </ac:spMkLst>
        </pc:spChg>
        <pc:spChg chg="add mod">
          <ac:chgData name="Fatima Pillosu" userId="a6295d4dc9e22643" providerId="LiveId" clId="{1D6CBF78-2251-4D85-B3DB-E7425FCA0324}" dt="2024-06-29T23:23:04.017" v="2279" actId="554"/>
          <ac:spMkLst>
            <pc:docMk/>
            <pc:sldMk cId="43451586" sldId="256"/>
            <ac:spMk id="704" creationId="{E995B3E1-80A4-5C7B-D7E1-837D27948AF8}"/>
          </ac:spMkLst>
        </pc:spChg>
        <pc:spChg chg="add mod">
          <ac:chgData name="Fatima Pillosu" userId="a6295d4dc9e22643" providerId="LiveId" clId="{1D6CBF78-2251-4D85-B3DB-E7425FCA0324}" dt="2024-06-29T23:22:22.804" v="2265" actId="555"/>
          <ac:spMkLst>
            <pc:docMk/>
            <pc:sldMk cId="43451586" sldId="256"/>
            <ac:spMk id="705" creationId="{7874D21D-7052-3C6D-6B41-A681DC9AB412}"/>
          </ac:spMkLst>
        </pc:spChg>
        <pc:spChg chg="add mod">
          <ac:chgData name="Fatima Pillosu" userId="a6295d4dc9e22643" providerId="LiveId" clId="{1D6CBF78-2251-4D85-B3DB-E7425FCA0324}" dt="2024-06-29T23:22:22.804" v="2265" actId="555"/>
          <ac:spMkLst>
            <pc:docMk/>
            <pc:sldMk cId="43451586" sldId="256"/>
            <ac:spMk id="706" creationId="{33EF2215-1F57-37BF-8335-0D60597BE644}"/>
          </ac:spMkLst>
        </pc:spChg>
        <pc:spChg chg="add mod">
          <ac:chgData name="Fatima Pillosu" userId="a6295d4dc9e22643" providerId="LiveId" clId="{1D6CBF78-2251-4D85-B3DB-E7425FCA0324}" dt="2024-06-29T23:22:22.804" v="2265" actId="555"/>
          <ac:spMkLst>
            <pc:docMk/>
            <pc:sldMk cId="43451586" sldId="256"/>
            <ac:spMk id="707" creationId="{92861C3B-9FE7-FBB4-1D43-2598BFF98C02}"/>
          </ac:spMkLst>
        </pc:spChg>
        <pc:spChg chg="add mod">
          <ac:chgData name="Fatima Pillosu" userId="a6295d4dc9e22643" providerId="LiveId" clId="{1D6CBF78-2251-4D85-B3DB-E7425FCA0324}" dt="2024-06-29T23:22:22.804" v="2265" actId="555"/>
          <ac:spMkLst>
            <pc:docMk/>
            <pc:sldMk cId="43451586" sldId="256"/>
            <ac:spMk id="708" creationId="{E8F309B4-CCC7-5743-08CE-623687D6B0F3}"/>
          </ac:spMkLst>
        </pc:spChg>
        <pc:spChg chg="add mod">
          <ac:chgData name="Fatima Pillosu" userId="a6295d4dc9e22643" providerId="LiveId" clId="{1D6CBF78-2251-4D85-B3DB-E7425FCA0324}" dt="2024-06-29T23:22:22.804" v="2265" actId="555"/>
          <ac:spMkLst>
            <pc:docMk/>
            <pc:sldMk cId="43451586" sldId="256"/>
            <ac:spMk id="709" creationId="{00BF05C8-6055-5551-6EAC-CFFE56A940F4}"/>
          </ac:spMkLst>
        </pc:spChg>
        <pc:spChg chg="add mod">
          <ac:chgData name="Fatima Pillosu" userId="a6295d4dc9e22643" providerId="LiveId" clId="{1D6CBF78-2251-4D85-B3DB-E7425FCA0324}" dt="2024-06-29T23:22:22.804" v="2265" actId="555"/>
          <ac:spMkLst>
            <pc:docMk/>
            <pc:sldMk cId="43451586" sldId="256"/>
            <ac:spMk id="710" creationId="{6F8093E4-3268-9B0A-086E-F7C01EE3B28B}"/>
          </ac:spMkLst>
        </pc:spChg>
        <pc:spChg chg="add mod">
          <ac:chgData name="Fatima Pillosu" userId="a6295d4dc9e22643" providerId="LiveId" clId="{1D6CBF78-2251-4D85-B3DB-E7425FCA0324}" dt="2024-06-29T23:22:22.804" v="2265" actId="555"/>
          <ac:spMkLst>
            <pc:docMk/>
            <pc:sldMk cId="43451586" sldId="256"/>
            <ac:spMk id="711" creationId="{D2F50BEC-CC57-BE5E-E8F8-16A93360BF13}"/>
          </ac:spMkLst>
        </pc:spChg>
        <pc:spChg chg="add mod">
          <ac:chgData name="Fatima Pillosu" userId="a6295d4dc9e22643" providerId="LiveId" clId="{1D6CBF78-2251-4D85-B3DB-E7425FCA0324}" dt="2024-06-29T23:22:22.804" v="2265" actId="555"/>
          <ac:spMkLst>
            <pc:docMk/>
            <pc:sldMk cId="43451586" sldId="256"/>
            <ac:spMk id="712" creationId="{74CB9AB9-3B04-1C7D-FA67-4650112AD9B1}"/>
          </ac:spMkLst>
        </pc:spChg>
        <pc:spChg chg="add mod">
          <ac:chgData name="Fatima Pillosu" userId="a6295d4dc9e22643" providerId="LiveId" clId="{1D6CBF78-2251-4D85-B3DB-E7425FCA0324}" dt="2024-06-29T23:22:22.804" v="2265" actId="555"/>
          <ac:spMkLst>
            <pc:docMk/>
            <pc:sldMk cId="43451586" sldId="256"/>
            <ac:spMk id="713" creationId="{29D45CB1-C312-4F40-49BD-7A8DC56B834A}"/>
          </ac:spMkLst>
        </pc:spChg>
        <pc:spChg chg="add mod">
          <ac:chgData name="Fatima Pillosu" userId="a6295d4dc9e22643" providerId="LiveId" clId="{1D6CBF78-2251-4D85-B3DB-E7425FCA0324}" dt="2024-06-29T23:22:22.804" v="2265" actId="555"/>
          <ac:spMkLst>
            <pc:docMk/>
            <pc:sldMk cId="43451586" sldId="256"/>
            <ac:spMk id="714" creationId="{8EB66DCE-6123-F9D2-62DD-6CA3024B5877}"/>
          </ac:spMkLst>
        </pc:spChg>
        <pc:spChg chg="add mod">
          <ac:chgData name="Fatima Pillosu" userId="a6295d4dc9e22643" providerId="LiveId" clId="{1D6CBF78-2251-4D85-B3DB-E7425FCA0324}" dt="2024-06-29T23:22:22.804" v="2265" actId="555"/>
          <ac:spMkLst>
            <pc:docMk/>
            <pc:sldMk cId="43451586" sldId="256"/>
            <ac:spMk id="715" creationId="{E20A3ECD-9042-500D-E822-43BB3A838B79}"/>
          </ac:spMkLst>
        </pc:spChg>
        <pc:spChg chg="add mod">
          <ac:chgData name="Fatima Pillosu" userId="a6295d4dc9e22643" providerId="LiveId" clId="{1D6CBF78-2251-4D85-B3DB-E7425FCA0324}" dt="2024-06-29T23:25:24.345" v="2286" actId="207"/>
          <ac:spMkLst>
            <pc:docMk/>
            <pc:sldMk cId="43451586" sldId="256"/>
            <ac:spMk id="716" creationId="{8AB7B439-9D18-FD5C-5754-19FD66FE0958}"/>
          </ac:spMkLst>
        </pc:spChg>
        <pc:spChg chg="add mod">
          <ac:chgData name="Fatima Pillosu" userId="a6295d4dc9e22643" providerId="LiveId" clId="{1D6CBF78-2251-4D85-B3DB-E7425FCA0324}" dt="2024-06-29T23:25:17.559" v="2285" actId="207"/>
          <ac:spMkLst>
            <pc:docMk/>
            <pc:sldMk cId="43451586" sldId="256"/>
            <ac:spMk id="717" creationId="{9448AB5A-5518-ECF9-A66D-05D7D471FC17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18" creationId="{DE4AB540-5F74-6029-6341-C9585064B7C0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19" creationId="{8A66F6BF-E540-82DD-E4B8-D293D379DCC1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20" creationId="{EC0EE389-4B7D-2688-438E-8136C55DE107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21" creationId="{1E73637B-7AE2-657A-AF16-54B34FD20C59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22" creationId="{0698E198-8F83-AFA7-54BB-534DC700082B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23" creationId="{A58DE3E9-45ED-9AEE-77C3-A2FC7FC7A06D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24" creationId="{12709BF2-DBDA-59B0-6498-09A95BA5F438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25" creationId="{1AB9BCFF-7E74-311F-ECE5-7B7AB6A9F25B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26" creationId="{EDDE338C-3E58-5E1E-1F55-0680BF68D752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27" creationId="{BDEE40BE-DD74-5499-3156-F47611323189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28" creationId="{EC3B262F-F665-BC02-703F-694A8151445A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29" creationId="{8FA0611F-E58B-BB6A-5A97-1F507C5C7116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30" creationId="{275AD283-E7A8-B677-24D5-E8773130F871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31" creationId="{892F522D-D57B-51D6-49DF-791725269E48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32" creationId="{1F8AE4DD-7FBF-6CAD-A047-8B929DF531D5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33" creationId="{7D6A82D8-1C99-D4E8-A8BE-73E4068CA3C9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34" creationId="{421711CF-B44C-2382-3130-ED039D6C0CAE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35" creationId="{AC8BD3EA-4C38-F224-EC06-FB73E64A1864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36" creationId="{FB1316DF-BCEE-4513-237B-A7315FF151AD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37" creationId="{EC790F7C-A709-1A6D-5E6D-AF9CB877AC0D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38" creationId="{0A59A298-4E81-D1AB-177C-92C87C354E96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39" creationId="{DD438DBE-71D2-C013-8C1D-9FDF4CB039B7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40" creationId="{DFD21A9A-D406-7E08-F2BE-F9BD2256DFDC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43" creationId="{358D5BA2-AC09-E3BE-5925-4E280BF5392C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45" creationId="{A8CC62F0-F0F5-BB7C-7090-165827B009EA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46" creationId="{224951B6-201A-62C3-DF30-8BED60E209CB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47" creationId="{D66BC3B6-6FCC-1F9D-8AAF-BC0A8DF55987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48" creationId="{33A1E241-1F83-A87C-4CB6-350B02147144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49" creationId="{7B1D2795-5380-39F2-E4E2-0E9A73718374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50" creationId="{E0D9EE54-E630-BE33-8FAF-26B753BD5112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51" creationId="{B540D4B0-1565-BB57-E3A6-5A5A72714B5B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52" creationId="{AA2DCEF9-BC9D-C6FF-2E16-187CC480DE36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53" creationId="{A9DDECDC-ADCB-7C8B-E024-F0847A1C7E3A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54" creationId="{1141BE46-0E31-8815-50C9-64F169A8767A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55" creationId="{563E7CC2-A585-B58A-1246-799EB33139CF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56" creationId="{42DDBF0F-90A6-4F14-C1BE-0D4853D453F6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57" creationId="{44F954D5-AAE7-D694-C5EA-9688337428C5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58" creationId="{3E15F64D-F4D9-5B58-02C9-393E992A9346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59" creationId="{5A9E7597-0FBD-8C84-A3DA-9DD9719216B6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60" creationId="{5FCD5A6A-6CE2-E2A2-3D18-E56B4ABD0C98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61" creationId="{E6D6809F-1659-33C1-72A2-D47C851E8EC7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62" creationId="{B61C2670-65F0-04A8-84CE-D918EACDF7DE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63" creationId="{BEA09D59-5A26-F783-6FDE-9C25DC976B89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64" creationId="{ED070E8E-B856-5C68-40DE-2F1F8E95A8EC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65" creationId="{EBE83CCF-4885-72C9-6A97-96E948D951F8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66" creationId="{20B28656-5DB3-65BD-36F4-DBBA967920E5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67" creationId="{D8641BE1-6CD9-7E4D-E2CD-2B1456EA844A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68" creationId="{7610650F-D3E4-DFA1-716F-0621CD07F223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69" creationId="{0D6BD531-3A87-3742-5A40-070BC09FFDBF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71" creationId="{39634027-628E-FD64-26AD-6B48398A0DBA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74" creationId="{4A0C66AA-527E-FBD3-4EA9-2D8C7A8439ED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75" creationId="{53786A25-BF5D-DD4A-11A4-24196734E502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76" creationId="{2A4BE103-7C09-BB50-9A93-95709158774D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77" creationId="{24BE8C28-F441-5648-C02C-0B394AAC9267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78" creationId="{CDD9B423-DBD5-45AC-045E-CD2DE2C251E9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79" creationId="{2BDFC988-6BEE-8F2B-314B-A7C9CC7AE102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80" creationId="{3F6A373D-1512-4A70-DD87-F376AB69B750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81" creationId="{E6C3F952-0914-4C3D-C859-53A44087F7EB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82" creationId="{C8AAC689-DD18-D864-5D53-7A644AF75EB7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83" creationId="{F1B9B417-B98D-CA70-0A56-420E7BB44407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84" creationId="{2CD2DA22-BA9E-6BEE-866F-E1237B2A0200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85" creationId="{6667EEC8-FBF3-7CDA-86FD-FF3037E44F4C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86" creationId="{D3109596-9E20-E94E-3C6A-9DB517257DA9}"/>
          </ac:spMkLst>
        </pc:spChg>
        <pc:spChg chg="add mod">
          <ac:chgData name="Fatima Pillosu" userId="a6295d4dc9e22643" providerId="LiveId" clId="{1D6CBF78-2251-4D85-B3DB-E7425FCA0324}" dt="2024-06-25T15:10:00.973" v="2149" actId="14100"/>
          <ac:spMkLst>
            <pc:docMk/>
            <pc:sldMk cId="43451586" sldId="256"/>
            <ac:spMk id="787" creationId="{0992449B-E2BD-5656-FCBA-66DA5579C5B4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88" creationId="{FBC7318D-1ADC-03C2-C0AA-599DF73A44A0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89" creationId="{5DAF83FA-08B8-C856-1B3B-B496269AADF0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90" creationId="{D7F4B012-0B74-C11E-7270-C9B8ECCBCFC6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91" creationId="{5C26A753-3727-DC2B-BA3E-D763C511BCFB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92" creationId="{E3E51514-1538-439E-5571-DEEECA02B410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93" creationId="{031BE832-D8F6-000A-2840-A8284532E766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94" creationId="{D0821DE5-733F-B9B2-46F2-3B291C5289E1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95" creationId="{2AFA75F4-9320-83AC-F418-AE771A4C791F}"/>
          </ac:spMkLst>
        </pc:spChg>
        <pc:spChg chg="add mod">
          <ac:chgData name="Fatima Pillosu" userId="a6295d4dc9e22643" providerId="LiveId" clId="{1D6CBF78-2251-4D85-B3DB-E7425FCA0324}" dt="2024-06-29T23:08:50.778" v="2177" actId="1076"/>
          <ac:spMkLst>
            <pc:docMk/>
            <pc:sldMk cId="43451586" sldId="256"/>
            <ac:spMk id="796" creationId="{E28B8D0E-83FA-08E7-EE28-ADE3FDDFD4A1}"/>
          </ac:spMkLst>
        </pc:spChg>
        <pc:spChg chg="add mod">
          <ac:chgData name="Fatima Pillosu" userId="a6295d4dc9e22643" providerId="LiveId" clId="{1D6CBF78-2251-4D85-B3DB-E7425FCA0324}" dt="2024-06-25T15:06:27.597" v="2072" actId="1035"/>
          <ac:spMkLst>
            <pc:docMk/>
            <pc:sldMk cId="43451586" sldId="256"/>
            <ac:spMk id="797" creationId="{88481371-71E7-BED9-B2C5-856F81DF9B00}"/>
          </ac:spMkLst>
        </pc:spChg>
        <pc:spChg chg="mod">
          <ac:chgData name="Fatima Pillosu" userId="a6295d4dc9e22643" providerId="LiveId" clId="{1D6CBF78-2251-4D85-B3DB-E7425FCA0324}" dt="2024-06-25T15:06:20.024" v="2070"/>
          <ac:spMkLst>
            <pc:docMk/>
            <pc:sldMk cId="43451586" sldId="256"/>
            <ac:spMk id="800" creationId="{B4C84AA5-3CE1-4573-7E9B-04E3AD3B3BBE}"/>
          </ac:spMkLst>
        </pc:spChg>
        <pc:spChg chg="mod">
          <ac:chgData name="Fatima Pillosu" userId="a6295d4dc9e22643" providerId="LiveId" clId="{1D6CBF78-2251-4D85-B3DB-E7425FCA0324}" dt="2024-06-25T15:06:20.024" v="2070"/>
          <ac:spMkLst>
            <pc:docMk/>
            <pc:sldMk cId="43451586" sldId="256"/>
            <ac:spMk id="801" creationId="{D648D7DB-7680-71B8-C4A6-50E8EF8EAEB4}"/>
          </ac:spMkLst>
        </pc:spChg>
        <pc:spChg chg="mod">
          <ac:chgData name="Fatima Pillosu" userId="a6295d4dc9e22643" providerId="LiveId" clId="{1D6CBF78-2251-4D85-B3DB-E7425FCA0324}" dt="2024-06-25T15:06:20.024" v="2070"/>
          <ac:spMkLst>
            <pc:docMk/>
            <pc:sldMk cId="43451586" sldId="256"/>
            <ac:spMk id="802" creationId="{1920489C-DC11-EC8C-5AD0-90721BD2EF45}"/>
          </ac:spMkLst>
        </pc:spChg>
        <pc:spChg chg="mod">
          <ac:chgData name="Fatima Pillosu" userId="a6295d4dc9e22643" providerId="LiveId" clId="{1D6CBF78-2251-4D85-B3DB-E7425FCA0324}" dt="2024-06-25T15:06:20.024" v="2070"/>
          <ac:spMkLst>
            <pc:docMk/>
            <pc:sldMk cId="43451586" sldId="256"/>
            <ac:spMk id="803" creationId="{8FE81C05-BC3D-DD70-E19D-510DA0B7799B}"/>
          </ac:spMkLst>
        </pc:spChg>
        <pc:spChg chg="mod">
          <ac:chgData name="Fatima Pillosu" userId="a6295d4dc9e22643" providerId="LiveId" clId="{1D6CBF78-2251-4D85-B3DB-E7425FCA0324}" dt="2024-06-25T15:06:20.024" v="2070"/>
          <ac:spMkLst>
            <pc:docMk/>
            <pc:sldMk cId="43451586" sldId="256"/>
            <ac:spMk id="804" creationId="{F74C3E7B-E834-70DA-C44E-3528AADA5E93}"/>
          </ac:spMkLst>
        </pc:spChg>
        <pc:spChg chg="mod">
          <ac:chgData name="Fatima Pillosu" userId="a6295d4dc9e22643" providerId="LiveId" clId="{1D6CBF78-2251-4D85-B3DB-E7425FCA0324}" dt="2024-06-25T15:06:20.024" v="2070"/>
          <ac:spMkLst>
            <pc:docMk/>
            <pc:sldMk cId="43451586" sldId="256"/>
            <ac:spMk id="805" creationId="{128FD253-767A-D108-1663-3C85F381E768}"/>
          </ac:spMkLst>
        </pc:spChg>
        <pc:spChg chg="mod">
          <ac:chgData name="Fatima Pillosu" userId="a6295d4dc9e22643" providerId="LiveId" clId="{1D6CBF78-2251-4D85-B3DB-E7425FCA0324}" dt="2024-06-25T15:06:20.024" v="2070"/>
          <ac:spMkLst>
            <pc:docMk/>
            <pc:sldMk cId="43451586" sldId="256"/>
            <ac:spMk id="806" creationId="{7309E3EC-1FB5-D14F-9307-F3BD0803DEC7}"/>
          </ac:spMkLst>
        </pc:spChg>
        <pc:spChg chg="mod">
          <ac:chgData name="Fatima Pillosu" userId="a6295d4dc9e22643" providerId="LiveId" clId="{1D6CBF78-2251-4D85-B3DB-E7425FCA0324}" dt="2024-06-25T15:06:20.024" v="2070"/>
          <ac:spMkLst>
            <pc:docMk/>
            <pc:sldMk cId="43451586" sldId="256"/>
            <ac:spMk id="807" creationId="{7BA54F7F-1581-F139-0CF3-6A355C0A8C8F}"/>
          </ac:spMkLst>
        </pc:spChg>
        <pc:spChg chg="mod">
          <ac:chgData name="Fatima Pillosu" userId="a6295d4dc9e22643" providerId="LiveId" clId="{1D6CBF78-2251-4D85-B3DB-E7425FCA0324}" dt="2024-06-25T15:06:20.024" v="2070"/>
          <ac:spMkLst>
            <pc:docMk/>
            <pc:sldMk cId="43451586" sldId="256"/>
            <ac:spMk id="808" creationId="{D09AEF63-74DC-63CA-A1E4-F1D4516236BA}"/>
          </ac:spMkLst>
        </pc:spChg>
        <pc:grpChg chg="del">
          <ac:chgData name="Fatima Pillosu" userId="a6295d4dc9e22643" providerId="LiveId" clId="{1D6CBF78-2251-4D85-B3DB-E7425FCA0324}" dt="2024-06-25T11:13:48.008" v="129" actId="165"/>
          <ac:grpSpMkLst>
            <pc:docMk/>
            <pc:sldMk cId="43451586" sldId="256"/>
            <ac:grpSpMk id="242" creationId="{77C3DE1B-5A82-9ECB-7706-2DB53250F791}"/>
          </ac:grpSpMkLst>
        </pc:grpChg>
        <pc:grpChg chg="add del mod">
          <ac:chgData name="Fatima Pillosu" userId="a6295d4dc9e22643" providerId="LiveId" clId="{1D6CBF78-2251-4D85-B3DB-E7425FCA0324}" dt="2024-06-25T15:06:09.611" v="2069" actId="21"/>
          <ac:grpSpMkLst>
            <pc:docMk/>
            <pc:sldMk cId="43451586" sldId="256"/>
            <ac:grpSpMk id="442" creationId="{A0618D8A-7DD9-D8EE-92C1-11FF3BD941D5}"/>
          </ac:grpSpMkLst>
        </pc:grpChg>
        <pc:grpChg chg="add mod">
          <ac:chgData name="Fatima Pillosu" userId="a6295d4dc9e22643" providerId="LiveId" clId="{1D6CBF78-2251-4D85-B3DB-E7425FCA0324}" dt="2024-06-25T15:04:22.336" v="1998"/>
          <ac:grpSpMkLst>
            <pc:docMk/>
            <pc:sldMk cId="43451586" sldId="256"/>
            <ac:grpSpMk id="554" creationId="{A0618D8A-7DD9-D8EE-92C1-11FF3BD941D5}"/>
          </ac:grpSpMkLst>
        </pc:grpChg>
        <pc:grpChg chg="add mod">
          <ac:chgData name="Fatima Pillosu" userId="a6295d4dc9e22643" providerId="LiveId" clId="{1D6CBF78-2251-4D85-B3DB-E7425FCA0324}" dt="2024-06-25T15:04:56.285" v="2004"/>
          <ac:grpSpMkLst>
            <pc:docMk/>
            <pc:sldMk cId="43451586" sldId="256"/>
            <ac:grpSpMk id="676" creationId="{A0618D8A-7DD9-D8EE-92C1-11FF3BD941D5}"/>
          </ac:grpSpMkLst>
        </pc:grpChg>
        <pc:grpChg chg="add mod">
          <ac:chgData name="Fatima Pillosu" userId="a6295d4dc9e22643" providerId="LiveId" clId="{1D6CBF78-2251-4D85-B3DB-E7425FCA0324}" dt="2024-06-25T15:06:47.149" v="2076" actId="1035"/>
          <ac:grpSpMkLst>
            <pc:docMk/>
            <pc:sldMk cId="43451586" sldId="256"/>
            <ac:grpSpMk id="798" creationId="{A0618D8A-7DD9-D8EE-92C1-11FF3BD941D5}"/>
          </ac:grpSpMkLst>
        </pc:grpChg>
        <pc:picChg chg="add del mod ord modCrop">
          <ac:chgData name="Fatima Pillosu" userId="a6295d4dc9e22643" providerId="LiveId" clId="{1D6CBF78-2251-4D85-B3DB-E7425FCA0324}" dt="2024-06-29T23:30:33.920" v="2287" actId="478"/>
          <ac:picMkLst>
            <pc:docMk/>
            <pc:sldMk cId="43451586" sldId="256"/>
            <ac:picMk id="3" creationId="{80B2AEEE-8EAC-CDF3-49E9-3972D0BC36D9}"/>
          </ac:picMkLst>
        </pc:picChg>
        <pc:picChg chg="add del mod">
          <ac:chgData name="Fatima Pillosu" userId="a6295d4dc9e22643" providerId="LiveId" clId="{1D6CBF78-2251-4D85-B3DB-E7425FCA0324}" dt="2024-06-25T11:16:09.244" v="161" actId="21"/>
          <ac:picMkLst>
            <pc:docMk/>
            <pc:sldMk cId="43451586" sldId="256"/>
            <ac:picMk id="7" creationId="{73CAFFB5-7EFE-E980-95EF-9FAD04069007}"/>
          </ac:picMkLst>
        </pc:picChg>
        <pc:picChg chg="add del mod">
          <ac:chgData name="Fatima Pillosu" userId="a6295d4dc9e22643" providerId="LiveId" clId="{1D6CBF78-2251-4D85-B3DB-E7425FCA0324}" dt="2024-06-25T11:16:09.244" v="161" actId="21"/>
          <ac:picMkLst>
            <pc:docMk/>
            <pc:sldMk cId="43451586" sldId="256"/>
            <ac:picMk id="8" creationId="{F62342E9-CC25-8393-C713-DA59C3D90811}"/>
          </ac:picMkLst>
        </pc:picChg>
        <pc:picChg chg="add del mod">
          <ac:chgData name="Fatima Pillosu" userId="a6295d4dc9e22643" providerId="LiveId" clId="{1D6CBF78-2251-4D85-B3DB-E7425FCA0324}" dt="2024-06-25T11:16:09.244" v="161" actId="21"/>
          <ac:picMkLst>
            <pc:docMk/>
            <pc:sldMk cId="43451586" sldId="256"/>
            <ac:picMk id="15" creationId="{E12B2AAC-7CBA-914A-D973-10C8400C8457}"/>
          </ac:picMkLst>
        </pc:picChg>
        <pc:picChg chg="add del mod ord modCrop">
          <ac:chgData name="Fatima Pillosu" userId="a6295d4dc9e22643" providerId="LiveId" clId="{1D6CBF78-2251-4D85-B3DB-E7425FCA0324}" dt="2024-06-29T23:21:52.435" v="2263" actId="167"/>
          <ac:picMkLst>
            <pc:docMk/>
            <pc:sldMk cId="43451586" sldId="256"/>
            <ac:picMk id="25" creationId="{B9A4A0B2-7CE8-807A-7D42-59FD74AC158E}"/>
          </ac:picMkLst>
        </pc:picChg>
        <pc:picChg chg="add mod modCrop">
          <ac:chgData name="Fatima Pillosu" userId="a6295d4dc9e22643" providerId="LiveId" clId="{1D6CBF78-2251-4D85-B3DB-E7425FCA0324}" dt="2024-06-29T23:31:30.069" v="2300" actId="1076"/>
          <ac:picMkLst>
            <pc:docMk/>
            <pc:sldMk cId="43451586" sldId="256"/>
            <ac:picMk id="27" creationId="{95B25774-144F-ED37-0F77-4BD1F3D23CF5}"/>
          </ac:picMkLst>
        </pc:picChg>
        <pc:picChg chg="add del mod">
          <ac:chgData name="Fatima Pillosu" userId="a6295d4dc9e22643" providerId="LiveId" clId="{1D6CBF78-2251-4D85-B3DB-E7425FCA0324}" dt="2024-06-25T11:16:09.244" v="161" actId="21"/>
          <ac:picMkLst>
            <pc:docMk/>
            <pc:sldMk cId="43451586" sldId="256"/>
            <ac:picMk id="63" creationId="{259E5FA4-D93C-D567-F4CC-11FAF951FD8F}"/>
          </ac:picMkLst>
        </pc:picChg>
        <pc:picChg chg="del">
          <ac:chgData name="Fatima Pillosu" userId="a6295d4dc9e22643" providerId="LiveId" clId="{1D6CBF78-2251-4D85-B3DB-E7425FCA0324}" dt="2024-06-25T11:15:46.465" v="159" actId="21"/>
          <ac:picMkLst>
            <pc:docMk/>
            <pc:sldMk cId="43451586" sldId="256"/>
            <ac:picMk id="137" creationId="{73CAFFB5-7EFE-E980-95EF-9FAD04069007}"/>
          </ac:picMkLst>
        </pc:picChg>
        <pc:picChg chg="del mod modCrop">
          <ac:chgData name="Fatima Pillosu" userId="a6295d4dc9e22643" providerId="LiveId" clId="{1D6CBF78-2251-4D85-B3DB-E7425FCA0324}" dt="2024-06-25T11:15:46.465" v="159" actId="21"/>
          <ac:picMkLst>
            <pc:docMk/>
            <pc:sldMk cId="43451586" sldId="256"/>
            <ac:picMk id="138" creationId="{F62342E9-CC25-8393-C713-DA59C3D90811}"/>
          </ac:picMkLst>
        </pc:picChg>
        <pc:picChg chg="del mod">
          <ac:chgData name="Fatima Pillosu" userId="a6295d4dc9e22643" providerId="LiveId" clId="{1D6CBF78-2251-4D85-B3DB-E7425FCA0324}" dt="2024-06-25T11:15:46.465" v="159" actId="21"/>
          <ac:picMkLst>
            <pc:docMk/>
            <pc:sldMk cId="43451586" sldId="256"/>
            <ac:picMk id="145" creationId="{E12B2AAC-7CBA-914A-D973-10C8400C8457}"/>
          </ac:picMkLst>
        </pc:picChg>
        <pc:picChg chg="del mod">
          <ac:chgData name="Fatima Pillosu" userId="a6295d4dc9e22643" providerId="LiveId" clId="{1D6CBF78-2251-4D85-B3DB-E7425FCA0324}" dt="2024-06-25T11:15:46.465" v="159" actId="21"/>
          <ac:picMkLst>
            <pc:docMk/>
            <pc:sldMk cId="43451586" sldId="256"/>
            <ac:picMk id="193" creationId="{259E5FA4-D93C-D567-F4CC-11FAF951FD8F}"/>
          </ac:picMkLst>
        </pc:picChg>
        <pc:picChg chg="del mod modCrop">
          <ac:chgData name="Fatima Pillosu" userId="a6295d4dc9e22643" providerId="LiveId" clId="{1D6CBF78-2251-4D85-B3DB-E7425FCA0324}" dt="2024-06-25T11:15:46.465" v="159" actId="21"/>
          <ac:picMkLst>
            <pc:docMk/>
            <pc:sldMk cId="43451586" sldId="256"/>
            <ac:picMk id="219" creationId="{95637F64-7F7A-8E2F-2912-CFA21DBA6F6D}"/>
          </ac:picMkLst>
        </pc:picChg>
        <pc:picChg chg="del mod topLvl">
          <ac:chgData name="Fatima Pillosu" userId="a6295d4dc9e22643" providerId="LiveId" clId="{1D6CBF78-2251-4D85-B3DB-E7425FCA0324}" dt="2024-06-25T11:15:46.465" v="159" actId="21"/>
          <ac:picMkLst>
            <pc:docMk/>
            <pc:sldMk cId="43451586" sldId="256"/>
            <ac:picMk id="243" creationId="{57CEB5DD-105C-1520-0B60-0C5B46232D16}"/>
          </ac:picMkLst>
        </pc:picChg>
        <pc:picChg chg="add del mod">
          <ac:chgData name="Fatima Pillosu" userId="a6295d4dc9e22643" providerId="LiveId" clId="{1D6CBF78-2251-4D85-B3DB-E7425FCA0324}" dt="2024-06-25T11:16:09.244" v="161" actId="21"/>
          <ac:picMkLst>
            <pc:docMk/>
            <pc:sldMk cId="43451586" sldId="256"/>
            <ac:picMk id="268" creationId="{95637F64-7F7A-8E2F-2912-CFA21DBA6F6D}"/>
          </ac:picMkLst>
        </pc:picChg>
        <pc:picChg chg="add del mod">
          <ac:chgData name="Fatima Pillosu" userId="a6295d4dc9e22643" providerId="LiveId" clId="{1D6CBF78-2251-4D85-B3DB-E7425FCA0324}" dt="2024-06-25T11:16:09.244" v="161" actId="21"/>
          <ac:picMkLst>
            <pc:docMk/>
            <pc:sldMk cId="43451586" sldId="256"/>
            <ac:picMk id="291" creationId="{57CEB5DD-105C-1520-0B60-0C5B46232D16}"/>
          </ac:picMkLst>
        </pc:picChg>
        <pc:picChg chg="add del mod">
          <ac:chgData name="Fatima Pillosu" userId="a6295d4dc9e22643" providerId="LiveId" clId="{1D6CBF78-2251-4D85-B3DB-E7425FCA0324}" dt="2024-06-25T15:06:09.611" v="2069" actId="21"/>
          <ac:picMkLst>
            <pc:docMk/>
            <pc:sldMk cId="43451586" sldId="256"/>
            <ac:picMk id="305" creationId="{73CAFFB5-7EFE-E980-95EF-9FAD04069007}"/>
          </ac:picMkLst>
        </pc:picChg>
        <pc:picChg chg="add del mod">
          <ac:chgData name="Fatima Pillosu" userId="a6295d4dc9e22643" providerId="LiveId" clId="{1D6CBF78-2251-4D85-B3DB-E7425FCA0324}" dt="2024-06-25T15:06:09.611" v="2069" actId="21"/>
          <ac:picMkLst>
            <pc:docMk/>
            <pc:sldMk cId="43451586" sldId="256"/>
            <ac:picMk id="306" creationId="{F62342E9-CC25-8393-C713-DA59C3D90811}"/>
          </ac:picMkLst>
        </pc:picChg>
        <pc:picChg chg="add del mod">
          <ac:chgData name="Fatima Pillosu" userId="a6295d4dc9e22643" providerId="LiveId" clId="{1D6CBF78-2251-4D85-B3DB-E7425FCA0324}" dt="2024-06-25T15:06:09.611" v="2069" actId="21"/>
          <ac:picMkLst>
            <pc:docMk/>
            <pc:sldMk cId="43451586" sldId="256"/>
            <ac:picMk id="313" creationId="{E12B2AAC-7CBA-914A-D973-10C8400C8457}"/>
          </ac:picMkLst>
        </pc:picChg>
        <pc:picChg chg="add del mod">
          <ac:chgData name="Fatima Pillosu" userId="a6295d4dc9e22643" providerId="LiveId" clId="{1D6CBF78-2251-4D85-B3DB-E7425FCA0324}" dt="2024-06-25T15:06:09.611" v="2069" actId="21"/>
          <ac:picMkLst>
            <pc:docMk/>
            <pc:sldMk cId="43451586" sldId="256"/>
            <ac:picMk id="361" creationId="{259E5FA4-D93C-D567-F4CC-11FAF951FD8F}"/>
          </ac:picMkLst>
        </pc:picChg>
        <pc:picChg chg="add del mod">
          <ac:chgData name="Fatima Pillosu" userId="a6295d4dc9e22643" providerId="LiveId" clId="{1D6CBF78-2251-4D85-B3DB-E7425FCA0324}" dt="2024-06-25T15:06:09.611" v="2069" actId="21"/>
          <ac:picMkLst>
            <pc:docMk/>
            <pc:sldMk cId="43451586" sldId="256"/>
            <ac:picMk id="387" creationId="{95637F64-7F7A-8E2F-2912-CFA21DBA6F6D}"/>
          </ac:picMkLst>
        </pc:picChg>
        <pc:picChg chg="add mod">
          <ac:chgData name="Fatima Pillosu" userId="a6295d4dc9e22643" providerId="LiveId" clId="{1D6CBF78-2251-4D85-B3DB-E7425FCA0324}" dt="2024-06-25T15:02:58.439" v="1983" actId="164"/>
          <ac:picMkLst>
            <pc:docMk/>
            <pc:sldMk cId="43451586" sldId="256"/>
            <ac:picMk id="410" creationId="{57CEB5DD-105C-1520-0B60-0C5B46232D16}"/>
          </ac:picMkLst>
        </pc:picChg>
        <pc:picChg chg="add mod">
          <ac:chgData name="Fatima Pillosu" userId="a6295d4dc9e22643" providerId="LiveId" clId="{1D6CBF78-2251-4D85-B3DB-E7425FCA0324}" dt="2024-06-25T15:04:22.336" v="1998"/>
          <ac:picMkLst>
            <pc:docMk/>
            <pc:sldMk cId="43451586" sldId="256"/>
            <ac:picMk id="444" creationId="{73CAFFB5-7EFE-E980-95EF-9FAD04069007}"/>
          </ac:picMkLst>
        </pc:picChg>
        <pc:picChg chg="add mod">
          <ac:chgData name="Fatima Pillosu" userId="a6295d4dc9e22643" providerId="LiveId" clId="{1D6CBF78-2251-4D85-B3DB-E7425FCA0324}" dt="2024-06-25T15:04:22.336" v="1998"/>
          <ac:picMkLst>
            <pc:docMk/>
            <pc:sldMk cId="43451586" sldId="256"/>
            <ac:picMk id="445" creationId="{F62342E9-CC25-8393-C713-DA59C3D90811}"/>
          </ac:picMkLst>
        </pc:picChg>
        <pc:picChg chg="add mod">
          <ac:chgData name="Fatima Pillosu" userId="a6295d4dc9e22643" providerId="LiveId" clId="{1D6CBF78-2251-4D85-B3DB-E7425FCA0324}" dt="2024-06-25T15:04:22.336" v="1998"/>
          <ac:picMkLst>
            <pc:docMk/>
            <pc:sldMk cId="43451586" sldId="256"/>
            <ac:picMk id="452" creationId="{E12B2AAC-7CBA-914A-D973-10C8400C8457}"/>
          </ac:picMkLst>
        </pc:picChg>
        <pc:picChg chg="add mod">
          <ac:chgData name="Fatima Pillosu" userId="a6295d4dc9e22643" providerId="LiveId" clId="{1D6CBF78-2251-4D85-B3DB-E7425FCA0324}" dt="2024-06-25T15:04:22.336" v="1998"/>
          <ac:picMkLst>
            <pc:docMk/>
            <pc:sldMk cId="43451586" sldId="256"/>
            <ac:picMk id="500" creationId="{259E5FA4-D93C-D567-F4CC-11FAF951FD8F}"/>
          </ac:picMkLst>
        </pc:picChg>
        <pc:picChg chg="add mod">
          <ac:chgData name="Fatima Pillosu" userId="a6295d4dc9e22643" providerId="LiveId" clId="{1D6CBF78-2251-4D85-B3DB-E7425FCA0324}" dt="2024-06-25T15:04:22.336" v="1998"/>
          <ac:picMkLst>
            <pc:docMk/>
            <pc:sldMk cId="43451586" sldId="256"/>
            <ac:picMk id="526" creationId="{95637F64-7F7A-8E2F-2912-CFA21DBA6F6D}"/>
          </ac:picMkLst>
        </pc:picChg>
        <pc:picChg chg="mod">
          <ac:chgData name="Fatima Pillosu" userId="a6295d4dc9e22643" providerId="LiveId" clId="{1D6CBF78-2251-4D85-B3DB-E7425FCA0324}" dt="2024-06-25T15:04:22.336" v="1998"/>
          <ac:picMkLst>
            <pc:docMk/>
            <pc:sldMk cId="43451586" sldId="256"/>
            <ac:picMk id="555" creationId="{57CEB5DD-105C-1520-0B60-0C5B46232D16}"/>
          </ac:picMkLst>
        </pc:picChg>
        <pc:picChg chg="add mod">
          <ac:chgData name="Fatima Pillosu" userId="a6295d4dc9e22643" providerId="LiveId" clId="{1D6CBF78-2251-4D85-B3DB-E7425FCA0324}" dt="2024-06-25T15:04:56.285" v="2004"/>
          <ac:picMkLst>
            <pc:docMk/>
            <pc:sldMk cId="43451586" sldId="256"/>
            <ac:picMk id="566" creationId="{73CAFFB5-7EFE-E980-95EF-9FAD04069007}"/>
          </ac:picMkLst>
        </pc:picChg>
        <pc:picChg chg="add mod">
          <ac:chgData name="Fatima Pillosu" userId="a6295d4dc9e22643" providerId="LiveId" clId="{1D6CBF78-2251-4D85-B3DB-E7425FCA0324}" dt="2024-06-25T15:04:56.285" v="2004"/>
          <ac:picMkLst>
            <pc:docMk/>
            <pc:sldMk cId="43451586" sldId="256"/>
            <ac:picMk id="567" creationId="{F62342E9-CC25-8393-C713-DA59C3D90811}"/>
          </ac:picMkLst>
        </pc:picChg>
        <pc:picChg chg="add mod">
          <ac:chgData name="Fatima Pillosu" userId="a6295d4dc9e22643" providerId="LiveId" clId="{1D6CBF78-2251-4D85-B3DB-E7425FCA0324}" dt="2024-06-25T15:04:56.285" v="2004"/>
          <ac:picMkLst>
            <pc:docMk/>
            <pc:sldMk cId="43451586" sldId="256"/>
            <ac:picMk id="574" creationId="{E12B2AAC-7CBA-914A-D973-10C8400C8457}"/>
          </ac:picMkLst>
        </pc:picChg>
        <pc:picChg chg="add mod">
          <ac:chgData name="Fatima Pillosu" userId="a6295d4dc9e22643" providerId="LiveId" clId="{1D6CBF78-2251-4D85-B3DB-E7425FCA0324}" dt="2024-06-25T15:04:56.285" v="2004"/>
          <ac:picMkLst>
            <pc:docMk/>
            <pc:sldMk cId="43451586" sldId="256"/>
            <ac:picMk id="622" creationId="{259E5FA4-D93C-D567-F4CC-11FAF951FD8F}"/>
          </ac:picMkLst>
        </pc:picChg>
        <pc:picChg chg="add mod">
          <ac:chgData name="Fatima Pillosu" userId="a6295d4dc9e22643" providerId="LiveId" clId="{1D6CBF78-2251-4D85-B3DB-E7425FCA0324}" dt="2024-06-25T15:04:56.285" v="2004"/>
          <ac:picMkLst>
            <pc:docMk/>
            <pc:sldMk cId="43451586" sldId="256"/>
            <ac:picMk id="648" creationId="{95637F64-7F7A-8E2F-2912-CFA21DBA6F6D}"/>
          </ac:picMkLst>
        </pc:picChg>
        <pc:picChg chg="mod">
          <ac:chgData name="Fatima Pillosu" userId="a6295d4dc9e22643" providerId="LiveId" clId="{1D6CBF78-2251-4D85-B3DB-E7425FCA0324}" dt="2024-06-25T15:04:56.285" v="2004"/>
          <ac:picMkLst>
            <pc:docMk/>
            <pc:sldMk cId="43451586" sldId="256"/>
            <ac:picMk id="677" creationId="{57CEB5DD-105C-1520-0B60-0C5B46232D16}"/>
          </ac:picMkLst>
        </pc:picChg>
        <pc:picChg chg="add mod">
          <ac:chgData name="Fatima Pillosu" userId="a6295d4dc9e22643" providerId="LiveId" clId="{1D6CBF78-2251-4D85-B3DB-E7425FCA0324}" dt="2024-06-25T15:06:27.597" v="2072" actId="1035"/>
          <ac:picMkLst>
            <pc:docMk/>
            <pc:sldMk cId="43451586" sldId="256"/>
            <ac:picMk id="688" creationId="{73CAFFB5-7EFE-E980-95EF-9FAD04069007}"/>
          </ac:picMkLst>
        </pc:picChg>
        <pc:picChg chg="add mod">
          <ac:chgData name="Fatima Pillosu" userId="a6295d4dc9e22643" providerId="LiveId" clId="{1D6CBF78-2251-4D85-B3DB-E7425FCA0324}" dt="2024-06-25T15:06:27.597" v="2072" actId="1035"/>
          <ac:picMkLst>
            <pc:docMk/>
            <pc:sldMk cId="43451586" sldId="256"/>
            <ac:picMk id="689" creationId="{F62342E9-CC25-8393-C713-DA59C3D90811}"/>
          </ac:picMkLst>
        </pc:picChg>
        <pc:picChg chg="add del mod">
          <ac:chgData name="Fatima Pillosu" userId="a6295d4dc9e22643" providerId="LiveId" clId="{1D6CBF78-2251-4D85-B3DB-E7425FCA0324}" dt="2024-06-29T23:21:56.688" v="2264" actId="478"/>
          <ac:picMkLst>
            <pc:docMk/>
            <pc:sldMk cId="43451586" sldId="256"/>
            <ac:picMk id="696" creationId="{E12B2AAC-7CBA-914A-D973-10C8400C8457}"/>
          </ac:picMkLst>
        </pc:picChg>
        <pc:picChg chg="add mod">
          <ac:chgData name="Fatima Pillosu" userId="a6295d4dc9e22643" providerId="LiveId" clId="{1D6CBF78-2251-4D85-B3DB-E7425FCA0324}" dt="2024-06-25T15:06:27.597" v="2072" actId="1035"/>
          <ac:picMkLst>
            <pc:docMk/>
            <pc:sldMk cId="43451586" sldId="256"/>
            <ac:picMk id="744" creationId="{259E5FA4-D93C-D567-F4CC-11FAF951FD8F}"/>
          </ac:picMkLst>
        </pc:picChg>
        <pc:picChg chg="add mod">
          <ac:chgData name="Fatima Pillosu" userId="a6295d4dc9e22643" providerId="LiveId" clId="{1D6CBF78-2251-4D85-B3DB-E7425FCA0324}" dt="2024-06-25T15:06:27.597" v="2072" actId="1035"/>
          <ac:picMkLst>
            <pc:docMk/>
            <pc:sldMk cId="43451586" sldId="256"/>
            <ac:picMk id="770" creationId="{95637F64-7F7A-8E2F-2912-CFA21DBA6F6D}"/>
          </ac:picMkLst>
        </pc:picChg>
        <pc:picChg chg="mod">
          <ac:chgData name="Fatima Pillosu" userId="a6295d4dc9e22643" providerId="LiveId" clId="{1D6CBF78-2251-4D85-B3DB-E7425FCA0324}" dt="2024-06-25T15:06:20.024" v="2070"/>
          <ac:picMkLst>
            <pc:docMk/>
            <pc:sldMk cId="43451586" sldId="256"/>
            <ac:picMk id="799" creationId="{57CEB5DD-105C-1520-0B60-0C5B46232D16}"/>
          </ac:picMkLst>
        </pc:picChg>
        <pc:cxnChg chg="add mod">
          <ac:chgData name="Fatima Pillosu" userId="a6295d4dc9e22643" providerId="LiveId" clId="{1D6CBF78-2251-4D85-B3DB-E7425FCA0324}" dt="2024-06-29T23:31:54.271" v="2304" actId="14100"/>
          <ac:cxnSpMkLst>
            <pc:docMk/>
            <pc:sldMk cId="43451586" sldId="256"/>
            <ac:cxnSpMk id="6" creationId="{C9FEFF1C-BA4E-8DE0-D135-1B87734177E8}"/>
          </ac:cxnSpMkLst>
        </pc:cxnChg>
        <pc:cxnChg chg="add mod ord">
          <ac:chgData name="Fatima Pillosu" userId="a6295d4dc9e22643" providerId="LiveId" clId="{1D6CBF78-2251-4D85-B3DB-E7425FCA0324}" dt="2024-06-29T23:31:43.743" v="2302" actId="14100"/>
          <ac:cxnSpMkLst>
            <pc:docMk/>
            <pc:sldMk cId="43451586" sldId="256"/>
            <ac:cxnSpMk id="7" creationId="{5E06CAD1-ACBF-2EB4-126A-7FB8DE3FAD1F}"/>
          </ac:cxnSpMkLst>
        </pc:cxnChg>
        <pc:cxnChg chg="add del mod">
          <ac:chgData name="Fatima Pillosu" userId="a6295d4dc9e22643" providerId="LiveId" clId="{1D6CBF78-2251-4D85-B3DB-E7425FCA0324}" dt="2024-06-25T11:16:09.244" v="161" actId="21"/>
          <ac:cxnSpMkLst>
            <pc:docMk/>
            <pc:sldMk cId="43451586" sldId="256"/>
            <ac:cxnSpMk id="60" creationId="{96F38F1E-27F4-5D15-9110-F41E8C5D158C}"/>
          </ac:cxnSpMkLst>
        </pc:cxnChg>
        <pc:cxnChg chg="add del mod">
          <ac:chgData name="Fatima Pillosu" userId="a6295d4dc9e22643" providerId="LiveId" clId="{1D6CBF78-2251-4D85-B3DB-E7425FCA0324}" dt="2024-06-25T11:16:09.244" v="161" actId="21"/>
          <ac:cxnSpMkLst>
            <pc:docMk/>
            <pc:sldMk cId="43451586" sldId="256"/>
            <ac:cxnSpMk id="61" creationId="{B0C963F5-716B-06BD-2613-304F6902AA5B}"/>
          </ac:cxnSpMkLst>
        </pc:cxnChg>
        <pc:cxnChg chg="del">
          <ac:chgData name="Fatima Pillosu" userId="a6295d4dc9e22643" providerId="LiveId" clId="{1D6CBF78-2251-4D85-B3DB-E7425FCA0324}" dt="2024-06-25T11:15:46.465" v="159" actId="21"/>
          <ac:cxnSpMkLst>
            <pc:docMk/>
            <pc:sldMk cId="43451586" sldId="256"/>
            <ac:cxnSpMk id="190" creationId="{96F38F1E-27F4-5D15-9110-F41E8C5D158C}"/>
          </ac:cxnSpMkLst>
        </pc:cxnChg>
        <pc:cxnChg chg="del">
          <ac:chgData name="Fatima Pillosu" userId="a6295d4dc9e22643" providerId="LiveId" clId="{1D6CBF78-2251-4D85-B3DB-E7425FCA0324}" dt="2024-06-25T11:15:46.465" v="159" actId="21"/>
          <ac:cxnSpMkLst>
            <pc:docMk/>
            <pc:sldMk cId="43451586" sldId="256"/>
            <ac:cxnSpMk id="191" creationId="{B0C963F5-716B-06BD-2613-304F6902AA5B}"/>
          </ac:cxnSpMkLst>
        </pc:cxnChg>
        <pc:cxnChg chg="del mod">
          <ac:chgData name="Fatima Pillosu" userId="a6295d4dc9e22643" providerId="LiveId" clId="{1D6CBF78-2251-4D85-B3DB-E7425FCA0324}" dt="2024-06-25T11:15:46.465" v="159" actId="21"/>
          <ac:cxnSpMkLst>
            <pc:docMk/>
            <pc:sldMk cId="43451586" sldId="256"/>
            <ac:cxnSpMk id="221" creationId="{75B337C4-0287-72DA-F2E3-61A8BEB757D3}"/>
          </ac:cxnSpMkLst>
        </pc:cxnChg>
        <pc:cxnChg chg="del">
          <ac:chgData name="Fatima Pillosu" userId="a6295d4dc9e22643" providerId="LiveId" clId="{1D6CBF78-2251-4D85-B3DB-E7425FCA0324}" dt="2024-06-25T11:15:46.465" v="159" actId="21"/>
          <ac:cxnSpMkLst>
            <pc:docMk/>
            <pc:sldMk cId="43451586" sldId="256"/>
            <ac:cxnSpMk id="222" creationId="{22E0DD79-CD88-1652-BF93-9261B6DEDD16}"/>
          </ac:cxnSpMkLst>
        </pc:cxnChg>
        <pc:cxnChg chg="add del mod">
          <ac:chgData name="Fatima Pillosu" userId="a6295d4dc9e22643" providerId="LiveId" clId="{1D6CBF78-2251-4D85-B3DB-E7425FCA0324}" dt="2024-06-25T11:16:09.244" v="161" actId="21"/>
          <ac:cxnSpMkLst>
            <pc:docMk/>
            <pc:sldMk cId="43451586" sldId="256"/>
            <ac:cxnSpMk id="270" creationId="{75B337C4-0287-72DA-F2E3-61A8BEB757D3}"/>
          </ac:cxnSpMkLst>
        </pc:cxnChg>
        <pc:cxnChg chg="add del mod">
          <ac:chgData name="Fatima Pillosu" userId="a6295d4dc9e22643" providerId="LiveId" clId="{1D6CBF78-2251-4D85-B3DB-E7425FCA0324}" dt="2024-06-25T11:16:09.244" v="161" actId="21"/>
          <ac:cxnSpMkLst>
            <pc:docMk/>
            <pc:sldMk cId="43451586" sldId="256"/>
            <ac:cxnSpMk id="271" creationId="{22E0DD79-CD88-1652-BF93-9261B6DEDD16}"/>
          </ac:cxnSpMkLst>
        </pc:cxnChg>
        <pc:cxnChg chg="add del mod">
          <ac:chgData name="Fatima Pillosu" userId="a6295d4dc9e22643" providerId="LiveId" clId="{1D6CBF78-2251-4D85-B3DB-E7425FCA0324}" dt="2024-06-25T15:06:09.611" v="2069" actId="21"/>
          <ac:cxnSpMkLst>
            <pc:docMk/>
            <pc:sldMk cId="43451586" sldId="256"/>
            <ac:cxnSpMk id="358" creationId="{96F38F1E-27F4-5D15-9110-F41E8C5D158C}"/>
          </ac:cxnSpMkLst>
        </pc:cxnChg>
        <pc:cxnChg chg="add del mod">
          <ac:chgData name="Fatima Pillosu" userId="a6295d4dc9e22643" providerId="LiveId" clId="{1D6CBF78-2251-4D85-B3DB-E7425FCA0324}" dt="2024-06-25T15:06:09.611" v="2069" actId="21"/>
          <ac:cxnSpMkLst>
            <pc:docMk/>
            <pc:sldMk cId="43451586" sldId="256"/>
            <ac:cxnSpMk id="359" creationId="{B0C963F5-716B-06BD-2613-304F6902AA5B}"/>
          </ac:cxnSpMkLst>
        </pc:cxnChg>
        <pc:cxnChg chg="add del mod">
          <ac:chgData name="Fatima Pillosu" userId="a6295d4dc9e22643" providerId="LiveId" clId="{1D6CBF78-2251-4D85-B3DB-E7425FCA0324}" dt="2024-06-25T15:06:09.611" v="2069" actId="21"/>
          <ac:cxnSpMkLst>
            <pc:docMk/>
            <pc:sldMk cId="43451586" sldId="256"/>
            <ac:cxnSpMk id="389" creationId="{75B337C4-0287-72DA-F2E3-61A8BEB757D3}"/>
          </ac:cxnSpMkLst>
        </pc:cxnChg>
        <pc:cxnChg chg="add del mod">
          <ac:chgData name="Fatima Pillosu" userId="a6295d4dc9e22643" providerId="LiveId" clId="{1D6CBF78-2251-4D85-B3DB-E7425FCA0324}" dt="2024-06-25T15:06:09.611" v="2069" actId="21"/>
          <ac:cxnSpMkLst>
            <pc:docMk/>
            <pc:sldMk cId="43451586" sldId="256"/>
            <ac:cxnSpMk id="390" creationId="{22E0DD79-CD88-1652-BF93-9261B6DEDD16}"/>
          </ac:cxnSpMkLst>
        </pc:cxnChg>
        <pc:cxnChg chg="add mod">
          <ac:chgData name="Fatima Pillosu" userId="a6295d4dc9e22643" providerId="LiveId" clId="{1D6CBF78-2251-4D85-B3DB-E7425FCA0324}" dt="2024-06-25T15:04:22.336" v="1998"/>
          <ac:cxnSpMkLst>
            <pc:docMk/>
            <pc:sldMk cId="43451586" sldId="256"/>
            <ac:cxnSpMk id="497" creationId="{96F38F1E-27F4-5D15-9110-F41E8C5D158C}"/>
          </ac:cxnSpMkLst>
        </pc:cxnChg>
        <pc:cxnChg chg="add mod">
          <ac:chgData name="Fatima Pillosu" userId="a6295d4dc9e22643" providerId="LiveId" clId="{1D6CBF78-2251-4D85-B3DB-E7425FCA0324}" dt="2024-06-25T15:04:22.336" v="1998"/>
          <ac:cxnSpMkLst>
            <pc:docMk/>
            <pc:sldMk cId="43451586" sldId="256"/>
            <ac:cxnSpMk id="498" creationId="{B0C963F5-716B-06BD-2613-304F6902AA5B}"/>
          </ac:cxnSpMkLst>
        </pc:cxnChg>
        <pc:cxnChg chg="add mod">
          <ac:chgData name="Fatima Pillosu" userId="a6295d4dc9e22643" providerId="LiveId" clId="{1D6CBF78-2251-4D85-B3DB-E7425FCA0324}" dt="2024-06-25T15:04:22.336" v="1998"/>
          <ac:cxnSpMkLst>
            <pc:docMk/>
            <pc:sldMk cId="43451586" sldId="256"/>
            <ac:cxnSpMk id="528" creationId="{75B337C4-0287-72DA-F2E3-61A8BEB757D3}"/>
          </ac:cxnSpMkLst>
        </pc:cxnChg>
        <pc:cxnChg chg="add mod">
          <ac:chgData name="Fatima Pillosu" userId="a6295d4dc9e22643" providerId="LiveId" clId="{1D6CBF78-2251-4D85-B3DB-E7425FCA0324}" dt="2024-06-25T15:04:22.336" v="1998"/>
          <ac:cxnSpMkLst>
            <pc:docMk/>
            <pc:sldMk cId="43451586" sldId="256"/>
            <ac:cxnSpMk id="529" creationId="{22E0DD79-CD88-1652-BF93-9261B6DEDD16}"/>
          </ac:cxnSpMkLst>
        </pc:cxnChg>
        <pc:cxnChg chg="add mod">
          <ac:chgData name="Fatima Pillosu" userId="a6295d4dc9e22643" providerId="LiveId" clId="{1D6CBF78-2251-4D85-B3DB-E7425FCA0324}" dt="2024-06-25T15:04:56.285" v="2004"/>
          <ac:cxnSpMkLst>
            <pc:docMk/>
            <pc:sldMk cId="43451586" sldId="256"/>
            <ac:cxnSpMk id="619" creationId="{96F38F1E-27F4-5D15-9110-F41E8C5D158C}"/>
          </ac:cxnSpMkLst>
        </pc:cxnChg>
        <pc:cxnChg chg="add mod">
          <ac:chgData name="Fatima Pillosu" userId="a6295d4dc9e22643" providerId="LiveId" clId="{1D6CBF78-2251-4D85-B3DB-E7425FCA0324}" dt="2024-06-25T15:04:56.285" v="2004"/>
          <ac:cxnSpMkLst>
            <pc:docMk/>
            <pc:sldMk cId="43451586" sldId="256"/>
            <ac:cxnSpMk id="620" creationId="{B0C963F5-716B-06BD-2613-304F6902AA5B}"/>
          </ac:cxnSpMkLst>
        </pc:cxnChg>
        <pc:cxnChg chg="add mod">
          <ac:chgData name="Fatima Pillosu" userId="a6295d4dc9e22643" providerId="LiveId" clId="{1D6CBF78-2251-4D85-B3DB-E7425FCA0324}" dt="2024-06-25T15:04:56.285" v="2004"/>
          <ac:cxnSpMkLst>
            <pc:docMk/>
            <pc:sldMk cId="43451586" sldId="256"/>
            <ac:cxnSpMk id="650" creationId="{75B337C4-0287-72DA-F2E3-61A8BEB757D3}"/>
          </ac:cxnSpMkLst>
        </pc:cxnChg>
        <pc:cxnChg chg="add mod">
          <ac:chgData name="Fatima Pillosu" userId="a6295d4dc9e22643" providerId="LiveId" clId="{1D6CBF78-2251-4D85-B3DB-E7425FCA0324}" dt="2024-06-25T15:04:56.285" v="2004"/>
          <ac:cxnSpMkLst>
            <pc:docMk/>
            <pc:sldMk cId="43451586" sldId="256"/>
            <ac:cxnSpMk id="651" creationId="{22E0DD79-CD88-1652-BF93-9261B6DEDD16}"/>
          </ac:cxnSpMkLst>
        </pc:cxnChg>
        <pc:cxnChg chg="add mod">
          <ac:chgData name="Fatima Pillosu" userId="a6295d4dc9e22643" providerId="LiveId" clId="{1D6CBF78-2251-4D85-B3DB-E7425FCA0324}" dt="2024-06-25T15:06:27.597" v="2072" actId="1035"/>
          <ac:cxnSpMkLst>
            <pc:docMk/>
            <pc:sldMk cId="43451586" sldId="256"/>
            <ac:cxnSpMk id="741" creationId="{96F38F1E-27F4-5D15-9110-F41E8C5D158C}"/>
          </ac:cxnSpMkLst>
        </pc:cxnChg>
        <pc:cxnChg chg="add mod">
          <ac:chgData name="Fatima Pillosu" userId="a6295d4dc9e22643" providerId="LiveId" clId="{1D6CBF78-2251-4D85-B3DB-E7425FCA0324}" dt="2024-06-25T15:06:27.597" v="2072" actId="1035"/>
          <ac:cxnSpMkLst>
            <pc:docMk/>
            <pc:sldMk cId="43451586" sldId="256"/>
            <ac:cxnSpMk id="742" creationId="{B0C963F5-716B-06BD-2613-304F6902AA5B}"/>
          </ac:cxnSpMkLst>
        </pc:cxnChg>
        <pc:cxnChg chg="add mod">
          <ac:chgData name="Fatima Pillosu" userId="a6295d4dc9e22643" providerId="LiveId" clId="{1D6CBF78-2251-4D85-B3DB-E7425FCA0324}" dt="2024-06-25T15:06:27.597" v="2072" actId="1035"/>
          <ac:cxnSpMkLst>
            <pc:docMk/>
            <pc:sldMk cId="43451586" sldId="256"/>
            <ac:cxnSpMk id="772" creationId="{75B337C4-0287-72DA-F2E3-61A8BEB757D3}"/>
          </ac:cxnSpMkLst>
        </pc:cxnChg>
        <pc:cxnChg chg="add mod">
          <ac:chgData name="Fatima Pillosu" userId="a6295d4dc9e22643" providerId="LiveId" clId="{1D6CBF78-2251-4D85-B3DB-E7425FCA0324}" dt="2024-06-25T15:06:27.597" v="2072" actId="1035"/>
          <ac:cxnSpMkLst>
            <pc:docMk/>
            <pc:sldMk cId="43451586" sldId="256"/>
            <ac:cxnSpMk id="773" creationId="{22E0DD79-CD88-1652-BF93-9261B6DEDD16}"/>
          </ac:cxnSpMkLst>
        </pc:cxnChg>
      </pc:sldChg>
      <pc:sldMasterChg chg="modSp modSldLayout">
        <pc:chgData name="Fatima Pillosu" userId="a6295d4dc9e22643" providerId="LiveId" clId="{1D6CBF78-2251-4D85-B3DB-E7425FCA0324}" dt="2024-06-25T15:05:02.610" v="2005"/>
        <pc:sldMasterMkLst>
          <pc:docMk/>
          <pc:sldMasterMk cId="1206257301" sldId="2147483696"/>
        </pc:sldMasterMkLst>
        <pc:spChg chg="mod">
          <ac:chgData name="Fatima Pillosu" userId="a6295d4dc9e22643" providerId="LiveId" clId="{1D6CBF78-2251-4D85-B3DB-E7425FCA0324}" dt="2024-06-25T15:05:02.610" v="2005"/>
          <ac:spMkLst>
            <pc:docMk/>
            <pc:sldMasterMk cId="1206257301" sldId="2147483696"/>
            <ac:spMk id="2" creationId="{00000000-0000-0000-0000-000000000000}"/>
          </ac:spMkLst>
        </pc:spChg>
        <pc:spChg chg="mod">
          <ac:chgData name="Fatima Pillosu" userId="a6295d4dc9e22643" providerId="LiveId" clId="{1D6CBF78-2251-4D85-B3DB-E7425FCA0324}" dt="2024-06-25T15:05:02.610" v="2005"/>
          <ac:spMkLst>
            <pc:docMk/>
            <pc:sldMasterMk cId="1206257301" sldId="2147483696"/>
            <ac:spMk id="3" creationId="{00000000-0000-0000-0000-000000000000}"/>
          </ac:spMkLst>
        </pc:spChg>
        <pc:spChg chg="mod">
          <ac:chgData name="Fatima Pillosu" userId="a6295d4dc9e22643" providerId="LiveId" clId="{1D6CBF78-2251-4D85-B3DB-E7425FCA0324}" dt="2024-06-25T15:05:02.610" v="2005"/>
          <ac:spMkLst>
            <pc:docMk/>
            <pc:sldMasterMk cId="1206257301" sldId="2147483696"/>
            <ac:spMk id="4" creationId="{00000000-0000-0000-0000-000000000000}"/>
          </ac:spMkLst>
        </pc:spChg>
        <pc:spChg chg="mod">
          <ac:chgData name="Fatima Pillosu" userId="a6295d4dc9e22643" providerId="LiveId" clId="{1D6CBF78-2251-4D85-B3DB-E7425FCA0324}" dt="2024-06-25T15:05:02.610" v="2005"/>
          <ac:spMkLst>
            <pc:docMk/>
            <pc:sldMasterMk cId="1206257301" sldId="2147483696"/>
            <ac:spMk id="5" creationId="{00000000-0000-0000-0000-000000000000}"/>
          </ac:spMkLst>
        </pc:spChg>
        <pc:spChg chg="mod">
          <ac:chgData name="Fatima Pillosu" userId="a6295d4dc9e22643" providerId="LiveId" clId="{1D6CBF78-2251-4D85-B3DB-E7425FCA0324}" dt="2024-06-25T15:05:02.610" v="2005"/>
          <ac:spMkLst>
            <pc:docMk/>
            <pc:sldMasterMk cId="1206257301" sldId="2147483696"/>
            <ac:spMk id="6" creationId="{00000000-0000-0000-0000-000000000000}"/>
          </ac:spMkLst>
        </pc:spChg>
        <pc:sldLayoutChg chg="modSp">
          <pc:chgData name="Fatima Pillosu" userId="a6295d4dc9e22643" providerId="LiveId" clId="{1D6CBF78-2251-4D85-B3DB-E7425FCA0324}" dt="2024-06-25T15:05:02.610" v="2005"/>
          <pc:sldLayoutMkLst>
            <pc:docMk/>
            <pc:sldMasterMk cId="1206257301" sldId="2147483696"/>
            <pc:sldLayoutMk cId="3953703028" sldId="2147483697"/>
          </pc:sldLayoutMkLst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3953703028" sldId="2147483697"/>
              <ac:spMk id="2" creationId="{00000000-0000-0000-0000-000000000000}"/>
            </ac:spMkLst>
          </pc:spChg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3953703028" sldId="2147483697"/>
              <ac:spMk id="3" creationId="{00000000-0000-0000-0000-000000000000}"/>
            </ac:spMkLst>
          </pc:spChg>
        </pc:sldLayoutChg>
        <pc:sldLayoutChg chg="modSp">
          <pc:chgData name="Fatima Pillosu" userId="a6295d4dc9e22643" providerId="LiveId" clId="{1D6CBF78-2251-4D85-B3DB-E7425FCA0324}" dt="2024-06-25T15:05:02.610" v="2005"/>
          <pc:sldLayoutMkLst>
            <pc:docMk/>
            <pc:sldMasterMk cId="1206257301" sldId="2147483696"/>
            <pc:sldLayoutMk cId="3778729074" sldId="2147483699"/>
          </pc:sldLayoutMkLst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3778729074" sldId="2147483699"/>
              <ac:spMk id="2" creationId="{00000000-0000-0000-0000-000000000000}"/>
            </ac:spMkLst>
          </pc:spChg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3778729074" sldId="2147483699"/>
              <ac:spMk id="3" creationId="{00000000-0000-0000-0000-000000000000}"/>
            </ac:spMkLst>
          </pc:spChg>
        </pc:sldLayoutChg>
        <pc:sldLayoutChg chg="modSp">
          <pc:chgData name="Fatima Pillosu" userId="a6295d4dc9e22643" providerId="LiveId" clId="{1D6CBF78-2251-4D85-B3DB-E7425FCA0324}" dt="2024-06-25T15:05:02.610" v="2005"/>
          <pc:sldLayoutMkLst>
            <pc:docMk/>
            <pc:sldMasterMk cId="1206257301" sldId="2147483696"/>
            <pc:sldLayoutMk cId="93782296" sldId="2147483700"/>
          </pc:sldLayoutMkLst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93782296" sldId="2147483700"/>
              <ac:spMk id="3" creationId="{00000000-0000-0000-0000-000000000000}"/>
            </ac:spMkLst>
          </pc:spChg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93782296" sldId="2147483700"/>
              <ac:spMk id="4" creationId="{00000000-0000-0000-0000-000000000000}"/>
            </ac:spMkLst>
          </pc:spChg>
        </pc:sldLayoutChg>
        <pc:sldLayoutChg chg="modSp">
          <pc:chgData name="Fatima Pillosu" userId="a6295d4dc9e22643" providerId="LiveId" clId="{1D6CBF78-2251-4D85-B3DB-E7425FCA0324}" dt="2024-06-25T15:05:02.610" v="2005"/>
          <pc:sldLayoutMkLst>
            <pc:docMk/>
            <pc:sldMasterMk cId="1206257301" sldId="2147483696"/>
            <pc:sldLayoutMk cId="3570612289" sldId="2147483701"/>
          </pc:sldLayoutMkLst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3570612289" sldId="2147483701"/>
              <ac:spMk id="2" creationId="{00000000-0000-0000-0000-000000000000}"/>
            </ac:spMkLst>
          </pc:spChg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3570612289" sldId="2147483701"/>
              <ac:spMk id="3" creationId="{00000000-0000-0000-0000-000000000000}"/>
            </ac:spMkLst>
          </pc:spChg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3570612289" sldId="2147483701"/>
              <ac:spMk id="4" creationId="{00000000-0000-0000-0000-000000000000}"/>
            </ac:spMkLst>
          </pc:spChg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3570612289" sldId="2147483701"/>
              <ac:spMk id="5" creationId="{00000000-0000-0000-0000-000000000000}"/>
            </ac:spMkLst>
          </pc:spChg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3570612289" sldId="2147483701"/>
              <ac:spMk id="6" creationId="{00000000-0000-0000-0000-000000000000}"/>
            </ac:spMkLst>
          </pc:spChg>
        </pc:sldLayoutChg>
        <pc:sldLayoutChg chg="modSp">
          <pc:chgData name="Fatima Pillosu" userId="a6295d4dc9e22643" providerId="LiveId" clId="{1D6CBF78-2251-4D85-B3DB-E7425FCA0324}" dt="2024-06-25T15:05:02.610" v="2005"/>
          <pc:sldLayoutMkLst>
            <pc:docMk/>
            <pc:sldMasterMk cId="1206257301" sldId="2147483696"/>
            <pc:sldLayoutMk cId="879058373" sldId="2147483704"/>
          </pc:sldLayoutMkLst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879058373" sldId="2147483704"/>
              <ac:spMk id="2" creationId="{00000000-0000-0000-0000-000000000000}"/>
            </ac:spMkLst>
          </pc:spChg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879058373" sldId="2147483704"/>
              <ac:spMk id="3" creationId="{00000000-0000-0000-0000-000000000000}"/>
            </ac:spMkLst>
          </pc:spChg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879058373" sldId="2147483704"/>
              <ac:spMk id="4" creationId="{00000000-0000-0000-0000-000000000000}"/>
            </ac:spMkLst>
          </pc:spChg>
        </pc:sldLayoutChg>
        <pc:sldLayoutChg chg="modSp">
          <pc:chgData name="Fatima Pillosu" userId="a6295d4dc9e22643" providerId="LiveId" clId="{1D6CBF78-2251-4D85-B3DB-E7425FCA0324}" dt="2024-06-25T15:05:02.610" v="2005"/>
          <pc:sldLayoutMkLst>
            <pc:docMk/>
            <pc:sldMasterMk cId="1206257301" sldId="2147483696"/>
            <pc:sldLayoutMk cId="1494146513" sldId="2147483705"/>
          </pc:sldLayoutMkLst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1494146513" sldId="2147483705"/>
              <ac:spMk id="2" creationId="{00000000-0000-0000-0000-000000000000}"/>
            </ac:spMkLst>
          </pc:spChg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1494146513" sldId="2147483705"/>
              <ac:spMk id="3" creationId="{00000000-0000-0000-0000-000000000000}"/>
            </ac:spMkLst>
          </pc:spChg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1494146513" sldId="2147483705"/>
              <ac:spMk id="4" creationId="{00000000-0000-0000-0000-000000000000}"/>
            </ac:spMkLst>
          </pc:spChg>
        </pc:sldLayoutChg>
        <pc:sldLayoutChg chg="modSp">
          <pc:chgData name="Fatima Pillosu" userId="a6295d4dc9e22643" providerId="LiveId" clId="{1D6CBF78-2251-4D85-B3DB-E7425FCA0324}" dt="2024-06-25T15:05:02.610" v="2005"/>
          <pc:sldLayoutMkLst>
            <pc:docMk/>
            <pc:sldMasterMk cId="1206257301" sldId="2147483696"/>
            <pc:sldLayoutMk cId="3684375739" sldId="2147483707"/>
          </pc:sldLayoutMkLst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3684375739" sldId="2147483707"/>
              <ac:spMk id="2" creationId="{00000000-0000-0000-0000-000000000000}"/>
            </ac:spMkLst>
          </pc:spChg>
          <pc:spChg chg="mod">
            <ac:chgData name="Fatima Pillosu" userId="a6295d4dc9e22643" providerId="LiveId" clId="{1D6CBF78-2251-4D85-B3DB-E7425FCA0324}" dt="2024-06-25T15:05:02.610" v="2005"/>
            <ac:spMkLst>
              <pc:docMk/>
              <pc:sldMasterMk cId="1206257301" sldId="2147483696"/>
              <pc:sldLayoutMk cId="3684375739" sldId="2147483707"/>
              <ac:spMk id="3" creationId="{00000000-0000-0000-0000-000000000000}"/>
            </ac:spMkLst>
          </pc:spChg>
        </pc:sldLayoutChg>
      </pc:sldMasterChg>
    </pc:docChg>
  </pc:docChgLst>
  <pc:docChgLst>
    <pc:chgData name="Fatima Pillosu" userId="a6295d4dc9e22643" providerId="LiveId" clId="{5438E721-07D4-42B4-967A-BCEB468C3805}"/>
    <pc:docChg chg="undo custSel modSld">
      <pc:chgData name="Fatima Pillosu" userId="a6295d4dc9e22643" providerId="LiveId" clId="{5438E721-07D4-42B4-967A-BCEB468C3805}" dt="2024-04-17T16:32:01.252" v="2750" actId="20577"/>
      <pc:docMkLst>
        <pc:docMk/>
      </pc:docMkLst>
      <pc:sldChg chg="addSp delSp modSp mod">
        <pc:chgData name="Fatima Pillosu" userId="a6295d4dc9e22643" providerId="LiveId" clId="{5438E721-07D4-42B4-967A-BCEB468C3805}" dt="2024-04-17T16:32:01.252" v="2750" actId="20577"/>
        <pc:sldMkLst>
          <pc:docMk/>
          <pc:sldMk cId="43451586" sldId="256"/>
        </pc:sldMkLst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3" creationId="{445BC87C-9EF6-E927-7AEB-0285764780B2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4" creationId="{10EC3946-7931-BC74-1623-BA4D28E59F4A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6" creationId="{5097D498-7884-083E-8131-88D3AA410D41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8" creationId="{A1B93E0E-9757-5B9A-C36B-A2B8FEAFD747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0" creationId="{D0E50C15-6FA7-9DEE-40E0-76B3F6C0C691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1" creationId="{82918363-ACC6-3557-8040-E2ACD447AA63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2" creationId="{B6329A48-B055-8A8E-EF5D-9BDDF6B08C84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3" creationId="{2F5CCD79-DE6E-2F87-23EF-8B6A6F7BFF81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4" creationId="{55F2FFFF-1E67-0CC0-8071-A2684F47F4FF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5" creationId="{9634EF9D-F1C7-D664-DECA-C36F5D34CA5E}"/>
          </ac:spMkLst>
        </pc:spChg>
        <pc:spChg chg="del mod">
          <ac:chgData name="Fatima Pillosu" userId="a6295d4dc9e22643" providerId="LiveId" clId="{5438E721-07D4-42B4-967A-BCEB468C3805}" dt="2024-04-17T15:22:00.532" v="414" actId="478"/>
          <ac:spMkLst>
            <pc:docMk/>
            <pc:sldMk cId="43451586" sldId="256"/>
            <ac:spMk id="16" creationId="{772B1B67-9034-ADAF-4BF9-186A0C35D659}"/>
          </ac:spMkLst>
        </pc:spChg>
        <pc:spChg chg="del">
          <ac:chgData name="Fatima Pillosu" userId="a6295d4dc9e22643" providerId="LiveId" clId="{5438E721-07D4-42B4-967A-BCEB468C3805}" dt="2024-04-17T15:22:03.458" v="416" actId="478"/>
          <ac:spMkLst>
            <pc:docMk/>
            <pc:sldMk cId="43451586" sldId="256"/>
            <ac:spMk id="17" creationId="{D22E4715-6F1D-C8C6-044F-B9E93C36EC77}"/>
          </ac:spMkLst>
        </pc:spChg>
        <pc:spChg chg="del">
          <ac:chgData name="Fatima Pillosu" userId="a6295d4dc9e22643" providerId="LiveId" clId="{5438E721-07D4-42B4-967A-BCEB468C3805}" dt="2024-04-17T15:22:02.465" v="415" actId="478"/>
          <ac:spMkLst>
            <pc:docMk/>
            <pc:sldMk cId="43451586" sldId="256"/>
            <ac:spMk id="18" creationId="{A6083196-2A7F-EE67-3B2A-85EA8E452B3C}"/>
          </ac:spMkLst>
        </pc:spChg>
        <pc:spChg chg="del">
          <ac:chgData name="Fatima Pillosu" userId="a6295d4dc9e22643" providerId="LiveId" clId="{5438E721-07D4-42B4-967A-BCEB468C3805}" dt="2024-04-17T15:22:04.740" v="417" actId="478"/>
          <ac:spMkLst>
            <pc:docMk/>
            <pc:sldMk cId="43451586" sldId="256"/>
            <ac:spMk id="19" creationId="{320AD8F5-8DE9-4AFC-A952-EB6E764A282C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20" creationId="{A72713D2-2028-4ED3-D276-2754B6DD6A26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22" creationId="{E170EE73-AC95-3E82-293A-8116D84084EA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23" creationId="{E95DAD8A-5A10-D4C0-70C5-6D9A9289A9F0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24" creationId="{1BF50731-1A25-07FC-C1C7-69371EB68757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25" creationId="{42870D46-A805-572C-E9DA-C5E5BD77A9EB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26" creationId="{B1F6385D-99DF-2C4F-0BC8-5B5CFEF8D548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27" creationId="{5E912223-2680-E2D3-5127-61114C26A07A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28" creationId="{029E9A0C-AD6C-F58E-D1A7-9A68F341E69E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29" creationId="{74F40521-F49B-0E2B-16BF-1174003D07BF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30" creationId="{57017ED3-967F-39D5-2650-519CC684C96F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31" creationId="{361B3BAD-DAC9-E575-BE48-1592C0CA60E0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32" creationId="{D2961B98-B301-75FE-CBF6-E7912D718748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33" creationId="{E7D3A48B-F33C-7177-4E25-A5D0A3333176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34" creationId="{ABA00461-1AB6-A0E1-3BCF-ED9C3D0BDA96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35" creationId="{48F671AE-6EA8-99F7-756F-58D42CC30B99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36" creationId="{6FE083DB-607B-2804-F264-C83A60D70E38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37" creationId="{8FDFB1E1-91C0-6513-B108-FD1F1B07D440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38" creationId="{76DC35CE-1EB6-DE23-4C7C-F18205D4C28E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39" creationId="{1936E868-DAF5-474E-C23A-3357D46BFEA2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40" creationId="{754ADBBC-F0FD-B9DB-0865-25F25F0D4812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41" creationId="{EA53086B-EF30-BE16-0CD2-CD71F155C5F8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42" creationId="{15C7B215-7A0D-EF36-5364-67E7DEF3362E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43" creationId="{5E699CD0-8FC4-2CD9-FF2C-642055121BA6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44" creationId="{AD237919-3694-ECAC-1782-D03067DB0143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45" creationId="{0005D59A-143A-8E6F-22CA-A9286124576C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46" creationId="{EF628157-DE17-5031-A5BC-F24C729A786D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47" creationId="{BD32B201-D646-98EC-30F5-3B00688287DA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48" creationId="{340FC52D-4E1D-991E-AFAA-78770CE8C12F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49" creationId="{A953AC01-1BCA-C0C4-16F6-D3A28BDEB3A0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50" creationId="{B86B49F5-9271-CD03-E298-58CDDB6D95ED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51" creationId="{8B5FA2AD-8DB4-BB08-26B7-E54895F3C8D2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52" creationId="{2D8C32F9-A971-DC91-45ED-D4A6D298413D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53" creationId="{769D2643-C41D-B409-040A-0A0FAC64E1E7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54" creationId="{5011FDCB-C5F3-A2CB-499F-6B4BBEFEDA51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55" creationId="{8869D955-ABBD-6BA4-1DF3-F172B14724DB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56" creationId="{6F534365-013E-8149-E1CF-F4C1201272C1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57" creationId="{372B1089-5587-F2CC-9C3C-6DBA3B6DFFD2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58" creationId="{8823EA26-D72E-77AF-2CF7-BDC0455A6607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59" creationId="{8FD850BE-031E-1BA3-A578-C358F46C840D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60" creationId="{668CE500-2009-FAE5-EB8C-9A34CB1CB885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61" creationId="{1E07D2D7-7E28-A723-570C-FF34B56AB082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62" creationId="{807378DB-2A24-3B52-20F7-578046743C77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63" creationId="{30C050A0-33AC-860B-9015-EFD9230F4A60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64" creationId="{CDFFA31F-EFAA-E345-6235-25C7C9FA0BC2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65" creationId="{563C520B-7AED-5BD6-FFDE-F68D5BE0A108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66" creationId="{7B43FD7D-916D-2EB5-CFEB-24A654E302E1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67" creationId="{9A8A0218-5D4A-E3C1-A0E1-DB2822F40412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68" creationId="{17F52D42-4CBA-6AEF-2386-EFCB97DB00EF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69" creationId="{A5CDD627-7BF5-122B-7AC7-1BA94B4A8BEF}"/>
          </ac:spMkLst>
        </pc:spChg>
        <pc:spChg chg="add del mod">
          <ac:chgData name="Fatima Pillosu" userId="a6295d4dc9e22643" providerId="LiveId" clId="{5438E721-07D4-42B4-967A-BCEB468C3805}" dt="2024-04-17T15:23:04.249" v="478" actId="478"/>
          <ac:spMkLst>
            <pc:docMk/>
            <pc:sldMk cId="43451586" sldId="256"/>
            <ac:spMk id="70" creationId="{CA7367BA-281F-7CB9-0F1A-2E4702A9C803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73" creationId="{71CF41DB-028A-ADF6-E6E2-D30EF467AA36}"/>
          </ac:spMkLst>
        </pc:spChg>
        <pc:spChg chg="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74" creationId="{78240517-55F7-B006-2DF1-825718BE8BBE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75" creationId="{28CE69D7-3B69-A12D-B8E7-0545FA553B12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76" creationId="{B45631E1-8A26-E4E3-5152-DCE9D2C63771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77" creationId="{05A05935-724D-FC64-748D-BFB9BC88500E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78" creationId="{7AF41055-9226-EE94-2593-94E39EA94462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79" creationId="{F66ED17F-8C62-85E5-E52B-E105CBF8601A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80" creationId="{D82FFFE0-1732-57DA-6765-28505697D971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81" creationId="{69099C95-1C33-9A86-3932-D5D509316FF4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82" creationId="{2C43810B-2DF1-4AD6-4F93-C0C7F38C8C40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83" creationId="{DCB25A92-9669-02DC-E63F-192B12AE422A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84" creationId="{E756A8E0-7A86-ABCA-75D4-3EB756DBA95C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85" creationId="{F4B9E7AB-94BE-CC69-1FAE-AE0F885DCC82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86" creationId="{12ED237B-9295-58C3-67EC-7C3E153DF596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87" creationId="{E44CD77A-0CF2-2161-D985-4AA503AE8DA5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88" creationId="{DE691BB0-2A7E-42B9-C7D4-A2CF757F38BB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89" creationId="{2736D38B-FFBF-EBEC-F328-C47427DBC115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92" creationId="{B6703163-7C0D-F0F7-0E7F-E092DE1F09D9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97" creationId="{E20537A7-0639-982C-2442-421B5153B001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00" creationId="{DDCC470A-E06A-BC78-EA6F-A6B0AF93EFA1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01" creationId="{FEA491FF-DEA1-5613-2FB2-AA873EBAC858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02" creationId="{2C4B8CFD-DF72-8426-76AA-F860F4EC99CF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03" creationId="{BE86433C-EA67-8053-BD3F-0639D507E8F0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04" creationId="{AA621DE0-60C0-0EB7-A68C-5DE610024394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05" creationId="{7ACD23FF-16D1-DE12-2B14-E22D56C55604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06" creationId="{38D94BFA-2F78-5975-0CCB-2DAEF0FC14F0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07" creationId="{1CB8AE0D-BE09-8DBA-A2FE-62C0AF6C77E2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08" creationId="{08D247A0-9B74-910A-068F-0072C16572ED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09" creationId="{619C5E7B-4B6C-6753-7AE3-4C2A8070B2A5}"/>
          </ac:spMkLst>
        </pc:spChg>
        <pc:spChg chg="add mod topLvl">
          <ac:chgData name="Fatima Pillosu" userId="a6295d4dc9e22643" providerId="LiveId" clId="{5438E721-07D4-42B4-967A-BCEB468C3805}" dt="2024-04-17T16:24:22.283" v="2672" actId="164"/>
          <ac:spMkLst>
            <pc:docMk/>
            <pc:sldMk cId="43451586" sldId="256"/>
            <ac:spMk id="110" creationId="{A4CABFF9-B51C-D389-D0C6-6CC79E274721}"/>
          </ac:spMkLst>
        </pc:spChg>
        <pc:spChg chg="add mod topLvl">
          <ac:chgData name="Fatima Pillosu" userId="a6295d4dc9e22643" providerId="LiveId" clId="{5438E721-07D4-42B4-967A-BCEB468C3805}" dt="2024-04-17T16:24:22.283" v="2672" actId="164"/>
          <ac:spMkLst>
            <pc:docMk/>
            <pc:sldMk cId="43451586" sldId="256"/>
            <ac:spMk id="111" creationId="{18375214-31E7-15F7-2077-FCBBA3EF8CDF}"/>
          </ac:spMkLst>
        </pc:spChg>
        <pc:spChg chg="add mod topLvl">
          <ac:chgData name="Fatima Pillosu" userId="a6295d4dc9e22643" providerId="LiveId" clId="{5438E721-07D4-42B4-967A-BCEB468C3805}" dt="2024-04-17T16:24:22.283" v="2672" actId="164"/>
          <ac:spMkLst>
            <pc:docMk/>
            <pc:sldMk cId="43451586" sldId="256"/>
            <ac:spMk id="112" creationId="{5F776A3C-70D3-2B1F-367A-29BF7AF094F0}"/>
          </ac:spMkLst>
        </pc:spChg>
        <pc:spChg chg="add del mod">
          <ac:chgData name="Fatima Pillosu" userId="a6295d4dc9e22643" providerId="LiveId" clId="{5438E721-07D4-42B4-967A-BCEB468C3805}" dt="2024-04-17T15:45:12.333" v="1026"/>
          <ac:spMkLst>
            <pc:docMk/>
            <pc:sldMk cId="43451586" sldId="256"/>
            <ac:spMk id="113" creationId="{0A00B52B-F14D-A440-76BC-B964C170DEB7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14" creationId="{D4BCAA14-0231-C41D-295F-12A046C95461}"/>
          </ac:spMkLst>
        </pc:spChg>
        <pc:spChg chg="add del mod">
          <ac:chgData name="Fatima Pillosu" userId="a6295d4dc9e22643" providerId="LiveId" clId="{5438E721-07D4-42B4-967A-BCEB468C3805}" dt="2024-04-17T16:09:29.494" v="2241" actId="478"/>
          <ac:spMkLst>
            <pc:docMk/>
            <pc:sldMk cId="43451586" sldId="256"/>
            <ac:spMk id="115" creationId="{7F4E7F7E-0BC5-86E2-512C-B00D56F21B93}"/>
          </ac:spMkLst>
        </pc:spChg>
        <pc:spChg chg="add del mod">
          <ac:chgData name="Fatima Pillosu" userId="a6295d4dc9e22643" providerId="LiveId" clId="{5438E721-07D4-42B4-967A-BCEB468C3805}" dt="2024-04-17T16:09:31.902" v="2242" actId="478"/>
          <ac:spMkLst>
            <pc:docMk/>
            <pc:sldMk cId="43451586" sldId="256"/>
            <ac:spMk id="118" creationId="{088DEE3B-DCA1-CEF7-CFDF-D66FF31531FC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19" creationId="{E909FDE5-943A-59C4-3A4A-45A0BC6829DB}"/>
          </ac:spMkLst>
        </pc:spChg>
        <pc:spChg chg="add mod">
          <ac:chgData name="Fatima Pillosu" userId="a6295d4dc9e22643" providerId="LiveId" clId="{5438E721-07D4-42B4-967A-BCEB468C3805}" dt="2024-04-17T16:24:22.283" v="2672" actId="164"/>
          <ac:spMkLst>
            <pc:docMk/>
            <pc:sldMk cId="43451586" sldId="256"/>
            <ac:spMk id="120" creationId="{E9DE5B84-4712-BFF6-7EC3-E72AAC98FBCE}"/>
          </ac:spMkLst>
        </pc:spChg>
        <pc:spChg chg="add mod">
          <ac:chgData name="Fatima Pillosu" userId="a6295d4dc9e22643" providerId="LiveId" clId="{5438E721-07D4-42B4-967A-BCEB468C3805}" dt="2024-04-17T16:24:22.283" v="2672" actId="164"/>
          <ac:spMkLst>
            <pc:docMk/>
            <pc:sldMk cId="43451586" sldId="256"/>
            <ac:spMk id="121" creationId="{731396C5-7088-C9C1-A521-0FCB78A6759D}"/>
          </ac:spMkLst>
        </pc:spChg>
        <pc:spChg chg="add mod">
          <ac:chgData name="Fatima Pillosu" userId="a6295d4dc9e22643" providerId="LiveId" clId="{5438E721-07D4-42B4-967A-BCEB468C3805}" dt="2024-04-17T16:24:22.283" v="2672" actId="164"/>
          <ac:spMkLst>
            <pc:docMk/>
            <pc:sldMk cId="43451586" sldId="256"/>
            <ac:spMk id="122" creationId="{16CFCBF6-8E5F-B8BE-3AF8-75495758184E}"/>
          </ac:spMkLst>
        </pc:spChg>
        <pc:spChg chg="add mod">
          <ac:chgData name="Fatima Pillosu" userId="a6295d4dc9e22643" providerId="LiveId" clId="{5438E721-07D4-42B4-967A-BCEB468C3805}" dt="2024-04-17T16:24:22.283" v="2672" actId="164"/>
          <ac:spMkLst>
            <pc:docMk/>
            <pc:sldMk cId="43451586" sldId="256"/>
            <ac:spMk id="123" creationId="{B1F5C1E0-BAEB-4ABE-0252-BE77CAAA4F93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24" creationId="{DE5EFA23-037A-3FC5-1FB0-9C45E8B735C7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25" creationId="{259F893D-6D88-CB24-2039-605D31D2AA0C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28" creationId="{7C097193-C116-374C-91C5-EA2093367B9B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29" creationId="{0566D846-A33A-AE71-3777-2E5457A0A5FE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30" creationId="{2DDBF9C3-CAB6-E12C-FE65-C58690FF6561}"/>
          </ac:spMkLst>
        </pc:spChg>
        <pc:spChg chg="add del mod">
          <ac:chgData name="Fatima Pillosu" userId="a6295d4dc9e22643" providerId="LiveId" clId="{5438E721-07D4-42B4-967A-BCEB468C3805}" dt="2024-04-17T16:25:04.480" v="2676" actId="21"/>
          <ac:spMkLst>
            <pc:docMk/>
            <pc:sldMk cId="43451586" sldId="256"/>
            <ac:spMk id="131" creationId="{080B3669-B597-F877-07CF-6CEA29C39215}"/>
          </ac:spMkLst>
        </pc:spChg>
        <pc:spChg chg="add mod">
          <ac:chgData name="Fatima Pillosu" userId="a6295d4dc9e22643" providerId="LiveId" clId="{5438E721-07D4-42B4-967A-BCEB468C3805}" dt="2024-04-17T16:24:22.283" v="2672" actId="164"/>
          <ac:spMkLst>
            <pc:docMk/>
            <pc:sldMk cId="43451586" sldId="256"/>
            <ac:spMk id="134" creationId="{8C283292-7DD9-37F7-E111-1A8D3CA2DEC2}"/>
          </ac:spMkLst>
        </pc:spChg>
        <pc:spChg chg="add del">
          <ac:chgData name="Fatima Pillosu" userId="a6295d4dc9e22643" providerId="LiveId" clId="{5438E721-07D4-42B4-967A-BCEB468C3805}" dt="2024-04-17T16:25:02.817" v="2675" actId="478"/>
          <ac:spMkLst>
            <pc:docMk/>
            <pc:sldMk cId="43451586" sldId="256"/>
            <ac:spMk id="136" creationId="{4952A7CB-0F59-18A5-AEF5-48AFEB944588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39" creationId="{F6B71AFA-5D29-B80C-378E-9843CB74FEDA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40" creationId="{A6B3E627-31DA-5748-93E2-6805433FE262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41" creationId="{0AB0344D-039C-1675-85FA-6753F543AB70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42" creationId="{9BA0F714-1959-09E6-8BEF-6AB1A1DB87DF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43" creationId="{F813703A-0DC3-FCDB-7EB0-899EE88A8281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44" creationId="{549E70A2-1933-2E98-6619-1129780C6B37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46" creationId="{7C17573C-C799-5123-16B2-C86801983E31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47" creationId="{9CCE77C0-E23B-B55F-11DB-74B04A4E9816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48" creationId="{88008655-BD2F-CDED-7A90-0047337021C1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49" creationId="{C124DFF1-487D-5E06-130C-A7A162DA5910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50" creationId="{789339E5-7A72-7FB2-0C79-FD1044F52974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51" creationId="{A8FF8CEE-E9A6-F65C-F012-68EB740196A4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52" creationId="{55FEC7FE-7728-A7DE-98B3-DEB97495E088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53" creationId="{E995B3E1-80A4-5C7B-D7E1-837D27948AF8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54" creationId="{7874D21D-7052-3C6D-6B41-A681DC9AB412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55" creationId="{33EF2215-1F57-37BF-8335-0D60597BE644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56" creationId="{92861C3B-9FE7-FBB4-1D43-2598BFF98C02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57" creationId="{E8F309B4-CCC7-5743-08CE-623687D6B0F3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58" creationId="{00BF05C8-6055-5551-6EAC-CFFE56A940F4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59" creationId="{6F8093E4-3268-9B0A-086E-F7C01EE3B28B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60" creationId="{D2F50BEC-CC57-BE5E-E8F8-16A93360BF13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61" creationId="{74CB9AB9-3B04-1C7D-FA67-4650112AD9B1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62" creationId="{29D45CB1-C312-4F40-49BD-7A8DC56B834A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63" creationId="{8EB66DCE-6123-F9D2-62DD-6CA3024B5877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64" creationId="{E20A3ECD-9042-500D-E822-43BB3A838B79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65" creationId="{8AB7B439-9D18-FD5C-5754-19FD66FE0958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66" creationId="{9448AB5A-5518-ECF9-A66D-05D7D471FC17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67" creationId="{DE4AB540-5F74-6029-6341-C9585064B7C0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68" creationId="{8A66F6BF-E540-82DD-E4B8-D293D379DCC1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69" creationId="{EC0EE389-4B7D-2688-438E-8136C55DE107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70" creationId="{1E73637B-7AE2-657A-AF16-54B34FD20C59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71" creationId="{0698E198-8F83-AFA7-54BB-534DC700082B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72" creationId="{A58DE3E9-45ED-9AEE-77C3-A2FC7FC7A06D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73" creationId="{12709BF2-DBDA-59B0-6498-09A95BA5F438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74" creationId="{1AB9BCFF-7E74-311F-ECE5-7B7AB6A9F25B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75" creationId="{EDDE338C-3E58-5E1E-1F55-0680BF68D752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76" creationId="{BDEE40BE-DD74-5499-3156-F47611323189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77" creationId="{EC3B262F-F665-BC02-703F-694A8151445A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78" creationId="{8FA0611F-E58B-BB6A-5A97-1F507C5C7116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79" creationId="{275AD283-E7A8-B677-24D5-E8773130F871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80" creationId="{892F522D-D57B-51D6-49DF-791725269E48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81" creationId="{1F8AE4DD-7FBF-6CAD-A047-8B929DF531D5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82" creationId="{7D6A82D8-1C99-D4E8-A8BE-73E4068CA3C9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83" creationId="{421711CF-B44C-2382-3130-ED039D6C0CAE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84" creationId="{AC8BD3EA-4C38-F224-EC06-FB73E64A1864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85" creationId="{FB1316DF-BCEE-4513-237B-A7315FF151AD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86" creationId="{EC790F7C-A709-1A6D-5E6D-AF9CB877AC0D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87" creationId="{0A59A298-4E81-D1AB-177C-92C87C354E96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88" creationId="{DD438DBE-71D2-C013-8C1D-9FDF4CB039B7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89" creationId="{DFD21A9A-D406-7E08-F2BE-F9BD2256DFDC}"/>
          </ac:spMkLst>
        </pc:spChg>
        <pc:spChg chg="add mod">
          <ac:chgData name="Fatima Pillosu" userId="a6295d4dc9e22643" providerId="LiveId" clId="{5438E721-07D4-42B4-967A-BCEB468C3805}" dt="2024-04-17T16:25:52.133" v="2701" actId="1035"/>
          <ac:spMkLst>
            <pc:docMk/>
            <pc:sldMk cId="43451586" sldId="256"/>
            <ac:spMk id="192" creationId="{358D5BA2-AC09-E3BE-5925-4E280BF5392C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94" creationId="{A8CC62F0-F0F5-BB7C-7090-165827B009EA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95" creationId="{224951B6-201A-62C3-DF30-8BED60E209CB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96" creationId="{D66BC3B6-6FCC-1F9D-8AAF-BC0A8DF55987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97" creationId="{33A1E241-1F83-A87C-4CB6-350B02147144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98" creationId="{7B1D2795-5380-39F2-E4E2-0E9A73718374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199" creationId="{E0D9EE54-E630-BE33-8FAF-26B753BD5112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00" creationId="{B540D4B0-1565-BB57-E3A6-5A5A72714B5B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01" creationId="{AA2DCEF9-BC9D-C6FF-2E16-187CC480DE36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02" creationId="{A9DDECDC-ADCB-7C8B-E024-F0847A1C7E3A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03" creationId="{1141BE46-0E31-8815-50C9-64F169A8767A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04" creationId="{563E7CC2-A585-B58A-1246-799EB33139CF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05" creationId="{42DDBF0F-90A6-4F14-C1BE-0D4853D453F6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06" creationId="{44F954D5-AAE7-D694-C5EA-9688337428C5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07" creationId="{3E15F64D-F4D9-5B58-02C9-393E992A9346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08" creationId="{5A9E7597-0FBD-8C84-A3DA-9DD9719216B6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09" creationId="{5FCD5A6A-6CE2-E2A2-3D18-E56B4ABD0C98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10" creationId="{E6D6809F-1659-33C1-72A2-D47C851E8EC7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11" creationId="{B61C2670-65F0-04A8-84CE-D918EACDF7DE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12" creationId="{BEA09D59-5A26-F783-6FDE-9C25DC976B89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13" creationId="{ED070E8E-B856-5C68-40DE-2F1F8E95A8EC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14" creationId="{EBE83CCF-4885-72C9-6A97-96E948D951F8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15" creationId="{20B28656-5DB3-65BD-36F4-DBBA967920E5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16" creationId="{D8641BE1-6CD9-7E4D-E2CD-2B1456EA844A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17" creationId="{7610650F-D3E4-DFA1-716F-0621CD07F223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18" creationId="{0D6BD531-3A87-3742-5A40-070BC09FFDBF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20" creationId="{39634027-628E-FD64-26AD-6B48398A0DBA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23" creationId="{4A0C66AA-527E-FBD3-4EA9-2D8C7A8439ED}"/>
          </ac:spMkLst>
        </pc:spChg>
        <pc:spChg chg="add mod">
          <ac:chgData name="Fatima Pillosu" userId="a6295d4dc9e22643" providerId="LiveId" clId="{5438E721-07D4-42B4-967A-BCEB468C3805}" dt="2024-04-17T16:27:32.366" v="2730" actId="1036"/>
          <ac:spMkLst>
            <pc:docMk/>
            <pc:sldMk cId="43451586" sldId="256"/>
            <ac:spMk id="224" creationId="{53786A25-BF5D-DD4A-11A4-24196734E502}"/>
          </ac:spMkLst>
        </pc:spChg>
        <pc:spChg chg="add mod">
          <ac:chgData name="Fatima Pillosu" userId="a6295d4dc9e22643" providerId="LiveId" clId="{5438E721-07D4-42B4-967A-BCEB468C3805}" dt="2024-04-17T16:27:32.366" v="2730" actId="1036"/>
          <ac:spMkLst>
            <pc:docMk/>
            <pc:sldMk cId="43451586" sldId="256"/>
            <ac:spMk id="225" creationId="{2A4BE103-7C09-BB50-9A93-95709158774D}"/>
          </ac:spMkLst>
        </pc:spChg>
        <pc:spChg chg="add mod">
          <ac:chgData name="Fatima Pillosu" userId="a6295d4dc9e22643" providerId="LiveId" clId="{5438E721-07D4-42B4-967A-BCEB468C3805}" dt="2024-04-17T16:27:32.366" v="2730" actId="1036"/>
          <ac:spMkLst>
            <pc:docMk/>
            <pc:sldMk cId="43451586" sldId="256"/>
            <ac:spMk id="226" creationId="{24BE8C28-F441-5648-C02C-0B394AAC9267}"/>
          </ac:spMkLst>
        </pc:spChg>
        <pc:spChg chg="add mod">
          <ac:chgData name="Fatima Pillosu" userId="a6295d4dc9e22643" providerId="LiveId" clId="{5438E721-07D4-42B4-967A-BCEB468C3805}" dt="2024-04-17T16:28:16.099" v="2746" actId="554"/>
          <ac:spMkLst>
            <pc:docMk/>
            <pc:sldMk cId="43451586" sldId="256"/>
            <ac:spMk id="227" creationId="{CDD9B423-DBD5-45AC-045E-CD2DE2C251E9}"/>
          </ac:spMkLst>
        </pc:spChg>
        <pc:spChg chg="add mod">
          <ac:chgData name="Fatima Pillosu" userId="a6295d4dc9e22643" providerId="LiveId" clId="{5438E721-07D4-42B4-967A-BCEB468C3805}" dt="2024-04-17T16:28:22.020" v="2748" actId="1038"/>
          <ac:spMkLst>
            <pc:docMk/>
            <pc:sldMk cId="43451586" sldId="256"/>
            <ac:spMk id="228" creationId="{2BDFC988-6BEE-8F2B-314B-A7C9CC7AE102}"/>
          </ac:spMkLst>
        </pc:spChg>
        <pc:spChg chg="add mod">
          <ac:chgData name="Fatima Pillosu" userId="a6295d4dc9e22643" providerId="LiveId" clId="{5438E721-07D4-42B4-967A-BCEB468C3805}" dt="2024-04-17T16:28:16.099" v="2746" actId="554"/>
          <ac:spMkLst>
            <pc:docMk/>
            <pc:sldMk cId="43451586" sldId="256"/>
            <ac:spMk id="229" creationId="{3F6A373D-1512-4A70-DD87-F376AB69B750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30" creationId="{E6C3F952-0914-4C3D-C859-53A44087F7EB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31" creationId="{C8AAC689-DD18-D864-5D53-7A644AF75EB7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32" creationId="{F1B9B417-B98D-CA70-0A56-420E7BB44407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33" creationId="{2CD2DA22-BA9E-6BEE-866F-E1237B2A0200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34" creationId="{6667EEC8-FBF3-7CDA-86FD-FF3037E44F4C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35" creationId="{D3109596-9E20-E94E-3C6A-9DB517257DA9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36" creationId="{0992449B-E2BD-5656-FCBA-66DA5579C5B4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37" creationId="{FBC7318D-1ADC-03C2-C0AA-599DF73A44A0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38" creationId="{5DAF83FA-08B8-C856-1B3B-B496269AADF0}"/>
          </ac:spMkLst>
        </pc:spChg>
        <pc:spChg chg="add mod">
          <ac:chgData name="Fatima Pillosu" userId="a6295d4dc9e22643" providerId="LiveId" clId="{5438E721-07D4-42B4-967A-BCEB468C3805}" dt="2024-04-17T16:25:27.954" v="2683" actId="1035"/>
          <ac:spMkLst>
            <pc:docMk/>
            <pc:sldMk cId="43451586" sldId="256"/>
            <ac:spMk id="239" creationId="{D7F4B012-0B74-C11E-7270-C9B8ECCBCFC6}"/>
          </ac:spMkLst>
        </pc:spChg>
        <pc:spChg chg="add mod">
          <ac:chgData name="Fatima Pillosu" userId="a6295d4dc9e22643" providerId="LiveId" clId="{5438E721-07D4-42B4-967A-BCEB468C3805}" dt="2024-04-17T16:32:01.252" v="2750" actId="20577"/>
          <ac:spMkLst>
            <pc:docMk/>
            <pc:sldMk cId="43451586" sldId="256"/>
            <ac:spMk id="240" creationId="{5C26A753-3727-DC2B-BA3E-D763C511BCFB}"/>
          </ac:spMkLst>
        </pc:spChg>
        <pc:spChg chg="add mod">
          <ac:chgData name="Fatima Pillosu" userId="a6295d4dc9e22643" providerId="LiveId" clId="{5438E721-07D4-42B4-967A-BCEB468C3805}" dt="2024-04-17T16:28:02.057" v="2744" actId="1076"/>
          <ac:spMkLst>
            <pc:docMk/>
            <pc:sldMk cId="43451586" sldId="256"/>
            <ac:spMk id="241" creationId="{E3E51514-1538-439E-5571-DEEECA02B410}"/>
          </ac:spMkLst>
        </pc:spChg>
        <pc:spChg chg="mod">
          <ac:chgData name="Fatima Pillosu" userId="a6295d4dc9e22643" providerId="LiveId" clId="{5438E721-07D4-42B4-967A-BCEB468C3805}" dt="2024-04-17T16:25:20.686" v="2677"/>
          <ac:spMkLst>
            <pc:docMk/>
            <pc:sldMk cId="43451586" sldId="256"/>
            <ac:spMk id="244" creationId="{B4C84AA5-3CE1-4573-7E9B-04E3AD3B3BBE}"/>
          </ac:spMkLst>
        </pc:spChg>
        <pc:spChg chg="mod">
          <ac:chgData name="Fatima Pillosu" userId="a6295d4dc9e22643" providerId="LiveId" clId="{5438E721-07D4-42B4-967A-BCEB468C3805}" dt="2024-04-17T16:25:20.686" v="2677"/>
          <ac:spMkLst>
            <pc:docMk/>
            <pc:sldMk cId="43451586" sldId="256"/>
            <ac:spMk id="245" creationId="{D648D7DB-7680-71B8-C4A6-50E8EF8EAEB4}"/>
          </ac:spMkLst>
        </pc:spChg>
        <pc:spChg chg="mod">
          <ac:chgData name="Fatima Pillosu" userId="a6295d4dc9e22643" providerId="LiveId" clId="{5438E721-07D4-42B4-967A-BCEB468C3805}" dt="2024-04-17T16:25:20.686" v="2677"/>
          <ac:spMkLst>
            <pc:docMk/>
            <pc:sldMk cId="43451586" sldId="256"/>
            <ac:spMk id="246" creationId="{1920489C-DC11-EC8C-5AD0-90721BD2EF45}"/>
          </ac:spMkLst>
        </pc:spChg>
        <pc:spChg chg="mod">
          <ac:chgData name="Fatima Pillosu" userId="a6295d4dc9e22643" providerId="LiveId" clId="{5438E721-07D4-42B4-967A-BCEB468C3805}" dt="2024-04-17T16:26:44.536" v="2709" actId="207"/>
          <ac:spMkLst>
            <pc:docMk/>
            <pc:sldMk cId="43451586" sldId="256"/>
            <ac:spMk id="247" creationId="{8FE81C05-BC3D-DD70-E19D-510DA0B7799B}"/>
          </ac:spMkLst>
        </pc:spChg>
        <pc:spChg chg="mod">
          <ac:chgData name="Fatima Pillosu" userId="a6295d4dc9e22643" providerId="LiveId" clId="{5438E721-07D4-42B4-967A-BCEB468C3805}" dt="2024-04-17T16:26:44.131" v="2708" actId="207"/>
          <ac:spMkLst>
            <pc:docMk/>
            <pc:sldMk cId="43451586" sldId="256"/>
            <ac:spMk id="248" creationId="{F74C3E7B-E834-70DA-C44E-3528AADA5E93}"/>
          </ac:spMkLst>
        </pc:spChg>
        <pc:spChg chg="mod">
          <ac:chgData name="Fatima Pillosu" userId="a6295d4dc9e22643" providerId="LiveId" clId="{5438E721-07D4-42B4-967A-BCEB468C3805}" dt="2024-04-17T16:26:43.945" v="2707" actId="207"/>
          <ac:spMkLst>
            <pc:docMk/>
            <pc:sldMk cId="43451586" sldId="256"/>
            <ac:spMk id="249" creationId="{128FD253-767A-D108-1663-3C85F381E768}"/>
          </ac:spMkLst>
        </pc:spChg>
        <pc:spChg chg="mod">
          <ac:chgData name="Fatima Pillosu" userId="a6295d4dc9e22643" providerId="LiveId" clId="{5438E721-07D4-42B4-967A-BCEB468C3805}" dt="2024-04-17T16:26:43.726" v="2706" actId="207"/>
          <ac:spMkLst>
            <pc:docMk/>
            <pc:sldMk cId="43451586" sldId="256"/>
            <ac:spMk id="250" creationId="{7309E3EC-1FB5-D14F-9307-F3BD0803DEC7}"/>
          </ac:spMkLst>
        </pc:spChg>
        <pc:spChg chg="mod">
          <ac:chgData name="Fatima Pillosu" userId="a6295d4dc9e22643" providerId="LiveId" clId="{5438E721-07D4-42B4-967A-BCEB468C3805}" dt="2024-04-17T16:25:20.686" v="2677"/>
          <ac:spMkLst>
            <pc:docMk/>
            <pc:sldMk cId="43451586" sldId="256"/>
            <ac:spMk id="251" creationId="{7BA54F7F-1581-F139-0CF3-6A355C0A8C8F}"/>
          </ac:spMkLst>
        </pc:spChg>
        <pc:grpChg chg="add mod">
          <ac:chgData name="Fatima Pillosu" userId="a6295d4dc9e22643" providerId="LiveId" clId="{5438E721-07D4-42B4-967A-BCEB468C3805}" dt="2024-04-17T15:46:35.636" v="1079" actId="164"/>
          <ac:grpSpMkLst>
            <pc:docMk/>
            <pc:sldMk cId="43451586" sldId="256"/>
            <ac:grpSpMk id="116" creationId="{06AE6C80-C6E6-27D1-0968-CF38FC85CBB6}"/>
          </ac:grpSpMkLst>
        </pc:grpChg>
        <pc:grpChg chg="add del mod">
          <ac:chgData name="Fatima Pillosu" userId="a6295d4dc9e22643" providerId="LiveId" clId="{5438E721-07D4-42B4-967A-BCEB468C3805}" dt="2024-04-17T16:20:31.035" v="2532" actId="165"/>
          <ac:grpSpMkLst>
            <pc:docMk/>
            <pc:sldMk cId="43451586" sldId="256"/>
            <ac:grpSpMk id="117" creationId="{9F4DA19A-A9CA-B251-4DA7-5917A1CCE1B0}"/>
          </ac:grpSpMkLst>
        </pc:grpChg>
        <pc:grpChg chg="add del mod">
          <ac:chgData name="Fatima Pillosu" userId="a6295d4dc9e22643" providerId="LiveId" clId="{5438E721-07D4-42B4-967A-BCEB468C3805}" dt="2024-04-17T16:25:04.480" v="2676" actId="21"/>
          <ac:grpSpMkLst>
            <pc:docMk/>
            <pc:sldMk cId="43451586" sldId="256"/>
            <ac:grpSpMk id="135" creationId="{29966B4E-A549-C19D-0A99-E9B8E43DF71D}"/>
          </ac:grpSpMkLst>
        </pc:grpChg>
        <pc:grpChg chg="add mod">
          <ac:chgData name="Fatima Pillosu" userId="a6295d4dc9e22643" providerId="LiveId" clId="{5438E721-07D4-42B4-967A-BCEB468C3805}" dt="2024-04-17T16:27:38.216" v="2736" actId="1037"/>
          <ac:grpSpMkLst>
            <pc:docMk/>
            <pc:sldMk cId="43451586" sldId="256"/>
            <ac:grpSpMk id="242" creationId="{77C3DE1B-5A82-9ECB-7706-2DB53250F791}"/>
          </ac:grpSpMkLst>
        </pc:grpChg>
        <pc:picChg chg="add del mod modCrop">
          <ac:chgData name="Fatima Pillosu" userId="a6295d4dc9e22643" providerId="LiveId" clId="{5438E721-07D4-42B4-967A-BCEB468C3805}" dt="2024-04-17T16:25:04.480" v="2676" actId="21"/>
          <ac:picMkLst>
            <pc:docMk/>
            <pc:sldMk cId="43451586" sldId="256"/>
            <ac:picMk id="2" creationId="{545FD2B9-1594-CBD9-6EB1-019259EE3D7E}"/>
          </ac:picMkLst>
        </pc:picChg>
        <pc:picChg chg="del mod modCrop">
          <ac:chgData name="Fatima Pillosu" userId="a6295d4dc9e22643" providerId="LiveId" clId="{5438E721-07D4-42B4-967A-BCEB468C3805}" dt="2024-04-17T16:25:04.480" v="2676" actId="21"/>
          <ac:picMkLst>
            <pc:docMk/>
            <pc:sldMk cId="43451586" sldId="256"/>
            <ac:picMk id="5" creationId="{5607C2D9-527C-D948-7289-DD691B8470C5}"/>
          </ac:picMkLst>
        </pc:picChg>
        <pc:picChg chg="mod ord topLvl modCrop">
          <ac:chgData name="Fatima Pillosu" userId="a6295d4dc9e22643" providerId="LiveId" clId="{5438E721-07D4-42B4-967A-BCEB468C3805}" dt="2024-04-17T16:24:22.283" v="2672" actId="164"/>
          <ac:picMkLst>
            <pc:docMk/>
            <pc:sldMk cId="43451586" sldId="256"/>
            <ac:picMk id="7" creationId="{EAF46495-2DAA-BD08-0F15-FC9FDEF19FB8}"/>
          </ac:picMkLst>
        </pc:picChg>
        <pc:picChg chg="del mod">
          <ac:chgData name="Fatima Pillosu" userId="a6295d4dc9e22643" providerId="LiveId" clId="{5438E721-07D4-42B4-967A-BCEB468C3805}" dt="2024-04-17T16:25:04.480" v="2676" actId="21"/>
          <ac:picMkLst>
            <pc:docMk/>
            <pc:sldMk cId="43451586" sldId="256"/>
            <ac:picMk id="9" creationId="{D76EEABE-F6E8-E418-4590-6D3F3F56E090}"/>
          </ac:picMkLst>
        </pc:picChg>
        <pc:picChg chg="del">
          <ac:chgData name="Fatima Pillosu" userId="a6295d4dc9e22643" providerId="LiveId" clId="{5438E721-07D4-42B4-967A-BCEB468C3805}" dt="2024-04-17T16:25:04.480" v="2676" actId="21"/>
          <ac:picMkLst>
            <pc:docMk/>
            <pc:sldMk cId="43451586" sldId="256"/>
            <ac:picMk id="21" creationId="{3D66BF0A-1898-CE85-1B44-717107EB107C}"/>
          </ac:picMkLst>
        </pc:picChg>
        <pc:picChg chg="add del mod">
          <ac:chgData name="Fatima Pillosu" userId="a6295d4dc9e22643" providerId="LiveId" clId="{5438E721-07D4-42B4-967A-BCEB468C3805}" dt="2024-04-17T16:25:04.480" v="2676" actId="21"/>
          <ac:picMkLst>
            <pc:docMk/>
            <pc:sldMk cId="43451586" sldId="256"/>
            <ac:picMk id="91" creationId="{144EFDB3-9323-8C54-8F5D-C8B4C9183BC6}"/>
          </ac:picMkLst>
        </pc:picChg>
        <pc:picChg chg="add mod">
          <ac:chgData name="Fatima Pillosu" userId="a6295d4dc9e22643" providerId="LiveId" clId="{5438E721-07D4-42B4-967A-BCEB468C3805}" dt="2024-04-17T16:25:27.954" v="2683" actId="1035"/>
          <ac:picMkLst>
            <pc:docMk/>
            <pc:sldMk cId="43451586" sldId="256"/>
            <ac:picMk id="137" creationId="{73CAFFB5-7EFE-E980-95EF-9FAD04069007}"/>
          </ac:picMkLst>
        </pc:picChg>
        <pc:picChg chg="add mod">
          <ac:chgData name="Fatima Pillosu" userId="a6295d4dc9e22643" providerId="LiveId" clId="{5438E721-07D4-42B4-967A-BCEB468C3805}" dt="2024-04-17T16:25:27.954" v="2683" actId="1035"/>
          <ac:picMkLst>
            <pc:docMk/>
            <pc:sldMk cId="43451586" sldId="256"/>
            <ac:picMk id="138" creationId="{F62342E9-CC25-8393-C713-DA59C3D90811}"/>
          </ac:picMkLst>
        </pc:picChg>
        <pc:picChg chg="add mod">
          <ac:chgData name="Fatima Pillosu" userId="a6295d4dc9e22643" providerId="LiveId" clId="{5438E721-07D4-42B4-967A-BCEB468C3805}" dt="2024-04-17T16:25:27.954" v="2683" actId="1035"/>
          <ac:picMkLst>
            <pc:docMk/>
            <pc:sldMk cId="43451586" sldId="256"/>
            <ac:picMk id="145" creationId="{E12B2AAC-7CBA-914A-D973-10C8400C8457}"/>
          </ac:picMkLst>
        </pc:picChg>
        <pc:picChg chg="add mod">
          <ac:chgData name="Fatima Pillosu" userId="a6295d4dc9e22643" providerId="LiveId" clId="{5438E721-07D4-42B4-967A-BCEB468C3805}" dt="2024-04-17T16:25:27.954" v="2683" actId="1035"/>
          <ac:picMkLst>
            <pc:docMk/>
            <pc:sldMk cId="43451586" sldId="256"/>
            <ac:picMk id="193" creationId="{259E5FA4-D93C-D567-F4CC-11FAF951FD8F}"/>
          </ac:picMkLst>
        </pc:picChg>
        <pc:picChg chg="add mod">
          <ac:chgData name="Fatima Pillosu" userId="a6295d4dc9e22643" providerId="LiveId" clId="{5438E721-07D4-42B4-967A-BCEB468C3805}" dt="2024-04-17T16:27:32.366" v="2730" actId="1036"/>
          <ac:picMkLst>
            <pc:docMk/>
            <pc:sldMk cId="43451586" sldId="256"/>
            <ac:picMk id="219" creationId="{95637F64-7F7A-8E2F-2912-CFA21DBA6F6D}"/>
          </ac:picMkLst>
        </pc:picChg>
        <pc:picChg chg="mod">
          <ac:chgData name="Fatima Pillosu" userId="a6295d4dc9e22643" providerId="LiveId" clId="{5438E721-07D4-42B4-967A-BCEB468C3805}" dt="2024-04-17T16:25:20.686" v="2677"/>
          <ac:picMkLst>
            <pc:docMk/>
            <pc:sldMk cId="43451586" sldId="256"/>
            <ac:picMk id="243" creationId="{57CEB5DD-105C-1520-0B60-0C5B46232D16}"/>
          </ac:picMkLst>
        </pc:picChg>
        <pc:cxnChg chg="del mod">
          <ac:chgData name="Fatima Pillosu" userId="a6295d4dc9e22643" providerId="LiveId" clId="{5438E721-07D4-42B4-967A-BCEB468C3805}" dt="2024-04-17T16:25:04.480" v="2676" actId="21"/>
          <ac:cxnSpMkLst>
            <pc:docMk/>
            <pc:sldMk cId="43451586" sldId="256"/>
            <ac:cxnSpMk id="71" creationId="{70E0CE89-1B8D-901E-DF0A-94752C96ECF6}"/>
          </ac:cxnSpMkLst>
        </pc:cxnChg>
        <pc:cxnChg chg="del mod">
          <ac:chgData name="Fatima Pillosu" userId="a6295d4dc9e22643" providerId="LiveId" clId="{5438E721-07D4-42B4-967A-BCEB468C3805}" dt="2024-04-17T16:25:04.480" v="2676" actId="21"/>
          <ac:cxnSpMkLst>
            <pc:docMk/>
            <pc:sldMk cId="43451586" sldId="256"/>
            <ac:cxnSpMk id="72" creationId="{DAB61E09-5A6E-C849-F540-64062A2123C1}"/>
          </ac:cxnSpMkLst>
        </pc:cxnChg>
        <pc:cxnChg chg="add del mod">
          <ac:chgData name="Fatima Pillosu" userId="a6295d4dc9e22643" providerId="LiveId" clId="{5438E721-07D4-42B4-967A-BCEB468C3805}" dt="2024-04-17T15:33:37.679" v="641" actId="478"/>
          <ac:cxnSpMkLst>
            <pc:docMk/>
            <pc:sldMk cId="43451586" sldId="256"/>
            <ac:cxnSpMk id="93" creationId="{3C9B4816-D74C-4854-DBA6-1D7C90518A9F}"/>
          </ac:cxnSpMkLst>
        </pc:cxnChg>
        <pc:cxnChg chg="add del mod">
          <ac:chgData name="Fatima Pillosu" userId="a6295d4dc9e22643" providerId="LiveId" clId="{5438E721-07D4-42B4-967A-BCEB468C3805}" dt="2024-04-17T16:25:04.480" v="2676" actId="21"/>
          <ac:cxnSpMkLst>
            <pc:docMk/>
            <pc:sldMk cId="43451586" sldId="256"/>
            <ac:cxnSpMk id="94" creationId="{A0ACF7E3-209C-BBD5-3DCF-1281B50AEE5E}"/>
          </ac:cxnSpMkLst>
        </pc:cxnChg>
        <pc:cxnChg chg="add del mod">
          <ac:chgData name="Fatima Pillosu" userId="a6295d4dc9e22643" providerId="LiveId" clId="{5438E721-07D4-42B4-967A-BCEB468C3805}" dt="2024-04-17T16:25:04.480" v="2676" actId="21"/>
          <ac:cxnSpMkLst>
            <pc:docMk/>
            <pc:sldMk cId="43451586" sldId="256"/>
            <ac:cxnSpMk id="96" creationId="{FC78F9C9-A7F6-F732-4BB5-6D48D87507C8}"/>
          </ac:cxnSpMkLst>
        </pc:cxnChg>
        <pc:cxnChg chg="add del mod">
          <ac:chgData name="Fatima Pillosu" userId="a6295d4dc9e22643" providerId="LiveId" clId="{5438E721-07D4-42B4-967A-BCEB468C3805}" dt="2024-04-17T16:00:22.181" v="1802" actId="478"/>
          <ac:cxnSpMkLst>
            <pc:docMk/>
            <pc:sldMk cId="43451586" sldId="256"/>
            <ac:cxnSpMk id="127" creationId="{63BEB76F-9BBF-F58A-95D1-B532774A3644}"/>
          </ac:cxnSpMkLst>
        </pc:cxnChg>
        <pc:cxnChg chg="add mod">
          <ac:chgData name="Fatima Pillosu" userId="a6295d4dc9e22643" providerId="LiveId" clId="{5438E721-07D4-42B4-967A-BCEB468C3805}" dt="2024-04-17T16:25:27.954" v="2683" actId="1035"/>
          <ac:cxnSpMkLst>
            <pc:docMk/>
            <pc:sldMk cId="43451586" sldId="256"/>
            <ac:cxnSpMk id="190" creationId="{96F38F1E-27F4-5D15-9110-F41E8C5D158C}"/>
          </ac:cxnSpMkLst>
        </pc:cxnChg>
        <pc:cxnChg chg="add mod">
          <ac:chgData name="Fatima Pillosu" userId="a6295d4dc9e22643" providerId="LiveId" clId="{5438E721-07D4-42B4-967A-BCEB468C3805}" dt="2024-04-17T16:25:27.954" v="2683" actId="1035"/>
          <ac:cxnSpMkLst>
            <pc:docMk/>
            <pc:sldMk cId="43451586" sldId="256"/>
            <ac:cxnSpMk id="191" creationId="{B0C963F5-716B-06BD-2613-304F6902AA5B}"/>
          </ac:cxnSpMkLst>
        </pc:cxnChg>
        <pc:cxnChg chg="add mod">
          <ac:chgData name="Fatima Pillosu" userId="a6295d4dc9e22643" providerId="LiveId" clId="{5438E721-07D4-42B4-967A-BCEB468C3805}" dt="2024-04-17T16:25:27.954" v="2683" actId="1035"/>
          <ac:cxnSpMkLst>
            <pc:docMk/>
            <pc:sldMk cId="43451586" sldId="256"/>
            <ac:cxnSpMk id="221" creationId="{75B337C4-0287-72DA-F2E3-61A8BEB757D3}"/>
          </ac:cxnSpMkLst>
        </pc:cxnChg>
        <pc:cxnChg chg="add mod">
          <ac:chgData name="Fatima Pillosu" userId="a6295d4dc9e22643" providerId="LiveId" clId="{5438E721-07D4-42B4-967A-BCEB468C3805}" dt="2024-04-17T16:25:27.954" v="2683" actId="1035"/>
          <ac:cxnSpMkLst>
            <pc:docMk/>
            <pc:sldMk cId="43451586" sldId="256"/>
            <ac:cxnSpMk id="222" creationId="{22E0DD79-CD88-1652-BF93-9261B6DEDD16}"/>
          </ac:cxnSpMkLst>
        </pc:cxnChg>
      </pc:sldChg>
    </pc:docChg>
  </pc:docChgLst>
  <pc:docChgLst>
    <pc:chgData name="Fatima Pillosu" userId="a6295d4dc9e22643" providerId="LiveId" clId="{A940D973-A742-4AD8-97D9-9F5F906670B8}"/>
    <pc:docChg chg="undo custSel modSld">
      <pc:chgData name="Fatima Pillosu" userId="a6295d4dc9e22643" providerId="LiveId" clId="{A940D973-A742-4AD8-97D9-9F5F906670B8}" dt="2025-06-10T23:20:21.500" v="1983" actId="14100"/>
      <pc:docMkLst>
        <pc:docMk/>
      </pc:docMkLst>
      <pc:sldChg chg="addSp delSp modSp mod">
        <pc:chgData name="Fatima Pillosu" userId="a6295d4dc9e22643" providerId="LiveId" clId="{A940D973-A742-4AD8-97D9-9F5F906670B8}" dt="2025-06-10T23:20:21.500" v="1983" actId="14100"/>
        <pc:sldMkLst>
          <pc:docMk/>
          <pc:sldMk cId="43451586" sldId="256"/>
        </pc:sldMkLst>
        <pc:spChg chg="add mod">
          <ac:chgData name="Fatima Pillosu" userId="a6295d4dc9e22643" providerId="LiveId" clId="{A940D973-A742-4AD8-97D9-9F5F906670B8}" dt="2025-06-10T23:15:02.731" v="1948" actId="1035"/>
          <ac:spMkLst>
            <pc:docMk/>
            <pc:sldMk cId="43451586" sldId="256"/>
            <ac:spMk id="5" creationId="{BEC7A8E6-BFC0-2978-394A-75F6F73D4AF4}"/>
          </ac:spMkLst>
        </pc:spChg>
        <pc:spChg chg="add mod">
          <ac:chgData name="Fatima Pillosu" userId="a6295d4dc9e22643" providerId="LiveId" clId="{A940D973-A742-4AD8-97D9-9F5F906670B8}" dt="2025-06-10T23:15:02.731" v="1948" actId="1035"/>
          <ac:spMkLst>
            <pc:docMk/>
            <pc:sldMk cId="43451586" sldId="256"/>
            <ac:spMk id="6" creationId="{1DB19655-9283-1270-F31A-623A76FF9AF6}"/>
          </ac:spMkLst>
        </pc:spChg>
        <pc:spChg chg="add mod">
          <ac:chgData name="Fatima Pillosu" userId="a6295d4dc9e22643" providerId="LiveId" clId="{A940D973-A742-4AD8-97D9-9F5F906670B8}" dt="2025-06-10T23:15:02.731" v="1948" actId="1035"/>
          <ac:spMkLst>
            <pc:docMk/>
            <pc:sldMk cId="43451586" sldId="256"/>
            <ac:spMk id="7" creationId="{8AC49248-4395-45CB-5101-0B2968D52CF4}"/>
          </ac:spMkLst>
        </pc:spChg>
        <pc:spChg chg="add mod">
          <ac:chgData name="Fatima Pillosu" userId="a6295d4dc9e22643" providerId="LiveId" clId="{A940D973-A742-4AD8-97D9-9F5F906670B8}" dt="2025-06-10T23:15:02.731" v="1948" actId="1035"/>
          <ac:spMkLst>
            <pc:docMk/>
            <pc:sldMk cId="43451586" sldId="256"/>
            <ac:spMk id="8" creationId="{222E7DAB-071F-694A-6555-645E0B44DA46}"/>
          </ac:spMkLst>
        </pc:spChg>
        <pc:spChg chg="add mod">
          <ac:chgData name="Fatima Pillosu" userId="a6295d4dc9e22643" providerId="LiveId" clId="{A940D973-A742-4AD8-97D9-9F5F906670B8}" dt="2025-06-10T23:15:02.731" v="1948" actId="1035"/>
          <ac:spMkLst>
            <pc:docMk/>
            <pc:sldMk cId="43451586" sldId="256"/>
            <ac:spMk id="9" creationId="{C8C56C28-8455-6485-DA7D-69414EEF9D78}"/>
          </ac:spMkLst>
        </pc:spChg>
        <pc:spChg chg="add mod">
          <ac:chgData name="Fatima Pillosu" userId="a6295d4dc9e22643" providerId="LiveId" clId="{A940D973-A742-4AD8-97D9-9F5F906670B8}" dt="2025-06-10T23:15:02.731" v="1948" actId="1035"/>
          <ac:spMkLst>
            <pc:docMk/>
            <pc:sldMk cId="43451586" sldId="256"/>
            <ac:spMk id="10" creationId="{7C84446B-1B6A-E30F-B58C-F5F056D89468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1" creationId="{248D8118-EF14-1561-1D05-46C15FAC553F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2" creationId="{FB7DF2D4-17A7-0CAF-5AE2-E6EBCC7957E3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3" creationId="{8840A591-E4A4-087B-BCAE-1557A069833F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4" creationId="{D850163E-A5D0-B685-FEB7-C7E8EB0B1345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5" creationId="{D5DF1D6C-CDA8-190D-3473-E977923A92E2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6" creationId="{63454A0D-B6B9-CEB2-D7FD-FB6B54553304}"/>
          </ac:spMkLst>
        </pc:spChg>
        <pc:spChg chg="add mod">
          <ac:chgData name="Fatima Pillosu" userId="a6295d4dc9e22643" providerId="LiveId" clId="{A940D973-A742-4AD8-97D9-9F5F906670B8}" dt="2025-06-10T22:51:32.423" v="1369" actId="207"/>
          <ac:spMkLst>
            <pc:docMk/>
            <pc:sldMk cId="43451586" sldId="256"/>
            <ac:spMk id="17" creationId="{C50FFC99-7308-65E7-2479-86CB777CB0B2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8" creationId="{05410AB8-D6C8-E5D4-F87C-EF8ED9705249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9" creationId="{F376878C-E854-EC0B-5D84-6823605CF4C2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20" creationId="{F644A7A1-09E2-57C7-8C29-B5E569F8113D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21" creationId="{C6D85AE9-ACF5-B2EF-EEEE-1ABA67A7E2BF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22" creationId="{AB7FE36C-E4E6-C6A5-DA97-E3C0B814B85E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23" creationId="{143F2D1C-7180-5223-4339-04B828BB632B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24" creationId="{918ABB2F-097F-5F7B-F760-C1BAE52E83CD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25" creationId="{72270F03-E27D-6F99-9A4B-0F7DAB6B97AC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26" creationId="{59E98F6D-860D-BF70-4EC2-64A5FEE04926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27" creationId="{668A3508-4D89-5795-C56B-2D47904BFF7B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28" creationId="{1EDB25FD-F967-D49E-FAD9-4540B2B7312C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29" creationId="{F2E994ED-4B5B-5476-A778-313D2272F343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30" creationId="{F306AB64-4BDA-F14D-D024-8771D0F682CD}"/>
          </ac:spMkLst>
        </pc:spChg>
        <pc:spChg chg="add mod">
          <ac:chgData name="Fatima Pillosu" userId="a6295d4dc9e22643" providerId="LiveId" clId="{A940D973-A742-4AD8-97D9-9F5F906670B8}" dt="2025-06-10T22:57:26.350" v="1660" actId="207"/>
          <ac:spMkLst>
            <pc:docMk/>
            <pc:sldMk cId="43451586" sldId="256"/>
            <ac:spMk id="31" creationId="{40E16496-1052-84EC-AA6E-48A5CF66F428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32" creationId="{BA560796-8FB8-A7A8-3B11-0B639816370F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33" creationId="{185C1CAE-5128-57EA-BFC2-8A8B5C8ACD5D}"/>
          </ac:spMkLst>
        </pc:spChg>
        <pc:spChg chg="add del mod">
          <ac:chgData name="Fatima Pillosu" userId="a6295d4dc9e22643" providerId="LiveId" clId="{A940D973-A742-4AD8-97D9-9F5F906670B8}" dt="2025-06-10T22:06:40.094" v="571" actId="478"/>
          <ac:spMkLst>
            <pc:docMk/>
            <pc:sldMk cId="43451586" sldId="256"/>
            <ac:spMk id="34" creationId="{0DAED771-CD05-A39D-66B7-36A35460FD09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35" creationId="{61518C08-0610-8688-4D03-CDD82F690E07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36" creationId="{BB3A9E6E-704C-8F37-D690-B20C61C906E7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37" creationId="{CB57FAF9-6FF7-2C91-D702-B07049F8C88B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38" creationId="{3CFD9371-C23D-4EEC-AA78-8899211C8542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39" creationId="{AD740348-E3AC-0698-7604-365290B32C25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40" creationId="{96EC6200-AFD6-6F05-F4C2-B02740490B07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41" creationId="{C4039386-CF60-9643-3DE6-8A1D8B4D99F4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42" creationId="{21F1526A-6F5B-7B4E-3A97-7D428960CAD3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43" creationId="{DC3E1802-D919-BAB5-84D6-AC602E752936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44" creationId="{65E20AFF-9E82-7ED3-7A2A-471B7BA1B861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45" creationId="{C3AA5FE2-7BC0-EB97-FA4F-57E77A2FDD9D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46" creationId="{306CA028-B14A-587E-4EF7-A89F122FF251}"/>
          </ac:spMkLst>
        </pc:spChg>
        <pc:spChg chg="add del mod">
          <ac:chgData name="Fatima Pillosu" userId="a6295d4dc9e22643" providerId="LiveId" clId="{A940D973-A742-4AD8-97D9-9F5F906670B8}" dt="2025-06-10T22:18:09.995" v="786" actId="478"/>
          <ac:spMkLst>
            <pc:docMk/>
            <pc:sldMk cId="43451586" sldId="256"/>
            <ac:spMk id="47" creationId="{3F27B660-A9AD-9256-CB0E-347B4C0852C8}"/>
          </ac:spMkLst>
        </pc:spChg>
        <pc:spChg chg="add mod or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48" creationId="{03208E48-7CCA-98F8-8E41-E3715304BDCD}"/>
          </ac:spMkLst>
        </pc:spChg>
        <pc:spChg chg="add mod or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49" creationId="{6991B3BC-4A89-DDCE-C8FD-97D5BB507754}"/>
          </ac:spMkLst>
        </pc:spChg>
        <pc:spChg chg="add mod or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50" creationId="{D69624F1-DFCF-54E2-BC58-C368DEA730F6}"/>
          </ac:spMkLst>
        </pc:spChg>
        <pc:spChg chg="add mod or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51" creationId="{323261E7-CDDB-617D-FECE-B73709E774B4}"/>
          </ac:spMkLst>
        </pc:spChg>
        <pc:spChg chg="add mod or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52" creationId="{83B4A15F-2BC2-2058-0B1D-5F64B8379F62}"/>
          </ac:spMkLst>
        </pc:spChg>
        <pc:spChg chg="add mod or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53" creationId="{184E9A30-D608-CFC4-5F41-A65CB1F0E833}"/>
          </ac:spMkLst>
        </pc:spChg>
        <pc:spChg chg="add mod or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54" creationId="{98DBB6F4-CB90-1E72-06F4-384EF953FCAB}"/>
          </ac:spMkLst>
        </pc:spChg>
        <pc:spChg chg="add del mod">
          <ac:chgData name="Fatima Pillosu" userId="a6295d4dc9e22643" providerId="LiveId" clId="{A940D973-A742-4AD8-97D9-9F5F906670B8}" dt="2025-06-10T22:17:29.850" v="757" actId="478"/>
          <ac:spMkLst>
            <pc:docMk/>
            <pc:sldMk cId="43451586" sldId="256"/>
            <ac:spMk id="57" creationId="{A5E62AC1-F95A-A83E-174A-A397B946C237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59" creationId="{28E288B3-53D6-8A2A-803F-C8356282A9BF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60" creationId="{C81BEB9E-CF32-2ACF-E8A3-AA25A2FB2C9E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61" creationId="{C1B97990-05A5-BF36-DBD7-1340E6C98B33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62" creationId="{F5307161-0FD4-14F9-1842-C3EBD81AE9D3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63" creationId="{8DC914CB-0832-A3CF-047C-C3B8FBEF08F5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75" creationId="{BEC7A8E6-BFC0-2978-394A-75F6F73D4AF4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76" creationId="{1DB19655-9283-1270-F31A-623A76FF9AF6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77" creationId="{8AC49248-4395-45CB-5101-0B2968D52CF4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78" creationId="{222E7DAB-071F-694A-6555-645E0B44DA46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79" creationId="{C8C56C28-8455-6485-DA7D-69414EEF9D78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80" creationId="{7C84446B-1B6A-E30F-B58C-F5F056D89468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81" creationId="{248D8118-EF14-1561-1D05-46C15FAC553F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82" creationId="{FB7DF2D4-17A7-0CAF-5AE2-E6EBCC7957E3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83" creationId="{8840A591-E4A4-087B-BCAE-1557A069833F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84" creationId="{D850163E-A5D0-B685-FEB7-C7E8EB0B1345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85" creationId="{D5DF1D6C-CDA8-190D-3473-E977923A92E2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86" creationId="{63454A0D-B6B9-CEB2-D7FD-FB6B54553304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87" creationId="{C50FFC99-7308-65E7-2479-86CB777CB0B2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88" creationId="{05410AB8-D6C8-E5D4-F87C-EF8ED9705249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89" creationId="{F376878C-E854-EC0B-5D84-6823605CF4C2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90" creationId="{F644A7A1-09E2-57C7-8C29-B5E569F8113D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91" creationId="{C6D85AE9-ACF5-B2EF-EEEE-1ABA67A7E2BF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92" creationId="{AB7FE36C-E4E6-C6A5-DA97-E3C0B814B85E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93" creationId="{143F2D1C-7180-5223-4339-04B828BB632B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94" creationId="{918ABB2F-097F-5F7B-F760-C1BAE52E83CD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95" creationId="{72270F03-E27D-6F99-9A4B-0F7DAB6B97AC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96" creationId="{59E98F6D-860D-BF70-4EC2-64A5FEE04926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97" creationId="{668A3508-4D89-5795-C56B-2D47904BFF7B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98" creationId="{1EDB25FD-F967-D49E-FAD9-4540B2B7312C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499" creationId="{F2E994ED-4B5B-5476-A778-313D2272F343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00" creationId="{F306AB64-4BDA-F14D-D024-8771D0F682CD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01" creationId="{40E16496-1052-84EC-AA6E-48A5CF66F428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02" creationId="{BA560796-8FB8-A7A8-3B11-0B639816370F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03" creationId="{185C1CAE-5128-57EA-BFC2-8A8B5C8ACD5D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04" creationId="{0DAED771-CD05-A39D-66B7-36A35460FD09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05" creationId="{61518C08-0610-8688-4D03-CDD82F690E07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06" creationId="{BB3A9E6E-704C-8F37-D690-B20C61C906E7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07" creationId="{CB57FAF9-6FF7-2C91-D702-B07049F8C88B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08" creationId="{3CFD9371-C23D-4EEC-AA78-8899211C8542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09" creationId="{AD740348-E3AC-0698-7604-365290B32C25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10" creationId="{96EC6200-AFD6-6F05-F4C2-B02740490B07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11" creationId="{C4039386-CF60-9643-3DE6-8A1D8B4D99F4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12" creationId="{21F1526A-6F5B-7B4E-3A97-7D428960CAD3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13" creationId="{DC3E1802-D919-BAB5-84D6-AC602E752936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14" creationId="{65E20AFF-9E82-7ED3-7A2A-471B7BA1B861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15" creationId="{C3AA5FE2-7BC0-EB97-FA4F-57E77A2FDD9D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16" creationId="{306CA028-B14A-587E-4EF7-A89F122FF251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17" creationId="{3F27B660-A9AD-9256-CB0E-347B4C0852C8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18" creationId="{03208E48-7CCA-98F8-8E41-E3715304BDCD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19" creationId="{6991B3BC-4A89-DDCE-C8FD-97D5BB507754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20" creationId="{D69624F1-DFCF-54E2-BC58-C368DEA730F6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21" creationId="{323261E7-CDDB-617D-FECE-B73709E774B4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22" creationId="{83B4A15F-2BC2-2058-0B1D-5F64B8379F62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23" creationId="{184E9A30-D608-CFC4-5F41-A65CB1F0E833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24" creationId="{98DBB6F4-CB90-1E72-06F4-384EF953FCAB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27" creationId="{A5E62AC1-F95A-A83E-174A-A397B946C237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29" creationId="{28E288B3-53D6-8A2A-803F-C8356282A9BF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30" creationId="{C81BEB9E-CF32-2ACF-E8A3-AA25A2FB2C9E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31" creationId="{C1B97990-05A5-BF36-DBD7-1340E6C98B33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32" creationId="{F5307161-0FD4-14F9-1842-C3EBD81AE9D3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33" creationId="{8DC914CB-0832-A3CF-047C-C3B8FBEF08F5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34" creationId="{58B2823F-1DF1-440E-E51C-367025C98642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35" creationId="{72246508-EE04-19B8-021A-ECAE7D8DEF37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36" creationId="{ED8B2B80-4807-A468-6F32-E445928BCA65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37" creationId="{61BC8862-E098-E415-388E-EE379C1D8816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38" creationId="{196ACA54-197C-B826-3CC1-971A5CB97424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39" creationId="{287DCA10-5019-4DCB-8DA2-59E264A3B820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40" creationId="{E41E4E80-453A-8A5D-6353-555C76607188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41" creationId="{D0731246-6F49-C11F-7033-FF94E164163F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42" creationId="{4E9E5BF8-AB3D-412D-4A26-EE61F2CC1E7F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43" creationId="{0739ADA2-74FE-2ED7-C34A-FC8EBD443C72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44" creationId="{00CCE9A7-47BA-5162-7D86-9AE88D342E80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45" creationId="{E6302FE5-8F6D-64A0-2037-0C3DDAD7B97A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46" creationId="{63DB60AF-4A44-BE93-02D3-CDA77956B5F2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47" creationId="{70B25CBD-0AD5-C911-401B-02430C454B84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48" creationId="{9C5C2BC9-5BFD-82F2-35CF-D3FFDC415395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49" creationId="{088823C8-4E39-8301-6C6D-33A93FDA62E0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50" creationId="{8CAD96B3-3A98-4CC3-ADEB-47BB77C9B15D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51" creationId="{2B90694B-7872-6C95-2BAB-AC1DCEEF7005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52" creationId="{210CC45D-5604-4D04-C89D-B86E0A570384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53" creationId="{C82CF265-DA33-8D1F-4762-CC2CC75D8A25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55" creationId="{99CE0813-6063-A67E-7647-C75857B40B15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58" creationId="{27473D3D-5CBA-FFCC-A510-580B02810B68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59" creationId="{D7131933-AD5D-8CFF-B63D-0E6509EB9E54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60" creationId="{FFC6DFDC-4984-8529-7954-1785910C14A6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61" creationId="{B8B4F48A-3436-7F14-8C4C-43F4018C0A34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62" creationId="{B8B31EBE-2E61-337B-CD2E-380C5A025FA1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63" creationId="{FB3C06D2-82FB-01FA-6CA1-C4EAEBBBFEFE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64" creationId="{EC779CDC-A1E1-8742-E11A-16757BF614F6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65" creationId="{5397BEDC-79E4-9FEA-3E65-C6784C40D029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66" creationId="{45F1AB39-AF2F-3D95-3795-7E2E031C0D14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67" creationId="{33FC9C4B-9D49-8033-1270-83B23FF856BA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68" creationId="{16A191E5-596D-8688-8AC7-A20CD1449D7B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69" creationId="{0A59BAE6-4808-3DD0-F367-DA9A57162F70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70" creationId="{614357AC-CF7C-4228-7412-90695FD3FE68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71" creationId="{DE0BFCA0-DB16-CFCF-03F7-E991C282E291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72" creationId="{405458FA-1C25-5CCA-DD79-1892C76F8A79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73" creationId="{E0FBACF8-A12B-BBC6-43F0-A1E30F7EFC61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74" creationId="{FA4F217E-E590-4A91-0D06-B9A8F69B7715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75" creationId="{21ACC123-6B71-2407-BB17-8D021B0D5020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76" creationId="{0DEDF5A1-09C3-DEB0-4937-312D382CBBAC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77" creationId="{CDEA8D85-DF7C-E166-5E76-62A19394AB9A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78" creationId="{8CA5C493-3A67-0D50-635B-6F4DDA45FD50}"/>
          </ac:spMkLst>
        </pc:spChg>
        <pc:spChg chg="del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89" creationId="{06EB1845-5312-B21D-DF3E-3F9DDA1A6666}"/>
          </ac:spMkLst>
        </pc:spChg>
        <pc:spChg chg="del mod">
          <ac:chgData name="Fatima Pillosu" userId="a6295d4dc9e22643" providerId="LiveId" clId="{A940D973-A742-4AD8-97D9-9F5F906670B8}" dt="2025-06-10T21:49:05.961" v="101" actId="21"/>
          <ac:spMkLst>
            <pc:docMk/>
            <pc:sldMk cId="43451586" sldId="256"/>
            <ac:spMk id="1593" creationId="{399F6C2C-798D-2A29-27B9-BBF9C8CF83EB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594" creationId="{58B2823F-1DF1-440E-E51C-367025C98642}"/>
          </ac:spMkLst>
        </pc:spChg>
        <pc:spChg chg="add mod or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595" creationId="{72246508-EE04-19B8-021A-ECAE7D8DEF37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596" creationId="{ED8B2B80-4807-A468-6F32-E445928BCA65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597" creationId="{61BC8862-E098-E415-388E-EE379C1D8816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598" creationId="{196ACA54-197C-B826-3CC1-971A5CB97424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599" creationId="{287DCA10-5019-4DCB-8DA2-59E264A3B820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00" creationId="{E41E4E80-453A-8A5D-6353-555C76607188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01" creationId="{D0731246-6F49-C11F-7033-FF94E164163F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02" creationId="{4E9E5BF8-AB3D-412D-4A26-EE61F2CC1E7F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03" creationId="{0739ADA2-74FE-2ED7-C34A-FC8EBD443C72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04" creationId="{00CCE9A7-47BA-5162-7D86-9AE88D342E80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05" creationId="{E6302FE5-8F6D-64A0-2037-0C3DDAD7B97A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06" creationId="{63DB60AF-4A44-BE93-02D3-CDA77956B5F2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07" creationId="{70B25CBD-0AD5-C911-401B-02430C454B84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08" creationId="{9C5C2BC9-5BFD-82F2-35CF-D3FFDC415395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09" creationId="{088823C8-4E39-8301-6C6D-33A93FDA62E0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10" creationId="{8CAD96B3-3A98-4CC3-ADEB-47BB77C9B15D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11" creationId="{2B90694B-7872-6C95-2BAB-AC1DCEEF7005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12" creationId="{210CC45D-5604-4D04-C89D-B86E0A570384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13" creationId="{C82CF265-DA33-8D1F-4762-CC2CC75D8A25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615" creationId="{99CE0813-6063-A67E-7647-C75857B40B15}"/>
          </ac:spMkLst>
        </pc:spChg>
        <pc:spChg chg="add mod ord">
          <ac:chgData name="Fatima Pillosu" userId="a6295d4dc9e22643" providerId="LiveId" clId="{A940D973-A742-4AD8-97D9-9F5F906670B8}" dt="2025-06-10T23:07:44.568" v="1776" actId="207"/>
          <ac:spMkLst>
            <pc:docMk/>
            <pc:sldMk cId="43451586" sldId="256"/>
            <ac:spMk id="1618" creationId="{27473D3D-5CBA-FFCC-A510-580B02810B68}"/>
          </ac:spMkLst>
        </pc:spChg>
        <pc:spChg chg="add mod">
          <ac:chgData name="Fatima Pillosu" userId="a6295d4dc9e22643" providerId="LiveId" clId="{A940D973-A742-4AD8-97D9-9F5F906670B8}" dt="2025-06-10T22:53:51.894" v="1423" actId="1036"/>
          <ac:spMkLst>
            <pc:docMk/>
            <pc:sldMk cId="43451586" sldId="256"/>
            <ac:spMk id="1619" creationId="{D7131933-AD5D-8CFF-B63D-0E6509EB9E54}"/>
          </ac:spMkLst>
        </pc:spChg>
        <pc:spChg chg="add mod">
          <ac:chgData name="Fatima Pillosu" userId="a6295d4dc9e22643" providerId="LiveId" clId="{A940D973-A742-4AD8-97D9-9F5F906670B8}" dt="2025-06-10T22:53:51.894" v="1423" actId="1036"/>
          <ac:spMkLst>
            <pc:docMk/>
            <pc:sldMk cId="43451586" sldId="256"/>
            <ac:spMk id="1620" creationId="{FFC6DFDC-4984-8529-7954-1785910C14A6}"/>
          </ac:spMkLst>
        </pc:spChg>
        <pc:spChg chg="add mod">
          <ac:chgData name="Fatima Pillosu" userId="a6295d4dc9e22643" providerId="LiveId" clId="{A940D973-A742-4AD8-97D9-9F5F906670B8}" dt="2025-06-10T22:53:51.894" v="1423" actId="1036"/>
          <ac:spMkLst>
            <pc:docMk/>
            <pc:sldMk cId="43451586" sldId="256"/>
            <ac:spMk id="1621" creationId="{B8B4F48A-3436-7F14-8C4C-43F4018C0A34}"/>
          </ac:spMkLst>
        </pc:spChg>
        <pc:spChg chg="add mod">
          <ac:chgData name="Fatima Pillosu" userId="a6295d4dc9e22643" providerId="LiveId" clId="{A940D973-A742-4AD8-97D9-9F5F906670B8}" dt="2025-06-10T22:53:27.001" v="1395" actId="1036"/>
          <ac:spMkLst>
            <pc:docMk/>
            <pc:sldMk cId="43451586" sldId="256"/>
            <ac:spMk id="1622" creationId="{B8B31EBE-2E61-337B-CD2E-380C5A025FA1}"/>
          </ac:spMkLst>
        </pc:spChg>
        <pc:spChg chg="add mod">
          <ac:chgData name="Fatima Pillosu" userId="a6295d4dc9e22643" providerId="LiveId" clId="{A940D973-A742-4AD8-97D9-9F5F906670B8}" dt="2025-06-10T22:53:27.001" v="1395" actId="1036"/>
          <ac:spMkLst>
            <pc:docMk/>
            <pc:sldMk cId="43451586" sldId="256"/>
            <ac:spMk id="1623" creationId="{FB3C06D2-82FB-01FA-6CA1-C4EAEBBBFEFE}"/>
          </ac:spMkLst>
        </pc:spChg>
        <pc:spChg chg="add mod">
          <ac:chgData name="Fatima Pillosu" userId="a6295d4dc9e22643" providerId="LiveId" clId="{A940D973-A742-4AD8-97D9-9F5F906670B8}" dt="2025-06-10T22:53:27.001" v="1395" actId="1036"/>
          <ac:spMkLst>
            <pc:docMk/>
            <pc:sldMk cId="43451586" sldId="256"/>
            <ac:spMk id="1624" creationId="{EC779CDC-A1E1-8742-E11A-16757BF614F6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25" creationId="{5397BEDC-79E4-9FEA-3E65-C6784C40D029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26" creationId="{45F1AB39-AF2F-3D95-3795-7E2E031C0D14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27" creationId="{33FC9C4B-9D49-8033-1270-83B23FF856BA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28" creationId="{16A191E5-596D-8688-8AC7-A20CD1449D7B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29" creationId="{0A59BAE6-4808-3DD0-F367-DA9A57162F70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30" creationId="{614357AC-CF7C-4228-7412-90695FD3FE68}"/>
          </ac:spMkLst>
        </pc:spChg>
        <pc:spChg chg="add mod">
          <ac:chgData name="Fatima Pillosu" userId="a6295d4dc9e22643" providerId="LiveId" clId="{A940D973-A742-4AD8-97D9-9F5F906670B8}" dt="2025-06-10T23:20:21.500" v="1983" actId="14100"/>
          <ac:spMkLst>
            <pc:docMk/>
            <pc:sldMk cId="43451586" sldId="256"/>
            <ac:spMk id="1631" creationId="{DE0BFCA0-DB16-CFCF-03F7-E991C282E291}"/>
          </ac:spMkLst>
        </pc:spChg>
        <pc:spChg chg="add mod">
          <ac:chgData name="Fatima Pillosu" userId="a6295d4dc9e22643" providerId="LiveId" clId="{A940D973-A742-4AD8-97D9-9F5F906670B8}" dt="2025-06-10T22:54:08.096" v="1428" actId="552"/>
          <ac:spMkLst>
            <pc:docMk/>
            <pc:sldMk cId="43451586" sldId="256"/>
            <ac:spMk id="1632" creationId="{405458FA-1C25-5CCA-DD79-1892C76F8A79}"/>
          </ac:spMkLst>
        </pc:spChg>
        <pc:spChg chg="add del mod">
          <ac:chgData name="Fatima Pillosu" userId="a6295d4dc9e22643" providerId="LiveId" clId="{A940D973-A742-4AD8-97D9-9F5F906670B8}" dt="2025-06-10T22:50:01.735" v="1366" actId="478"/>
          <ac:spMkLst>
            <pc:docMk/>
            <pc:sldMk cId="43451586" sldId="256"/>
            <ac:spMk id="1633" creationId="{E0FBACF8-A12B-BBC6-43F0-A1E30F7EFC61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34" creationId="{FA4F217E-E590-4A91-0D06-B9A8F69B7715}"/>
          </ac:spMkLst>
        </pc:spChg>
        <pc:spChg chg="add del mod">
          <ac:chgData name="Fatima Pillosu" userId="a6295d4dc9e22643" providerId="LiveId" clId="{A940D973-A742-4AD8-97D9-9F5F906670B8}" dt="2025-06-10T22:24:28.337" v="935" actId="478"/>
          <ac:spMkLst>
            <pc:docMk/>
            <pc:sldMk cId="43451586" sldId="256"/>
            <ac:spMk id="1635" creationId="{21ACC123-6B71-2407-BB17-8D021B0D5020}"/>
          </ac:spMkLst>
        </pc:spChg>
        <pc:spChg chg="add del mod">
          <ac:chgData name="Fatima Pillosu" userId="a6295d4dc9e22643" providerId="LiveId" clId="{A940D973-A742-4AD8-97D9-9F5F906670B8}" dt="2025-06-10T22:59:14.468" v="1670" actId="478"/>
          <ac:spMkLst>
            <pc:docMk/>
            <pc:sldMk cId="43451586" sldId="256"/>
            <ac:spMk id="1636" creationId="{0DEDF5A1-09C3-DEB0-4937-312D382CBBAC}"/>
          </ac:spMkLst>
        </pc:spChg>
        <pc:spChg chg="add del mod">
          <ac:chgData name="Fatima Pillosu" userId="a6295d4dc9e22643" providerId="LiveId" clId="{A940D973-A742-4AD8-97D9-9F5F906670B8}" dt="2025-06-10T22:49:39.484" v="1365" actId="478"/>
          <ac:spMkLst>
            <pc:docMk/>
            <pc:sldMk cId="43451586" sldId="256"/>
            <ac:spMk id="1637" creationId="{CDEA8D85-DF7C-E166-5E76-62A19394AB9A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638" creationId="{8CA5C493-3A67-0D50-635B-6F4DDA45FD50}"/>
          </ac:spMkLst>
        </pc:spChg>
        <pc:spChg chg="mod">
          <ac:chgData name="Fatima Pillosu" userId="a6295d4dc9e22643" providerId="LiveId" clId="{A940D973-A742-4AD8-97D9-9F5F906670B8}" dt="2025-06-10T21:49:23.824" v="102"/>
          <ac:spMkLst>
            <pc:docMk/>
            <pc:sldMk cId="43451586" sldId="256"/>
            <ac:spMk id="1641" creationId="{BBEADBAB-5154-8565-656C-A45C24A1C3C8}"/>
          </ac:spMkLst>
        </pc:spChg>
        <pc:spChg chg="mod">
          <ac:chgData name="Fatima Pillosu" userId="a6295d4dc9e22643" providerId="LiveId" clId="{A940D973-A742-4AD8-97D9-9F5F906670B8}" dt="2025-06-10T21:49:23.824" v="102"/>
          <ac:spMkLst>
            <pc:docMk/>
            <pc:sldMk cId="43451586" sldId="256"/>
            <ac:spMk id="1642" creationId="{1BF20FAB-CD88-398F-FB4A-57FFE637857C}"/>
          </ac:spMkLst>
        </pc:spChg>
        <pc:spChg chg="mod">
          <ac:chgData name="Fatima Pillosu" userId="a6295d4dc9e22643" providerId="LiveId" clId="{A940D973-A742-4AD8-97D9-9F5F906670B8}" dt="2025-06-10T21:49:23.824" v="102"/>
          <ac:spMkLst>
            <pc:docMk/>
            <pc:sldMk cId="43451586" sldId="256"/>
            <ac:spMk id="1643" creationId="{6EB0BBDF-CA95-91A2-D065-401457446A13}"/>
          </ac:spMkLst>
        </pc:spChg>
        <pc:spChg chg="mod">
          <ac:chgData name="Fatima Pillosu" userId="a6295d4dc9e22643" providerId="LiveId" clId="{A940D973-A742-4AD8-97D9-9F5F906670B8}" dt="2025-06-10T21:49:23.824" v="102"/>
          <ac:spMkLst>
            <pc:docMk/>
            <pc:sldMk cId="43451586" sldId="256"/>
            <ac:spMk id="1644" creationId="{136F1087-720E-0013-969A-3BE7BB10C390}"/>
          </ac:spMkLst>
        </pc:spChg>
        <pc:spChg chg="mod">
          <ac:chgData name="Fatima Pillosu" userId="a6295d4dc9e22643" providerId="LiveId" clId="{A940D973-A742-4AD8-97D9-9F5F906670B8}" dt="2025-06-10T21:49:23.824" v="102"/>
          <ac:spMkLst>
            <pc:docMk/>
            <pc:sldMk cId="43451586" sldId="256"/>
            <ac:spMk id="1645" creationId="{5A2BB48C-A00B-6BF3-53C7-CC1F2D2759A0}"/>
          </ac:spMkLst>
        </pc:spChg>
        <pc:spChg chg="mod">
          <ac:chgData name="Fatima Pillosu" userId="a6295d4dc9e22643" providerId="LiveId" clId="{A940D973-A742-4AD8-97D9-9F5F906670B8}" dt="2025-06-10T21:49:23.824" v="102"/>
          <ac:spMkLst>
            <pc:docMk/>
            <pc:sldMk cId="43451586" sldId="256"/>
            <ac:spMk id="1646" creationId="{2929BFC0-8364-79B7-D764-2D055643D818}"/>
          </ac:spMkLst>
        </pc:spChg>
        <pc:spChg chg="mod">
          <ac:chgData name="Fatima Pillosu" userId="a6295d4dc9e22643" providerId="LiveId" clId="{A940D973-A742-4AD8-97D9-9F5F906670B8}" dt="2025-06-10T21:49:23.824" v="102"/>
          <ac:spMkLst>
            <pc:docMk/>
            <pc:sldMk cId="43451586" sldId="256"/>
            <ac:spMk id="1647" creationId="{3431C309-682E-6AED-7D6A-2BBCC0C79FFA}"/>
          </ac:spMkLst>
        </pc:spChg>
        <pc:spChg chg="mod">
          <ac:chgData name="Fatima Pillosu" userId="a6295d4dc9e22643" providerId="LiveId" clId="{A940D973-A742-4AD8-97D9-9F5F906670B8}" dt="2025-06-10T21:49:23.824" v="102"/>
          <ac:spMkLst>
            <pc:docMk/>
            <pc:sldMk cId="43451586" sldId="256"/>
            <ac:spMk id="1648" creationId="{769F68CC-3454-3C3B-1D00-A0AACABE4BDD}"/>
          </ac:spMkLst>
        </pc:spChg>
        <pc:spChg chg="add mod ord">
          <ac:chgData name="Fatima Pillosu" userId="a6295d4dc9e22643" providerId="LiveId" clId="{A940D973-A742-4AD8-97D9-9F5F906670B8}" dt="2025-06-10T23:00:04.320" v="1704" actId="1036"/>
          <ac:spMkLst>
            <pc:docMk/>
            <pc:sldMk cId="43451586" sldId="256"/>
            <ac:spMk id="1649" creationId="{06EB1845-5312-B21D-DF3E-3F9DDA1A6666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653" creationId="{399F6C2C-798D-2A29-27B9-BBF9C8CF83EB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661" creationId="{EA975221-46E7-AEFA-06D2-D8D8AAB2D848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662" creationId="{16113B27-EF0A-A53B-453B-A9A4E3CD439F}"/>
          </ac:spMkLst>
        </pc:spChg>
        <pc:spChg chg="add mod">
          <ac:chgData name="Fatima Pillosu" userId="a6295d4dc9e22643" providerId="LiveId" clId="{A940D973-A742-4AD8-97D9-9F5F906670B8}" dt="2025-06-10T22:51:24.836" v="1368" actId="207"/>
          <ac:spMkLst>
            <pc:docMk/>
            <pc:sldMk cId="43451586" sldId="256"/>
            <ac:spMk id="1666" creationId="{F74B076A-6A46-8FEF-EF31-51FA88A68348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74" creationId="{B1E9C84F-7BB6-BBFC-C636-9AA25A179004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75" creationId="{B97AB377-8FBD-A8BB-D546-928FE04EC931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76" creationId="{212737F9-A4C6-B6F0-E69B-5AFFF685AEA4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77" creationId="{A4BA5A72-3EB5-C066-8EE5-5B2E0243FAAB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78" creationId="{6F1122CA-0390-9368-8F60-E2BC8F934351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79" creationId="{5F0C1300-9087-21AF-F880-2E82B0C73DD1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80" creationId="{94BE51C9-F899-3AD3-C58A-C92AED4FEBC3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81" creationId="{AAC70CD8-5467-7791-135B-43FC14435D69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82" creationId="{76DB864F-8CBF-9297-9464-791D58E89CDC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83" creationId="{AA0A1342-9001-C845-EE1C-0363280EAFE3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84" creationId="{18F93E6C-33B9-62A2-E8E5-8D8B38EE418F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85" creationId="{10E4094A-1A56-B11A-D5A8-3AFE6A9B5541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86" creationId="{211054EC-E974-9CDD-BF8D-B6C0C9BB98D0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87" creationId="{78A8B401-C87B-3EE9-3685-4B9FDAE03FE3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88" creationId="{7601A107-776D-A1D2-4DF8-7A4502157DAE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89" creationId="{B9CD39C5-31F2-67D1-ADFB-10F903F59EAB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90" creationId="{5857E0DE-A6D9-5771-2D80-D34CD69B71ED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91" creationId="{00EFB37E-A08E-5684-1522-32BE603F25C7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92" creationId="{4D55EF3E-1C62-0673-09DE-88F293B7526D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93" creationId="{F5BDABCC-4F7E-75C4-4980-C52165F1590B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94" creationId="{F8D65A82-AB57-628F-D360-63F10CA2C35A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95" creationId="{73F18B5E-ECF8-EF3B-49DD-C9C5B996B05F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96" creationId="{D5563138-3765-CF88-A1AE-FEDF7121B326}"/>
          </ac:spMkLst>
        </pc:spChg>
        <pc:spChg chg="add mod">
          <ac:chgData name="Fatima Pillosu" userId="a6295d4dc9e22643" providerId="LiveId" clId="{A940D973-A742-4AD8-97D9-9F5F906670B8}" dt="2025-06-10T22:21:17.584" v="874"/>
          <ac:spMkLst>
            <pc:docMk/>
            <pc:sldMk cId="43451586" sldId="256"/>
            <ac:spMk id="1697" creationId="{9AFA0759-FA51-F945-547F-B2CC7260B385}"/>
          </ac:spMkLst>
        </pc:spChg>
        <pc:spChg chg="add mod">
          <ac:chgData name="Fatima Pillosu" userId="a6295d4dc9e22643" providerId="LiveId" clId="{A940D973-A742-4AD8-97D9-9F5F906670B8}" dt="2025-06-10T23:20:05.619" v="1976" actId="20577"/>
          <ac:spMkLst>
            <pc:docMk/>
            <pc:sldMk cId="43451586" sldId="256"/>
            <ac:spMk id="1706" creationId="{44074D66-E01D-3CA8-43D7-933D0BD9040D}"/>
          </ac:spMkLst>
        </pc:spChg>
        <pc:spChg chg="add mod">
          <ac:chgData name="Fatima Pillosu" userId="a6295d4dc9e22643" providerId="LiveId" clId="{A940D973-A742-4AD8-97D9-9F5F906670B8}" dt="2025-06-10T23:15:02.731" v="1948" actId="1035"/>
          <ac:spMkLst>
            <pc:docMk/>
            <pc:sldMk cId="43451586" sldId="256"/>
            <ac:spMk id="1707" creationId="{D1F6B835-6281-A39D-BC62-EA94F26F862D}"/>
          </ac:spMkLst>
        </pc:spChg>
        <pc:spChg chg="add mod">
          <ac:chgData name="Fatima Pillosu" userId="a6295d4dc9e22643" providerId="LiveId" clId="{A940D973-A742-4AD8-97D9-9F5F906670B8}" dt="2025-06-10T23:15:02.731" v="1948" actId="1035"/>
          <ac:spMkLst>
            <pc:docMk/>
            <pc:sldMk cId="43451586" sldId="256"/>
            <ac:spMk id="1708" creationId="{FE3C0620-38CC-613B-A8A7-7F770D6BD090}"/>
          </ac:spMkLst>
        </pc:spChg>
        <pc:spChg chg="add mod">
          <ac:chgData name="Fatima Pillosu" userId="a6295d4dc9e22643" providerId="LiveId" clId="{A940D973-A742-4AD8-97D9-9F5F906670B8}" dt="2025-06-10T23:15:08.127" v="1951" actId="1035"/>
          <ac:spMkLst>
            <pc:docMk/>
            <pc:sldMk cId="43451586" sldId="256"/>
            <ac:spMk id="1709" creationId="{D1791756-065A-D9BA-0CF0-9CF2D165B0A7}"/>
          </ac:spMkLst>
        </pc:spChg>
        <pc:spChg chg="add mod">
          <ac:chgData name="Fatima Pillosu" userId="a6295d4dc9e22643" providerId="LiveId" clId="{A940D973-A742-4AD8-97D9-9F5F906670B8}" dt="2025-06-10T23:15:02.731" v="1948" actId="1035"/>
          <ac:spMkLst>
            <pc:docMk/>
            <pc:sldMk cId="43451586" sldId="256"/>
            <ac:spMk id="1710" creationId="{402C2F4D-4D83-D434-CD4F-4220936A72EF}"/>
          </ac:spMkLst>
        </pc:spChg>
        <pc:spChg chg="add mod">
          <ac:chgData name="Fatima Pillosu" userId="a6295d4dc9e22643" providerId="LiveId" clId="{A940D973-A742-4AD8-97D9-9F5F906670B8}" dt="2025-06-10T23:15:02.731" v="1948" actId="1035"/>
          <ac:spMkLst>
            <pc:docMk/>
            <pc:sldMk cId="43451586" sldId="256"/>
            <ac:spMk id="1711" creationId="{0246E055-1109-7BB2-D585-1EFD35FBD5DD}"/>
          </ac:spMkLst>
        </pc:spChg>
        <pc:spChg chg="add mod">
          <ac:chgData name="Fatima Pillosu" userId="a6295d4dc9e22643" providerId="LiveId" clId="{A940D973-A742-4AD8-97D9-9F5F906670B8}" dt="2025-06-10T22:57:01.804" v="1658" actId="20577"/>
          <ac:spMkLst>
            <pc:docMk/>
            <pc:sldMk cId="43451586" sldId="256"/>
            <ac:spMk id="1716" creationId="{3745A347-0A18-3AD7-F6F9-BA0D2AF504CB}"/>
          </ac:spMkLst>
        </pc:spChg>
        <pc:spChg chg="add mod">
          <ac:chgData name="Fatima Pillosu" userId="a6295d4dc9e22643" providerId="LiveId" clId="{A940D973-A742-4AD8-97D9-9F5F906670B8}" dt="2025-06-10T22:59:19.762" v="1671"/>
          <ac:spMkLst>
            <pc:docMk/>
            <pc:sldMk cId="43451586" sldId="256"/>
            <ac:spMk id="1723" creationId="{3B8A1955-6AAA-C16E-69DB-0161A702DFF3}"/>
          </ac:spMkLst>
        </pc:spChg>
        <pc:spChg chg="add del mod">
          <ac:chgData name="Fatima Pillosu" userId="a6295d4dc9e22643" providerId="LiveId" clId="{A940D973-A742-4AD8-97D9-9F5F906670B8}" dt="2025-06-10T23:05:18.491" v="1758" actId="478"/>
          <ac:spMkLst>
            <pc:docMk/>
            <pc:sldMk cId="43451586" sldId="256"/>
            <ac:spMk id="1724" creationId="{5745015C-D63C-876C-4ECA-4AC6F4CBFB7E}"/>
          </ac:spMkLst>
        </pc:spChg>
        <pc:spChg chg="add mod">
          <ac:chgData name="Fatima Pillosu" userId="a6295d4dc9e22643" providerId="LiveId" clId="{A940D973-A742-4AD8-97D9-9F5F906670B8}" dt="2025-06-10T23:09:11.682" v="1793" actId="1076"/>
          <ac:spMkLst>
            <pc:docMk/>
            <pc:sldMk cId="43451586" sldId="256"/>
            <ac:spMk id="1758" creationId="{CED7D702-00FB-72A9-77C5-71A3498092A1}"/>
          </ac:spMkLst>
        </pc:spChg>
        <pc:spChg chg="add mod">
          <ac:chgData name="Fatima Pillosu" userId="a6295d4dc9e22643" providerId="LiveId" clId="{A940D973-A742-4AD8-97D9-9F5F906670B8}" dt="2025-06-10T23:14:50.641" v="1944" actId="1035"/>
          <ac:spMkLst>
            <pc:docMk/>
            <pc:sldMk cId="43451586" sldId="256"/>
            <ac:spMk id="1760" creationId="{48A1DCBB-D7B2-9622-BD00-475918DC70C6}"/>
          </ac:spMkLst>
        </pc:spChg>
        <pc:spChg chg="add mod">
          <ac:chgData name="Fatima Pillosu" userId="a6295d4dc9e22643" providerId="LiveId" clId="{A940D973-A742-4AD8-97D9-9F5F906670B8}" dt="2025-06-10T23:14:50.641" v="1944" actId="1035"/>
          <ac:spMkLst>
            <pc:docMk/>
            <pc:sldMk cId="43451586" sldId="256"/>
            <ac:spMk id="1761" creationId="{F5D252E4-C938-C6C9-EF7E-E84DE390095B}"/>
          </ac:spMkLst>
        </pc:spChg>
        <pc:spChg chg="add mod">
          <ac:chgData name="Fatima Pillosu" userId="a6295d4dc9e22643" providerId="LiveId" clId="{A940D973-A742-4AD8-97D9-9F5F906670B8}" dt="2025-06-10T23:14:50.641" v="1944" actId="1035"/>
          <ac:spMkLst>
            <pc:docMk/>
            <pc:sldMk cId="43451586" sldId="256"/>
            <ac:spMk id="1762" creationId="{13F3E125-B955-BE4E-C0EB-92C8905ABD23}"/>
          </ac:spMkLst>
        </pc:spChg>
        <pc:spChg chg="add mod">
          <ac:chgData name="Fatima Pillosu" userId="a6295d4dc9e22643" providerId="LiveId" clId="{A940D973-A742-4AD8-97D9-9F5F906670B8}" dt="2025-06-10T23:14:50.641" v="1944" actId="1035"/>
          <ac:spMkLst>
            <pc:docMk/>
            <pc:sldMk cId="43451586" sldId="256"/>
            <ac:spMk id="1763" creationId="{1A71D751-FB7B-5058-52B4-9D827CB0A229}"/>
          </ac:spMkLst>
        </pc:spChg>
        <pc:spChg chg="add mod">
          <ac:chgData name="Fatima Pillosu" userId="a6295d4dc9e22643" providerId="LiveId" clId="{A940D973-A742-4AD8-97D9-9F5F906670B8}" dt="2025-06-10T23:14:50.641" v="1944" actId="1035"/>
          <ac:spMkLst>
            <pc:docMk/>
            <pc:sldMk cId="43451586" sldId="256"/>
            <ac:spMk id="1764" creationId="{3798E8BD-49EE-51AC-5837-63FFAA105BAB}"/>
          </ac:spMkLst>
        </pc:spChg>
        <pc:spChg chg="add mod">
          <ac:chgData name="Fatima Pillosu" userId="a6295d4dc9e22643" providerId="LiveId" clId="{A940D973-A742-4AD8-97D9-9F5F906670B8}" dt="2025-06-10T23:14:50.641" v="1944" actId="1035"/>
          <ac:spMkLst>
            <pc:docMk/>
            <pc:sldMk cId="43451586" sldId="256"/>
            <ac:spMk id="1765" creationId="{EF8A1492-7284-1A63-8785-CB1D593F2809}"/>
          </ac:spMkLst>
        </pc:spChg>
        <pc:spChg chg="add mod">
          <ac:chgData name="Fatima Pillosu" userId="a6295d4dc9e22643" providerId="LiveId" clId="{A940D973-A742-4AD8-97D9-9F5F906670B8}" dt="2025-06-10T23:14:50.641" v="1944" actId="1035"/>
          <ac:spMkLst>
            <pc:docMk/>
            <pc:sldMk cId="43451586" sldId="256"/>
            <ac:spMk id="1766" creationId="{AF26BF51-6A2F-3D2E-F3D2-E9E8ED620787}"/>
          </ac:spMkLst>
        </pc:spChg>
        <pc:spChg chg="add mod">
          <ac:chgData name="Fatima Pillosu" userId="a6295d4dc9e22643" providerId="LiveId" clId="{A940D973-A742-4AD8-97D9-9F5F906670B8}" dt="2025-06-10T23:14:50.641" v="1944" actId="1035"/>
          <ac:spMkLst>
            <pc:docMk/>
            <pc:sldMk cId="43451586" sldId="256"/>
            <ac:spMk id="1767" creationId="{7C0DED06-D131-BE5B-8185-19BEF39EA2A4}"/>
          </ac:spMkLst>
        </pc:spChg>
        <pc:spChg chg="add mod">
          <ac:chgData name="Fatima Pillosu" userId="a6295d4dc9e22643" providerId="LiveId" clId="{A940D973-A742-4AD8-97D9-9F5F906670B8}" dt="2025-06-10T23:14:50.641" v="1944" actId="1035"/>
          <ac:spMkLst>
            <pc:docMk/>
            <pc:sldMk cId="43451586" sldId="256"/>
            <ac:spMk id="1768" creationId="{346D0997-7105-37C5-8FB3-EED8AEC7E0F1}"/>
          </ac:spMkLst>
        </pc:spChg>
        <pc:spChg chg="add mod">
          <ac:chgData name="Fatima Pillosu" userId="a6295d4dc9e22643" providerId="LiveId" clId="{A940D973-A742-4AD8-97D9-9F5F906670B8}" dt="2025-06-10T23:14:50.641" v="1944" actId="1035"/>
          <ac:spMkLst>
            <pc:docMk/>
            <pc:sldMk cId="43451586" sldId="256"/>
            <ac:spMk id="1769" creationId="{DC8B71E4-03D3-B192-F7D5-14927C04FCED}"/>
          </ac:spMkLst>
        </pc:spChg>
        <pc:spChg chg="add mod">
          <ac:chgData name="Fatima Pillosu" userId="a6295d4dc9e22643" providerId="LiveId" clId="{A940D973-A742-4AD8-97D9-9F5F906670B8}" dt="2025-06-10T23:14:50.641" v="1944" actId="1035"/>
          <ac:spMkLst>
            <pc:docMk/>
            <pc:sldMk cId="43451586" sldId="256"/>
            <ac:spMk id="1770" creationId="{3544D339-AA62-36D2-D9CF-0F6311471FDD}"/>
          </ac:spMkLst>
        </pc:spChg>
        <pc:spChg chg="add mod">
          <ac:chgData name="Fatima Pillosu" userId="a6295d4dc9e22643" providerId="LiveId" clId="{A940D973-A742-4AD8-97D9-9F5F906670B8}" dt="2025-06-10T23:14:50.641" v="1944" actId="1035"/>
          <ac:spMkLst>
            <pc:docMk/>
            <pc:sldMk cId="43451586" sldId="256"/>
            <ac:spMk id="1771" creationId="{7284F9CE-C663-D7C4-A983-3C98080C673B}"/>
          </ac:spMkLst>
        </pc:spChg>
        <pc:spChg chg="add mod">
          <ac:chgData name="Fatima Pillosu" userId="a6295d4dc9e22643" providerId="LiveId" clId="{A940D973-A742-4AD8-97D9-9F5F906670B8}" dt="2025-06-10T23:14:50.641" v="1944" actId="1035"/>
          <ac:spMkLst>
            <pc:docMk/>
            <pc:sldMk cId="43451586" sldId="256"/>
            <ac:spMk id="1772" creationId="{DF6C76F8-08B6-EC1F-6204-A009EE42253B}"/>
          </ac:spMkLst>
        </pc:spChg>
        <pc:spChg chg="add mod">
          <ac:chgData name="Fatima Pillosu" userId="a6295d4dc9e22643" providerId="LiveId" clId="{A940D973-A742-4AD8-97D9-9F5F906670B8}" dt="2025-06-10T23:14:50.641" v="1944" actId="1035"/>
          <ac:spMkLst>
            <pc:docMk/>
            <pc:sldMk cId="43451586" sldId="256"/>
            <ac:spMk id="1773" creationId="{E3C56BAF-9F9B-2C32-72B2-4EA38C6233EE}"/>
          </ac:spMkLst>
        </pc:spChg>
        <pc:grpChg chg="del">
          <ac:chgData name="Fatima Pillosu" userId="a6295d4dc9e22643" providerId="LiveId" clId="{A940D973-A742-4AD8-97D9-9F5F906670B8}" dt="2025-06-10T21:49:05.961" v="101" actId="21"/>
          <ac:grpSpMkLst>
            <pc:docMk/>
            <pc:sldMk cId="43451586" sldId="256"/>
            <ac:grpSpMk id="1579" creationId="{F6242983-CDD2-F949-6907-431DB5EDAE8E}"/>
          </ac:grpSpMkLst>
        </pc:grpChg>
        <pc:grpChg chg="add del mod">
          <ac:chgData name="Fatima Pillosu" userId="a6295d4dc9e22643" providerId="LiveId" clId="{A940D973-A742-4AD8-97D9-9F5F906670B8}" dt="2025-06-10T22:49:39.484" v="1365" actId="478"/>
          <ac:grpSpMkLst>
            <pc:docMk/>
            <pc:sldMk cId="43451586" sldId="256"/>
            <ac:grpSpMk id="1639" creationId="{F6242983-CDD2-F949-6907-431DB5EDAE8E}"/>
          </ac:grpSpMkLst>
        </pc:grpChg>
        <pc:picChg chg="add del mod">
          <ac:chgData name="Fatima Pillosu" userId="a6295d4dc9e22643" providerId="LiveId" clId="{A940D973-A742-4AD8-97D9-9F5F906670B8}" dt="2025-06-10T22:04:38.953" v="506" actId="478"/>
          <ac:picMkLst>
            <pc:docMk/>
            <pc:sldMk cId="43451586" sldId="256"/>
            <ac:picMk id="2" creationId="{0F3578BC-7710-AB6B-F28B-7B49C283CE58}"/>
          </ac:picMkLst>
        </pc:picChg>
        <pc:picChg chg="add del mod">
          <ac:chgData name="Fatima Pillosu" userId="a6295d4dc9e22643" providerId="LiveId" clId="{A940D973-A742-4AD8-97D9-9F5F906670B8}" dt="2025-06-10T21:52:44.902" v="162" actId="478"/>
          <ac:picMkLst>
            <pc:docMk/>
            <pc:sldMk cId="43451586" sldId="256"/>
            <ac:picMk id="3" creationId="{8EE4491B-7654-8960-05AF-20FE6A197A39}"/>
          </ac:picMkLst>
        </pc:picChg>
        <pc:picChg chg="add del mod">
          <ac:chgData name="Fatima Pillosu" userId="a6295d4dc9e22643" providerId="LiveId" clId="{A940D973-A742-4AD8-97D9-9F5F906670B8}" dt="2025-06-10T22:49:39.484" v="1365" actId="478"/>
          <ac:picMkLst>
            <pc:docMk/>
            <pc:sldMk cId="43451586" sldId="256"/>
            <ac:picMk id="4" creationId="{98E790EA-0040-310C-474C-5A547AC3F814}"/>
          </ac:picMkLst>
        </pc:picChg>
        <pc:picChg chg="add del mod">
          <ac:chgData name="Fatima Pillosu" userId="a6295d4dc9e22643" providerId="LiveId" clId="{A940D973-A742-4AD8-97D9-9F5F906670B8}" dt="2025-06-10T22:24:28.337" v="935" actId="478"/>
          <ac:picMkLst>
            <pc:docMk/>
            <pc:sldMk cId="43451586" sldId="256"/>
            <ac:picMk id="58" creationId="{D96E7EE9-C790-BA49-E8E1-4DFB80A39E5E}"/>
          </ac:picMkLst>
        </pc:picChg>
        <pc:picChg chg="del">
          <ac:chgData name="Fatima Pillosu" userId="a6295d4dc9e22643" providerId="LiveId" clId="{A940D973-A742-4AD8-97D9-9F5F906670B8}" dt="2025-06-10T21:49:05.961" v="101" actId="21"/>
          <ac:picMkLst>
            <pc:docMk/>
            <pc:sldMk cId="43451586" sldId="256"/>
            <ac:picMk id="1472" creationId="{0F3578BC-7710-AB6B-F28B-7B49C283CE58}"/>
          </ac:picMkLst>
        </pc:picChg>
        <pc:picChg chg="del">
          <ac:chgData name="Fatima Pillosu" userId="a6295d4dc9e22643" providerId="LiveId" clId="{A940D973-A742-4AD8-97D9-9F5F906670B8}" dt="2025-06-10T21:49:05.961" v="101" actId="21"/>
          <ac:picMkLst>
            <pc:docMk/>
            <pc:sldMk cId="43451586" sldId="256"/>
            <ac:picMk id="1473" creationId="{8EE4491B-7654-8960-05AF-20FE6A197A39}"/>
          </ac:picMkLst>
        </pc:picChg>
        <pc:picChg chg="del">
          <ac:chgData name="Fatima Pillosu" userId="a6295d4dc9e22643" providerId="LiveId" clId="{A940D973-A742-4AD8-97D9-9F5F906670B8}" dt="2025-06-10T21:49:05.961" v="101" actId="21"/>
          <ac:picMkLst>
            <pc:docMk/>
            <pc:sldMk cId="43451586" sldId="256"/>
            <ac:picMk id="1474" creationId="{98E790EA-0040-310C-474C-5A547AC3F814}"/>
          </ac:picMkLst>
        </pc:picChg>
        <pc:picChg chg="del">
          <ac:chgData name="Fatima Pillosu" userId="a6295d4dc9e22643" providerId="LiveId" clId="{A940D973-A742-4AD8-97D9-9F5F906670B8}" dt="2025-06-10T21:49:05.961" v="101" actId="21"/>
          <ac:picMkLst>
            <pc:docMk/>
            <pc:sldMk cId="43451586" sldId="256"/>
            <ac:picMk id="1528" creationId="{D96E7EE9-C790-BA49-E8E1-4DFB80A39E5E}"/>
          </ac:picMkLst>
        </pc:picChg>
        <pc:picChg chg="del">
          <ac:chgData name="Fatima Pillosu" userId="a6295d4dc9e22643" providerId="LiveId" clId="{A940D973-A742-4AD8-97D9-9F5F906670B8}" dt="2025-06-10T21:49:05.961" v="101" actId="21"/>
          <ac:picMkLst>
            <pc:docMk/>
            <pc:sldMk cId="43451586" sldId="256"/>
            <ac:picMk id="1554" creationId="{55038BFD-A9CA-6828-3917-3A2A14D9249E}"/>
          </ac:picMkLst>
        </pc:picChg>
        <pc:picChg chg="del">
          <ac:chgData name="Fatima Pillosu" userId="a6295d4dc9e22643" providerId="LiveId" clId="{A940D973-A742-4AD8-97D9-9F5F906670B8}" dt="2025-06-10T21:49:05.961" v="101" actId="21"/>
          <ac:picMkLst>
            <pc:docMk/>
            <pc:sldMk cId="43451586" sldId="256"/>
            <ac:picMk id="1592" creationId="{CA88E55D-52DB-40EF-9ACC-F5F61E228B3D}"/>
          </ac:picMkLst>
        </pc:picChg>
        <pc:picChg chg="add del mod">
          <ac:chgData name="Fatima Pillosu" userId="a6295d4dc9e22643" providerId="LiveId" clId="{A940D973-A742-4AD8-97D9-9F5F906670B8}" dt="2025-06-10T22:59:14.468" v="1670" actId="478"/>
          <ac:picMkLst>
            <pc:docMk/>
            <pc:sldMk cId="43451586" sldId="256"/>
            <ac:picMk id="1614" creationId="{55038BFD-A9CA-6828-3917-3A2A14D9249E}"/>
          </ac:picMkLst>
        </pc:picChg>
        <pc:picChg chg="mod">
          <ac:chgData name="Fatima Pillosu" userId="a6295d4dc9e22643" providerId="LiveId" clId="{A940D973-A742-4AD8-97D9-9F5F906670B8}" dt="2025-06-10T21:49:23.824" v="102"/>
          <ac:picMkLst>
            <pc:docMk/>
            <pc:sldMk cId="43451586" sldId="256"/>
            <ac:picMk id="1640" creationId="{725294B6-1D3A-3D47-BB27-E307953888A0}"/>
          </ac:picMkLst>
        </pc:picChg>
        <pc:picChg chg="add del mod">
          <ac:chgData name="Fatima Pillosu" userId="a6295d4dc9e22643" providerId="LiveId" clId="{A940D973-A742-4AD8-97D9-9F5F906670B8}" dt="2025-06-10T22:59:11.700" v="1669" actId="478"/>
          <ac:picMkLst>
            <pc:docMk/>
            <pc:sldMk cId="43451586" sldId="256"/>
            <ac:picMk id="1652" creationId="{CA88E55D-52DB-40EF-9ACC-F5F61E228B3D}"/>
          </ac:picMkLst>
        </pc:picChg>
        <pc:picChg chg="add mod ord modCrop">
          <ac:chgData name="Fatima Pillosu" userId="a6295d4dc9e22643" providerId="LiveId" clId="{A940D973-A742-4AD8-97D9-9F5F906670B8}" dt="2025-06-10T22:18:21.693" v="791" actId="1037"/>
          <ac:picMkLst>
            <pc:docMk/>
            <pc:sldMk cId="43451586" sldId="256"/>
            <ac:picMk id="1655" creationId="{30C76560-71B6-7D1B-91B1-CBF5D59B1CA4}"/>
          </ac:picMkLst>
        </pc:picChg>
        <pc:picChg chg="add mod ord modCrop">
          <ac:chgData name="Fatima Pillosu" userId="a6295d4dc9e22643" providerId="LiveId" clId="{A940D973-A742-4AD8-97D9-9F5F906670B8}" dt="2025-06-10T22:30:58.710" v="1194" actId="1035"/>
          <ac:picMkLst>
            <pc:docMk/>
            <pc:sldMk cId="43451586" sldId="256"/>
            <ac:picMk id="1660" creationId="{38A0D752-B334-980C-4021-4C0BA50596A8}"/>
          </ac:picMkLst>
        </pc:picChg>
        <pc:picChg chg="add mod modCrop">
          <ac:chgData name="Fatima Pillosu" userId="a6295d4dc9e22643" providerId="LiveId" clId="{A940D973-A742-4AD8-97D9-9F5F906670B8}" dt="2025-06-10T23:15:02.731" v="1948" actId="1035"/>
          <ac:picMkLst>
            <pc:docMk/>
            <pc:sldMk cId="43451586" sldId="256"/>
            <ac:picMk id="1669" creationId="{9DE7CEBB-A511-0DD0-0259-3447651825EC}"/>
          </ac:picMkLst>
        </pc:picChg>
        <pc:picChg chg="add del mod modCrop">
          <ac:chgData name="Fatima Pillosu" userId="a6295d4dc9e22643" providerId="LiveId" clId="{A940D973-A742-4AD8-97D9-9F5F906670B8}" dt="2025-06-10T22:26:14.860" v="967" actId="478"/>
          <ac:picMkLst>
            <pc:docMk/>
            <pc:sldMk cId="43451586" sldId="256"/>
            <ac:picMk id="1671" creationId="{D5048F2C-A6AC-44DE-8B03-4916636953FD}"/>
          </ac:picMkLst>
        </pc:picChg>
        <pc:picChg chg="add mod">
          <ac:chgData name="Fatima Pillosu" userId="a6295d4dc9e22643" providerId="LiveId" clId="{A940D973-A742-4AD8-97D9-9F5F906670B8}" dt="2025-06-10T22:21:17.584" v="874"/>
          <ac:picMkLst>
            <pc:docMk/>
            <pc:sldMk cId="43451586" sldId="256"/>
            <ac:picMk id="1673" creationId="{774E134B-A758-20E2-0E93-CD0939D32044}"/>
          </ac:picMkLst>
        </pc:picChg>
        <pc:picChg chg="add mod modCrop">
          <ac:chgData name="Fatima Pillosu" userId="a6295d4dc9e22643" providerId="LiveId" clId="{A940D973-A742-4AD8-97D9-9F5F906670B8}" dt="2025-06-10T23:14:50.641" v="1944" actId="1035"/>
          <ac:picMkLst>
            <pc:docMk/>
            <pc:sldMk cId="43451586" sldId="256"/>
            <ac:picMk id="1698" creationId="{DB79C779-C184-1FA2-7603-7623BA02991C}"/>
          </ac:picMkLst>
        </pc:picChg>
        <pc:picChg chg="add mod modCrop">
          <ac:chgData name="Fatima Pillosu" userId="a6295d4dc9e22643" providerId="LiveId" clId="{A940D973-A742-4AD8-97D9-9F5F906670B8}" dt="2025-06-10T23:14:50.641" v="1944" actId="1035"/>
          <ac:picMkLst>
            <pc:docMk/>
            <pc:sldMk cId="43451586" sldId="256"/>
            <ac:picMk id="1699" creationId="{EE8408E7-68FB-66E3-46D3-15888998A2BF}"/>
          </ac:picMkLst>
        </pc:picChg>
        <pc:picChg chg="add mod modCrop">
          <ac:chgData name="Fatima Pillosu" userId="a6295d4dc9e22643" providerId="LiveId" clId="{A940D973-A742-4AD8-97D9-9F5F906670B8}" dt="2025-06-10T23:14:50.641" v="1944" actId="1035"/>
          <ac:picMkLst>
            <pc:docMk/>
            <pc:sldMk cId="43451586" sldId="256"/>
            <ac:picMk id="1700" creationId="{088BC9EF-F338-B431-1195-8F8E42D27CC8}"/>
          </ac:picMkLst>
        </pc:picChg>
        <pc:picChg chg="add mod modCrop">
          <ac:chgData name="Fatima Pillosu" userId="a6295d4dc9e22643" providerId="LiveId" clId="{A940D973-A742-4AD8-97D9-9F5F906670B8}" dt="2025-06-10T23:14:50.641" v="1944" actId="1035"/>
          <ac:picMkLst>
            <pc:docMk/>
            <pc:sldMk cId="43451586" sldId="256"/>
            <ac:picMk id="1701" creationId="{9F6F4073-53F4-32E1-60F7-37E36EE48DD5}"/>
          </ac:picMkLst>
        </pc:picChg>
        <pc:picChg chg="add del mod">
          <ac:chgData name="Fatima Pillosu" userId="a6295d4dc9e22643" providerId="LiveId" clId="{A940D973-A742-4AD8-97D9-9F5F906670B8}" dt="2025-06-10T22:26:37.550" v="971" actId="21"/>
          <ac:picMkLst>
            <pc:docMk/>
            <pc:sldMk cId="43451586" sldId="256"/>
            <ac:picMk id="1703" creationId="{BE919D6D-BAA3-ACD6-956F-4AF953F74A9B}"/>
          </ac:picMkLst>
        </pc:picChg>
        <pc:picChg chg="add mod modCrop">
          <ac:chgData name="Fatima Pillosu" userId="a6295d4dc9e22643" providerId="LiveId" clId="{A940D973-A742-4AD8-97D9-9F5F906670B8}" dt="2025-06-10T23:15:02.731" v="1948" actId="1035"/>
          <ac:picMkLst>
            <pc:docMk/>
            <pc:sldMk cId="43451586" sldId="256"/>
            <ac:picMk id="1705" creationId="{C656D420-7A73-ED62-86EA-E7ADC99357CD}"/>
          </ac:picMkLst>
        </pc:picChg>
        <pc:picChg chg="add del mod modCrop">
          <ac:chgData name="Fatima Pillosu" userId="a6295d4dc9e22643" providerId="LiveId" clId="{A940D973-A742-4AD8-97D9-9F5F906670B8}" dt="2025-06-10T22:45:36.229" v="1364" actId="478"/>
          <ac:picMkLst>
            <pc:docMk/>
            <pc:sldMk cId="43451586" sldId="256"/>
            <ac:picMk id="1713" creationId="{7FCBAC04-46E6-BAD8-7279-FF462DAA9DBC}"/>
          </ac:picMkLst>
        </pc:picChg>
        <pc:picChg chg="add del mod modCrop">
          <ac:chgData name="Fatima Pillosu" userId="a6295d4dc9e22643" providerId="LiveId" clId="{A940D973-A742-4AD8-97D9-9F5F906670B8}" dt="2025-06-10T23:05:17.041" v="1757" actId="478"/>
          <ac:picMkLst>
            <pc:docMk/>
            <pc:sldMk cId="43451586" sldId="256"/>
            <ac:picMk id="1715" creationId="{3C619923-F908-EA6C-82E9-9A43CF121BEE}"/>
          </ac:picMkLst>
        </pc:picChg>
        <pc:picChg chg="add mod">
          <ac:chgData name="Fatima Pillosu" userId="a6295d4dc9e22643" providerId="LiveId" clId="{A940D973-A742-4AD8-97D9-9F5F906670B8}" dt="2025-06-10T23:06:35.002" v="1775" actId="14100"/>
          <ac:picMkLst>
            <pc:docMk/>
            <pc:sldMk cId="43451586" sldId="256"/>
            <ac:picMk id="1733" creationId="{29A3D9C8-777B-AEE1-744A-FA7D80965CE1}"/>
          </ac:picMkLst>
        </pc:picChg>
        <pc:picChg chg="add del mod">
          <ac:chgData name="Fatima Pillosu" userId="a6295d4dc9e22643" providerId="LiveId" clId="{A940D973-A742-4AD8-97D9-9F5F906670B8}" dt="2025-06-10T23:05:12.461" v="1754" actId="478"/>
          <ac:picMkLst>
            <pc:docMk/>
            <pc:sldMk cId="43451586" sldId="256"/>
            <ac:picMk id="1742" creationId="{92B0867F-A504-5C42-08E4-3EEEC4CD250C}"/>
          </ac:picMkLst>
        </pc:picChg>
        <pc:cxnChg chg="add del mod">
          <ac:chgData name="Fatima Pillosu" userId="a6295d4dc9e22643" providerId="LiveId" clId="{A940D973-A742-4AD8-97D9-9F5F906670B8}" dt="2025-06-10T22:17:03.069" v="751" actId="478"/>
          <ac:cxnSpMkLst>
            <pc:docMk/>
            <pc:sldMk cId="43451586" sldId="256"/>
            <ac:cxnSpMk id="55" creationId="{82BAF52A-43EA-0E6E-6326-2D61E84BF783}"/>
          </ac:cxnSpMkLst>
        </pc:cxnChg>
        <pc:cxnChg chg="add del mod ord">
          <ac:chgData name="Fatima Pillosu" userId="a6295d4dc9e22643" providerId="LiveId" clId="{A940D973-A742-4AD8-97D9-9F5F906670B8}" dt="2025-06-10T22:17:01.724" v="750" actId="478"/>
          <ac:cxnSpMkLst>
            <pc:docMk/>
            <pc:sldMk cId="43451586" sldId="256"/>
            <ac:cxnSpMk id="56" creationId="{62156B78-8903-EB16-3572-882822C6CA06}"/>
          </ac:cxnSpMkLst>
        </pc:cxnChg>
        <pc:cxnChg chg="del">
          <ac:chgData name="Fatima Pillosu" userId="a6295d4dc9e22643" providerId="LiveId" clId="{A940D973-A742-4AD8-97D9-9F5F906670B8}" dt="2025-06-10T21:49:05.961" v="101" actId="21"/>
          <ac:cxnSpMkLst>
            <pc:docMk/>
            <pc:sldMk cId="43451586" sldId="256"/>
            <ac:cxnSpMk id="1525" creationId="{82BAF52A-43EA-0E6E-6326-2D61E84BF783}"/>
          </ac:cxnSpMkLst>
        </pc:cxnChg>
        <pc:cxnChg chg="del">
          <ac:chgData name="Fatima Pillosu" userId="a6295d4dc9e22643" providerId="LiveId" clId="{A940D973-A742-4AD8-97D9-9F5F906670B8}" dt="2025-06-10T21:49:05.961" v="101" actId="21"/>
          <ac:cxnSpMkLst>
            <pc:docMk/>
            <pc:sldMk cId="43451586" sldId="256"/>
            <ac:cxnSpMk id="1526" creationId="{62156B78-8903-EB16-3572-882822C6CA06}"/>
          </ac:cxnSpMkLst>
        </pc:cxnChg>
        <pc:cxnChg chg="del mod">
          <ac:chgData name="Fatima Pillosu" userId="a6295d4dc9e22643" providerId="LiveId" clId="{A940D973-A742-4AD8-97D9-9F5F906670B8}" dt="2025-06-10T21:49:05.961" v="101" actId="21"/>
          <ac:cxnSpMkLst>
            <pc:docMk/>
            <pc:sldMk cId="43451586" sldId="256"/>
            <ac:cxnSpMk id="1556" creationId="{353FB85C-2653-96CB-7004-3E76536DEB9A}"/>
          </ac:cxnSpMkLst>
        </pc:cxnChg>
        <pc:cxnChg chg="del">
          <ac:chgData name="Fatima Pillosu" userId="a6295d4dc9e22643" providerId="LiveId" clId="{A940D973-A742-4AD8-97D9-9F5F906670B8}" dt="2025-06-10T21:49:05.961" v="101" actId="21"/>
          <ac:cxnSpMkLst>
            <pc:docMk/>
            <pc:sldMk cId="43451586" sldId="256"/>
            <ac:cxnSpMk id="1557" creationId="{33E479FE-6D38-506F-67D0-1CB8D86BF86C}"/>
          </ac:cxnSpMkLst>
        </pc:cxnChg>
        <pc:cxnChg chg="del mod">
          <ac:chgData name="Fatima Pillosu" userId="a6295d4dc9e22643" providerId="LiveId" clId="{A940D973-A742-4AD8-97D9-9F5F906670B8}" dt="2025-06-10T21:49:05.961" v="101" actId="21"/>
          <ac:cxnSpMkLst>
            <pc:docMk/>
            <pc:sldMk cId="43451586" sldId="256"/>
            <ac:cxnSpMk id="1590" creationId="{5315B735-D63F-0AD3-9A4A-7ED4E80723FC}"/>
          </ac:cxnSpMkLst>
        </pc:cxnChg>
        <pc:cxnChg chg="del mod">
          <ac:chgData name="Fatima Pillosu" userId="a6295d4dc9e22643" providerId="LiveId" clId="{A940D973-A742-4AD8-97D9-9F5F906670B8}" dt="2025-06-10T21:49:05.961" v="101" actId="21"/>
          <ac:cxnSpMkLst>
            <pc:docMk/>
            <pc:sldMk cId="43451586" sldId="256"/>
            <ac:cxnSpMk id="1591" creationId="{C1CBE671-EA88-1BDA-7B1A-3B8909E331F4}"/>
          </ac:cxnSpMkLst>
        </pc:cxnChg>
        <pc:cxnChg chg="add mod">
          <ac:chgData name="Fatima Pillosu" userId="a6295d4dc9e22643" providerId="LiveId" clId="{A940D973-A742-4AD8-97D9-9F5F906670B8}" dt="2025-06-10T22:30:58.710" v="1194" actId="1035"/>
          <ac:cxnSpMkLst>
            <pc:docMk/>
            <pc:sldMk cId="43451586" sldId="256"/>
            <ac:cxnSpMk id="1616" creationId="{353FB85C-2653-96CB-7004-3E76536DEB9A}"/>
          </ac:cxnSpMkLst>
        </pc:cxnChg>
        <pc:cxnChg chg="add mod">
          <ac:chgData name="Fatima Pillosu" userId="a6295d4dc9e22643" providerId="LiveId" clId="{A940D973-A742-4AD8-97D9-9F5F906670B8}" dt="2025-06-10T22:43:08.857" v="1348" actId="14100"/>
          <ac:cxnSpMkLst>
            <pc:docMk/>
            <pc:sldMk cId="43451586" sldId="256"/>
            <ac:cxnSpMk id="1617" creationId="{33E479FE-6D38-506F-67D0-1CB8D86BF86C}"/>
          </ac:cxnSpMkLst>
        </pc:cxnChg>
        <pc:cxnChg chg="add mod ord">
          <ac:chgData name="Fatima Pillosu" userId="a6295d4dc9e22643" providerId="LiveId" clId="{A940D973-A742-4AD8-97D9-9F5F906670B8}" dt="2025-06-10T23:06:32.091" v="1774" actId="14100"/>
          <ac:cxnSpMkLst>
            <pc:docMk/>
            <pc:sldMk cId="43451586" sldId="256"/>
            <ac:cxnSpMk id="1650" creationId="{5315B735-D63F-0AD3-9A4A-7ED4E80723FC}"/>
          </ac:cxnSpMkLst>
        </pc:cxnChg>
        <pc:cxnChg chg="add mod ord">
          <ac:chgData name="Fatima Pillosu" userId="a6295d4dc9e22643" providerId="LiveId" clId="{A940D973-A742-4AD8-97D9-9F5F906670B8}" dt="2025-06-10T23:06:18.015" v="1771" actId="14100"/>
          <ac:cxnSpMkLst>
            <pc:docMk/>
            <pc:sldMk cId="43451586" sldId="256"/>
            <ac:cxnSpMk id="1651" creationId="{C1CBE671-EA88-1BDA-7B1A-3B8909E331F4}"/>
          </ac:cxnSpMkLst>
        </pc:cxnChg>
        <pc:cxnChg chg="add del mod">
          <ac:chgData name="Fatima Pillosu" userId="a6295d4dc9e22643" providerId="LiveId" clId="{A940D973-A742-4AD8-97D9-9F5F906670B8}" dt="2025-06-10T22:17:27.123" v="756" actId="478"/>
          <ac:cxnSpMkLst>
            <pc:docMk/>
            <pc:sldMk cId="43451586" sldId="256"/>
            <ac:cxnSpMk id="1656" creationId="{D6D85086-6BA5-401C-1314-EE3687CE1D12}"/>
          </ac:cxnSpMkLst>
        </pc:cxnChg>
        <pc:cxnChg chg="add del mod">
          <ac:chgData name="Fatima Pillosu" userId="a6295d4dc9e22643" providerId="LiveId" clId="{A940D973-A742-4AD8-97D9-9F5F906670B8}" dt="2025-06-10T23:05:19.520" v="1759" actId="478"/>
          <ac:cxnSpMkLst>
            <pc:docMk/>
            <pc:sldMk cId="43451586" sldId="256"/>
            <ac:cxnSpMk id="1725" creationId="{B687F57E-4A53-7DE4-3B05-BD79219C5B9E}"/>
          </ac:cxnSpMkLst>
        </pc:cxnChg>
        <pc:cxnChg chg="add del mod">
          <ac:chgData name="Fatima Pillosu" userId="a6295d4dc9e22643" providerId="LiveId" clId="{A940D973-A742-4AD8-97D9-9F5F906670B8}" dt="2025-06-10T23:05:14.615" v="1755" actId="478"/>
          <ac:cxnSpMkLst>
            <pc:docMk/>
            <pc:sldMk cId="43451586" sldId="256"/>
            <ac:cxnSpMk id="1726" creationId="{E064A26C-BBA8-9327-8C39-0ECD6F243066}"/>
          </ac:cxnSpMkLst>
        </pc:cxnChg>
        <pc:cxnChg chg="add mod">
          <ac:chgData name="Fatima Pillosu" userId="a6295d4dc9e22643" providerId="LiveId" clId="{A940D973-A742-4AD8-97D9-9F5F906670B8}" dt="2025-06-10T23:09:05.993" v="1792" actId="14100"/>
          <ac:cxnSpMkLst>
            <pc:docMk/>
            <pc:sldMk cId="43451586" sldId="256"/>
            <ac:cxnSpMk id="1756" creationId="{8996DD07-FE09-9CBE-DA13-DE22B6DEC87C}"/>
          </ac:cxnSpMkLst>
        </pc:cxnChg>
      </pc:sldChg>
    </pc:docChg>
  </pc:docChgLst>
  <pc:docChgLst>
    <pc:chgData name="Fatima Pillosu" userId="a6295d4dc9e22643" providerId="LiveId" clId="{589F9F2E-4BDD-4BF1-A1B3-66EE55BD7FF2}"/>
    <pc:docChg chg="modSld">
      <pc:chgData name="Fatima Pillosu" userId="a6295d4dc9e22643" providerId="LiveId" clId="{589F9F2E-4BDD-4BF1-A1B3-66EE55BD7FF2}" dt="2025-07-14T11:45:32.113" v="54" actId="20577"/>
      <pc:docMkLst>
        <pc:docMk/>
      </pc:docMkLst>
      <pc:sldChg chg="modSp mod">
        <pc:chgData name="Fatima Pillosu" userId="a6295d4dc9e22643" providerId="LiveId" clId="{589F9F2E-4BDD-4BF1-A1B3-66EE55BD7FF2}" dt="2025-07-14T11:45:32.113" v="54" actId="20577"/>
        <pc:sldMkLst>
          <pc:docMk/>
          <pc:sldMk cId="43451586" sldId="256"/>
        </pc:sldMkLst>
        <pc:spChg chg="mod">
          <ac:chgData name="Fatima Pillosu" userId="a6295d4dc9e22643" providerId="LiveId" clId="{589F9F2E-4BDD-4BF1-A1B3-66EE55BD7FF2}" dt="2025-07-14T11:45:32.113" v="54" actId="20577"/>
          <ac:spMkLst>
            <pc:docMk/>
            <pc:sldMk cId="43451586" sldId="256"/>
            <ac:spMk id="1618" creationId="{27473D3D-5CBA-FFCC-A510-580B02810B68}"/>
          </ac:spMkLst>
        </pc:spChg>
        <pc:spChg chg="mod">
          <ac:chgData name="Fatima Pillosu" userId="a6295d4dc9e22643" providerId="LiveId" clId="{589F9F2E-4BDD-4BF1-A1B3-66EE55BD7FF2}" dt="2025-07-14T11:33:51.556" v="42" actId="20577"/>
          <ac:spMkLst>
            <pc:docMk/>
            <pc:sldMk cId="43451586" sldId="256"/>
            <ac:spMk id="1706" creationId="{44074D66-E01D-3CA8-43D7-933D0BD9040D}"/>
          </ac:spMkLst>
        </pc:spChg>
      </pc:sldChg>
    </pc:docChg>
  </pc:docChgLst>
  <pc:docChgLst>
    <pc:chgData name="Fatima Pillosu" userId="a6295d4dc9e22643" providerId="LiveId" clId="{4AC6CB53-E37E-4771-870E-7AF07C4FE661}"/>
    <pc:docChg chg="custSel modSld">
      <pc:chgData name="Fatima Pillosu" userId="a6295d4dc9e22643" providerId="LiveId" clId="{4AC6CB53-E37E-4771-870E-7AF07C4FE661}" dt="2025-05-26T22:32:53.549" v="204"/>
      <pc:docMkLst>
        <pc:docMk/>
      </pc:docMkLst>
      <pc:sldChg chg="addSp delSp modSp mod">
        <pc:chgData name="Fatima Pillosu" userId="a6295d4dc9e22643" providerId="LiveId" clId="{4AC6CB53-E37E-4771-870E-7AF07C4FE661}" dt="2025-05-26T22:32:53.549" v="204"/>
        <pc:sldMkLst>
          <pc:docMk/>
          <pc:sldMk cId="43451586" sldId="256"/>
        </pc:sldMkLst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5" creationId="{BEC7A8E6-BFC0-2978-394A-75F6F73D4AF4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6" creationId="{1DB19655-9283-1270-F31A-623A76FF9AF6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7" creationId="{8AC49248-4395-45CB-5101-0B2968D52CF4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8" creationId="{222E7DAB-071F-694A-6555-645E0B44DA46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9" creationId="{C8C56C28-8455-6485-DA7D-69414EEF9D78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0" creationId="{7C84446B-1B6A-E30F-B58C-F5F056D89468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1" creationId="{248D8118-EF14-1561-1D05-46C15FAC553F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" creationId="{FB7DF2D4-17A7-0CAF-5AE2-E6EBCC7957E3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" creationId="{8840A591-E4A4-087B-BCAE-1557A069833F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4" creationId="{D850163E-A5D0-B685-FEB7-C7E8EB0B1345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5" creationId="{D5DF1D6C-CDA8-190D-3473-E977923A92E2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6" creationId="{63454A0D-B6B9-CEB2-D7FD-FB6B54553304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7" creationId="{C50FFC99-7308-65E7-2479-86CB777CB0B2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8" creationId="{05410AB8-D6C8-E5D4-F87C-EF8ED9705249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9" creationId="{F376878C-E854-EC0B-5D84-6823605CF4C2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20" creationId="{F644A7A1-09E2-57C7-8C29-B5E569F8113D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21" creationId="{C6D85AE9-ACF5-B2EF-EEEE-1ABA67A7E2BF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22" creationId="{AB7FE36C-E4E6-C6A5-DA97-E3C0B814B85E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23" creationId="{143F2D1C-7180-5223-4339-04B828BB632B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24" creationId="{918ABB2F-097F-5F7B-F760-C1BAE52E83CD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25" creationId="{72270F03-E27D-6F99-9A4B-0F7DAB6B97AC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26" creationId="{59E98F6D-860D-BF70-4EC2-64A5FEE04926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27" creationId="{668A3508-4D89-5795-C56B-2D47904BFF7B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28" creationId="{1EDB25FD-F967-D49E-FAD9-4540B2B7312C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29" creationId="{F2E994ED-4B5B-5476-A778-313D2272F343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30" creationId="{F306AB64-4BDA-F14D-D024-8771D0F682CD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31" creationId="{40E16496-1052-84EC-AA6E-48A5CF66F428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32" creationId="{BA560796-8FB8-A7A8-3B11-0B639816370F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33" creationId="{185C1CAE-5128-57EA-BFC2-8A8B5C8ACD5D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34" creationId="{0DAED771-CD05-A39D-66B7-36A35460FD09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35" creationId="{61518C08-0610-8688-4D03-CDD82F690E07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36" creationId="{BB3A9E6E-704C-8F37-D690-B20C61C906E7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37" creationId="{CB57FAF9-6FF7-2C91-D702-B07049F8C88B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38" creationId="{3CFD9371-C23D-4EEC-AA78-8899211C8542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39" creationId="{AD740348-E3AC-0698-7604-365290B32C25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40" creationId="{96EC6200-AFD6-6F05-F4C2-B02740490B07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41" creationId="{C4039386-CF60-9643-3DE6-8A1D8B4D99F4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42" creationId="{21F1526A-6F5B-7B4E-3A97-7D428960CAD3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43" creationId="{DC3E1802-D919-BAB5-84D6-AC602E752936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44" creationId="{65E20AFF-9E82-7ED3-7A2A-471B7BA1B861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45" creationId="{C3AA5FE2-7BC0-EB97-FA4F-57E77A2FDD9D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46" creationId="{306CA028-B14A-587E-4EF7-A89F122FF251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47" creationId="{3F27B660-A9AD-9256-CB0E-347B4C0852C8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48" creationId="{03208E48-7CCA-98F8-8E41-E3715304BDCD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49" creationId="{6991B3BC-4A89-DDCE-C8FD-97D5BB507754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50" creationId="{D69624F1-DFCF-54E2-BC58-C368DEA730F6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51" creationId="{323261E7-CDDB-617D-FECE-B73709E774B4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52" creationId="{83B4A15F-2BC2-2058-0B1D-5F64B8379F62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53" creationId="{184E9A30-D608-CFC4-5F41-A65CB1F0E833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54" creationId="{98DBB6F4-CB90-1E72-06F4-384EF953FCAB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57" creationId="{A5E62AC1-F95A-A83E-174A-A397B946C237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59" creationId="{28E288B3-53D6-8A2A-803F-C8356282A9BF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60" creationId="{C81BEB9E-CF32-2ACF-E8A3-AA25A2FB2C9E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61" creationId="{C1B97990-05A5-BF36-DBD7-1340E6C98B33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62" creationId="{F5307161-0FD4-14F9-1842-C3EBD81AE9D3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63" creationId="{8DC914CB-0832-A3CF-047C-C3B8FBEF08F5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80" creationId="{287DCA10-5019-4DCB-8DA2-59E264A3B820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81" creationId="{E41E4E80-453A-8A5D-6353-555C76607188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82" creationId="{D0731246-6F49-C11F-7033-FF94E164163F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83" creationId="{4E9E5BF8-AB3D-412D-4A26-EE61F2CC1E7F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84" creationId="{0739ADA2-74FE-2ED7-C34A-FC8EBD443C72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85" creationId="{00CCE9A7-47BA-5162-7D86-9AE88D342E80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86" creationId="{E6302FE5-8F6D-64A0-2037-0C3DDAD7B97A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87" creationId="{63DB60AF-4A44-BE93-02D3-CDA77956B5F2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88" creationId="{70B25CBD-0AD5-C911-401B-02430C454B84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89" creationId="{9C5C2BC9-5BFD-82F2-35CF-D3FFDC415395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90" creationId="{088823C8-4E39-8301-6C6D-33A93FDA62E0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91" creationId="{8CAD96B3-3A98-4CC3-ADEB-47BB77C9B15D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92" creationId="{2B90694B-7872-6C95-2BAB-AC1DCEEF7005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93" creationId="{210CC45D-5604-4D04-C89D-B86E0A570384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94" creationId="{C82CF265-DA33-8D1F-4762-CC2CC75D8A25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96" creationId="{99CE0813-6063-A67E-7647-C75857B40B15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299" creationId="{27473D3D-5CBA-FFCC-A510-580B02810B68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00" creationId="{D7131933-AD5D-8CFF-B63D-0E6509EB9E54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01" creationId="{FFC6DFDC-4984-8529-7954-1785910C14A6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02" creationId="{B8B4F48A-3436-7F14-8C4C-43F4018C0A34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03" creationId="{B8B31EBE-2E61-337B-CD2E-380C5A025FA1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04" creationId="{FB3C06D2-82FB-01FA-6CA1-C4EAEBBBFEFE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05" creationId="{EC779CDC-A1E1-8742-E11A-16757BF614F6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06" creationId="{5397BEDC-79E4-9FEA-3E65-C6784C40D029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07" creationId="{45F1AB39-AF2F-3D95-3795-7E2E031C0D14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08" creationId="{33FC9C4B-9D49-8033-1270-83B23FF856BA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09" creationId="{16A191E5-596D-8688-8AC7-A20CD1449D7B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10" creationId="{0A59BAE6-4808-3DD0-F367-DA9A57162F70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11" creationId="{614357AC-CF7C-4228-7412-90695FD3FE68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12" creationId="{DE0BFCA0-DB16-CFCF-03F7-E991C282E291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13" creationId="{405458FA-1C25-5CCA-DD79-1892C76F8A79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14" creationId="{E0FBACF8-A12B-BBC6-43F0-A1E30F7EFC61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15" creationId="{FA4F217E-E590-4A91-0D06-B9A8F69B7715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16" creationId="{21ACC123-6B71-2407-BB17-8D021B0D5020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17" creationId="{0DEDF5A1-09C3-DEB0-4937-312D382CBBAC}"/>
          </ac:spMkLst>
        </pc:spChg>
        <pc:spChg chg="add del mod">
          <ac:chgData name="Fatima Pillosu" userId="a6295d4dc9e22643" providerId="LiveId" clId="{4AC6CB53-E37E-4771-870E-7AF07C4FE661}" dt="2025-05-26T22:28:27.682" v="100" actId="478"/>
          <ac:spMkLst>
            <pc:docMk/>
            <pc:sldMk cId="43451586" sldId="256"/>
            <ac:spMk id="1318" creationId="{250BAE00-58AB-7BF9-17D0-DE1353AFB0D2}"/>
          </ac:spMkLst>
        </pc:spChg>
        <pc:spChg chg="add del mod">
          <ac:chgData name="Fatima Pillosu" userId="a6295d4dc9e22643" providerId="LiveId" clId="{4AC6CB53-E37E-4771-870E-7AF07C4FE661}" dt="2025-05-26T22:31:11.909" v="189" actId="478"/>
          <ac:spMkLst>
            <pc:docMk/>
            <pc:sldMk cId="43451586" sldId="256"/>
            <ac:spMk id="1319" creationId="{165CF843-A82E-E00F-9BCF-957C7DA5A6D6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20" creationId="{CDEA8D85-DF7C-E166-5E76-62A19394AB9A}"/>
          </ac:spMkLst>
        </pc:spChg>
        <pc:spChg chg="add del mod">
          <ac:chgData name="Fatima Pillosu" userId="a6295d4dc9e22643" providerId="LiveId" clId="{4AC6CB53-E37E-4771-870E-7AF07C4FE661}" dt="2025-05-26T22:31:51.211" v="196" actId="478"/>
          <ac:spMkLst>
            <pc:docMk/>
            <pc:sldMk cId="43451586" sldId="256"/>
            <ac:spMk id="1321" creationId="{418AB5B6-C1E1-01BB-495A-427B9A7DE8C5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22" creationId="{8CA5C493-3A67-0D50-635B-6F4DDA45FD50}"/>
          </ac:spMkLst>
        </pc:spChg>
        <pc:spChg chg="mod">
          <ac:chgData name="Fatima Pillosu" userId="a6295d4dc9e22643" providerId="LiveId" clId="{4AC6CB53-E37E-4771-870E-7AF07C4FE661}" dt="2025-05-26T22:25:44.804" v="33" actId="255"/>
          <ac:spMkLst>
            <pc:docMk/>
            <pc:sldMk cId="43451586" sldId="256"/>
            <ac:spMk id="1325" creationId="{BBEADBAB-5154-8565-656C-A45C24A1C3C8}"/>
          </ac:spMkLst>
        </pc:spChg>
        <pc:spChg chg="mod">
          <ac:chgData name="Fatima Pillosu" userId="a6295d4dc9e22643" providerId="LiveId" clId="{4AC6CB53-E37E-4771-870E-7AF07C4FE661}" dt="2025-05-26T22:25:44.804" v="33" actId="255"/>
          <ac:spMkLst>
            <pc:docMk/>
            <pc:sldMk cId="43451586" sldId="256"/>
            <ac:spMk id="1326" creationId="{1BF20FAB-CD88-398F-FB4A-57FFE637857C}"/>
          </ac:spMkLst>
        </pc:spChg>
        <pc:spChg chg="mod">
          <ac:chgData name="Fatima Pillosu" userId="a6295d4dc9e22643" providerId="LiveId" clId="{4AC6CB53-E37E-4771-870E-7AF07C4FE661}" dt="2025-05-26T22:25:44.804" v="33" actId="255"/>
          <ac:spMkLst>
            <pc:docMk/>
            <pc:sldMk cId="43451586" sldId="256"/>
            <ac:spMk id="1327" creationId="{6EB0BBDF-CA95-91A2-D065-401457446A13}"/>
          </ac:spMkLst>
        </pc:spChg>
        <pc:spChg chg="mod">
          <ac:chgData name="Fatima Pillosu" userId="a6295d4dc9e22643" providerId="LiveId" clId="{4AC6CB53-E37E-4771-870E-7AF07C4FE661}" dt="2025-05-26T22:25:44.804" v="33" actId="255"/>
          <ac:spMkLst>
            <pc:docMk/>
            <pc:sldMk cId="43451586" sldId="256"/>
            <ac:spMk id="1328" creationId="{136F1087-720E-0013-969A-3BE7BB10C390}"/>
          </ac:spMkLst>
        </pc:spChg>
        <pc:spChg chg="mod">
          <ac:chgData name="Fatima Pillosu" userId="a6295d4dc9e22643" providerId="LiveId" clId="{4AC6CB53-E37E-4771-870E-7AF07C4FE661}" dt="2025-05-26T22:25:44.804" v="33" actId="255"/>
          <ac:spMkLst>
            <pc:docMk/>
            <pc:sldMk cId="43451586" sldId="256"/>
            <ac:spMk id="1329" creationId="{5A2BB48C-A00B-6BF3-53C7-CC1F2D2759A0}"/>
          </ac:spMkLst>
        </pc:spChg>
        <pc:spChg chg="mod">
          <ac:chgData name="Fatima Pillosu" userId="a6295d4dc9e22643" providerId="LiveId" clId="{4AC6CB53-E37E-4771-870E-7AF07C4FE661}" dt="2025-05-26T22:25:44.804" v="33" actId="255"/>
          <ac:spMkLst>
            <pc:docMk/>
            <pc:sldMk cId="43451586" sldId="256"/>
            <ac:spMk id="1330" creationId="{2929BFC0-8364-79B7-D764-2D055643D818}"/>
          </ac:spMkLst>
        </pc:spChg>
        <pc:spChg chg="mod">
          <ac:chgData name="Fatima Pillosu" userId="a6295d4dc9e22643" providerId="LiveId" clId="{4AC6CB53-E37E-4771-870E-7AF07C4FE661}" dt="2025-05-26T22:25:44.804" v="33" actId="255"/>
          <ac:spMkLst>
            <pc:docMk/>
            <pc:sldMk cId="43451586" sldId="256"/>
            <ac:spMk id="1331" creationId="{3431C309-682E-6AED-7D6A-2BBCC0C79FFA}"/>
          </ac:spMkLst>
        </pc:spChg>
        <pc:spChg chg="mod">
          <ac:chgData name="Fatima Pillosu" userId="a6295d4dc9e22643" providerId="LiveId" clId="{4AC6CB53-E37E-4771-870E-7AF07C4FE661}" dt="2025-05-26T22:25:44.804" v="33" actId="255"/>
          <ac:spMkLst>
            <pc:docMk/>
            <pc:sldMk cId="43451586" sldId="256"/>
            <ac:spMk id="1332" creationId="{769F68CC-3454-3C3B-1D00-A0AACABE4BDD}"/>
          </ac:spMkLst>
        </pc:spChg>
        <pc:spChg chg="del mod">
          <ac:chgData name="Fatima Pillosu" userId="a6295d4dc9e22643" providerId="LiveId" clId="{4AC6CB53-E37E-4771-870E-7AF07C4FE661}" dt="2025-05-26T22:31:38.273" v="194" actId="478"/>
          <ac:spMkLst>
            <pc:docMk/>
            <pc:sldMk cId="43451586" sldId="256"/>
            <ac:spMk id="1333" creationId="{670C733F-3684-EEC1-5B24-3E89AE3FFA15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34" creationId="{06EB1845-5312-B21D-DF3E-3F9DDA1A6666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338" creationId="{399F6C2C-798D-2A29-27B9-BBF9C8CF83EB}"/>
          </ac:spMkLst>
        </pc:spChg>
        <pc:spChg chg="add del">
          <ac:chgData name="Fatima Pillosu" userId="a6295d4dc9e22643" providerId="LiveId" clId="{4AC6CB53-E37E-4771-870E-7AF07C4FE661}" dt="2025-05-26T22:32:37.549" v="202" actId="478"/>
          <ac:spMkLst>
            <pc:docMk/>
            <pc:sldMk cId="43451586" sldId="256"/>
            <ac:spMk id="1339" creationId="{E40B8FFB-E211-5C6A-52E7-B9237CADC41A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43" creationId="{BEC7A8E6-BFC0-2978-394A-75F6F73D4AF4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44" creationId="{1DB19655-9283-1270-F31A-623A76FF9AF6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45" creationId="{8AC49248-4395-45CB-5101-0B2968D52CF4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46" creationId="{222E7DAB-071F-694A-6555-645E0B44DA46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47" creationId="{C8C56C28-8455-6485-DA7D-69414EEF9D78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48" creationId="{7C84446B-1B6A-E30F-B58C-F5F056D89468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49" creationId="{248D8118-EF14-1561-1D05-46C15FAC553F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50" creationId="{FB7DF2D4-17A7-0CAF-5AE2-E6EBCC7957E3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51" creationId="{8840A591-E4A4-087B-BCAE-1557A069833F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52" creationId="{D850163E-A5D0-B685-FEB7-C7E8EB0B1345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53" creationId="{D5DF1D6C-CDA8-190D-3473-E977923A92E2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54" creationId="{63454A0D-B6B9-CEB2-D7FD-FB6B54553304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55" creationId="{C50FFC99-7308-65E7-2479-86CB777CB0B2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56" creationId="{05410AB8-D6C8-E5D4-F87C-EF8ED9705249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57" creationId="{F376878C-E854-EC0B-5D84-6823605CF4C2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58" creationId="{F644A7A1-09E2-57C7-8C29-B5E569F8113D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59" creationId="{C6D85AE9-ACF5-B2EF-EEEE-1ABA67A7E2BF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60" creationId="{AB7FE36C-E4E6-C6A5-DA97-E3C0B814B85E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61" creationId="{143F2D1C-7180-5223-4339-04B828BB632B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62" creationId="{918ABB2F-097F-5F7B-F760-C1BAE52E83CD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63" creationId="{72270F03-E27D-6F99-9A4B-0F7DAB6B97AC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64" creationId="{59E98F6D-860D-BF70-4EC2-64A5FEE04926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65" creationId="{668A3508-4D89-5795-C56B-2D47904BFF7B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66" creationId="{1EDB25FD-F967-D49E-FAD9-4540B2B7312C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67" creationId="{F2E994ED-4B5B-5476-A778-313D2272F343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68" creationId="{F306AB64-4BDA-F14D-D024-8771D0F682CD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69" creationId="{40E16496-1052-84EC-AA6E-48A5CF66F428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70" creationId="{BA560796-8FB8-A7A8-3B11-0B639816370F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71" creationId="{185C1CAE-5128-57EA-BFC2-8A8B5C8ACD5D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72" creationId="{0DAED771-CD05-A39D-66B7-36A35460FD09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73" creationId="{61518C08-0610-8688-4D03-CDD82F690E07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74" creationId="{BB3A9E6E-704C-8F37-D690-B20C61C906E7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75" creationId="{CB57FAF9-6FF7-2C91-D702-B07049F8C88B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76" creationId="{3CFD9371-C23D-4EEC-AA78-8899211C8542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77" creationId="{AD740348-E3AC-0698-7604-365290B32C25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78" creationId="{96EC6200-AFD6-6F05-F4C2-B02740490B07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79" creationId="{C4039386-CF60-9643-3DE6-8A1D8B4D99F4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80" creationId="{21F1526A-6F5B-7B4E-3A97-7D428960CAD3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81" creationId="{DC3E1802-D919-BAB5-84D6-AC602E752936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82" creationId="{65E20AFF-9E82-7ED3-7A2A-471B7BA1B861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83" creationId="{C3AA5FE2-7BC0-EB97-FA4F-57E77A2FDD9D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84" creationId="{306CA028-B14A-587E-4EF7-A89F122FF251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85" creationId="{3F27B660-A9AD-9256-CB0E-347B4C0852C8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86" creationId="{03208E48-7CCA-98F8-8E41-E3715304BDCD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87" creationId="{6991B3BC-4A89-DDCE-C8FD-97D5BB507754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88" creationId="{D69624F1-DFCF-54E2-BC58-C368DEA730F6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89" creationId="{323261E7-CDDB-617D-FECE-B73709E774B4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90" creationId="{83B4A15F-2BC2-2058-0B1D-5F64B8379F62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91" creationId="{184E9A30-D608-CFC4-5F41-A65CB1F0E833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92" creationId="{98DBB6F4-CB90-1E72-06F4-384EF953FCAB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95" creationId="{A5E62AC1-F95A-A83E-174A-A397B946C237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97" creationId="{28E288B3-53D6-8A2A-803F-C8356282A9BF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98" creationId="{C81BEB9E-CF32-2ACF-E8A3-AA25A2FB2C9E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399" creationId="{C1B97990-05A5-BF36-DBD7-1340E6C98B33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00" creationId="{F5307161-0FD4-14F9-1842-C3EBD81AE9D3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01" creationId="{8DC914CB-0832-A3CF-047C-C3B8FBEF08F5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02" creationId="{58B2823F-1DF1-440E-E51C-367025C98642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03" creationId="{72246508-EE04-19B8-021A-ECAE7D8DEF37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04" creationId="{ED8B2B80-4807-A468-6F32-E445928BCA65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05" creationId="{61BC8862-E098-E415-388E-EE379C1D8816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06" creationId="{196ACA54-197C-B826-3CC1-971A5CB97424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07" creationId="{287DCA10-5019-4DCB-8DA2-59E264A3B820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08" creationId="{E41E4E80-453A-8A5D-6353-555C76607188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09" creationId="{D0731246-6F49-C11F-7033-FF94E164163F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10" creationId="{4E9E5BF8-AB3D-412D-4A26-EE61F2CC1E7F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11" creationId="{0739ADA2-74FE-2ED7-C34A-FC8EBD443C72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12" creationId="{00CCE9A7-47BA-5162-7D86-9AE88D342E80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13" creationId="{E6302FE5-8F6D-64A0-2037-0C3DDAD7B97A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14" creationId="{63DB60AF-4A44-BE93-02D3-CDA77956B5F2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15" creationId="{70B25CBD-0AD5-C911-401B-02430C454B84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16" creationId="{9C5C2BC9-5BFD-82F2-35CF-D3FFDC415395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17" creationId="{088823C8-4E39-8301-6C6D-33A93FDA62E0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18" creationId="{8CAD96B3-3A98-4CC3-ADEB-47BB77C9B15D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19" creationId="{2B90694B-7872-6C95-2BAB-AC1DCEEF7005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20" creationId="{210CC45D-5604-4D04-C89D-B86E0A570384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21" creationId="{C82CF265-DA33-8D1F-4762-CC2CC75D8A25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23" creationId="{99CE0813-6063-A67E-7647-C75857B40B15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26" creationId="{27473D3D-5CBA-FFCC-A510-580B02810B68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27" creationId="{D7131933-AD5D-8CFF-B63D-0E6509EB9E54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28" creationId="{FFC6DFDC-4984-8529-7954-1785910C14A6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29" creationId="{B8B4F48A-3436-7F14-8C4C-43F4018C0A34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30" creationId="{B8B31EBE-2E61-337B-CD2E-380C5A025FA1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31" creationId="{FB3C06D2-82FB-01FA-6CA1-C4EAEBBBFEFE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32" creationId="{EC779CDC-A1E1-8742-E11A-16757BF614F6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33" creationId="{5397BEDC-79E4-9FEA-3E65-C6784C40D029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34" creationId="{45F1AB39-AF2F-3D95-3795-7E2E031C0D14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35" creationId="{33FC9C4B-9D49-8033-1270-83B23FF856BA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36" creationId="{16A191E5-596D-8688-8AC7-A20CD1449D7B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37" creationId="{0A59BAE6-4808-3DD0-F367-DA9A57162F70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38" creationId="{614357AC-CF7C-4228-7412-90695FD3FE68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39" creationId="{DE0BFCA0-DB16-CFCF-03F7-E991C282E291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40" creationId="{405458FA-1C25-5CCA-DD79-1892C76F8A79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41" creationId="{E0FBACF8-A12B-BBC6-43F0-A1E30F7EFC61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42" creationId="{FA4F217E-E590-4A91-0D06-B9A8F69B7715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43" creationId="{21ACC123-6B71-2407-BB17-8D021B0D5020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44" creationId="{0DEDF5A1-09C3-DEB0-4937-312D382CBBAC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45" creationId="{250BAE00-58AB-7BF9-17D0-DE1353AFB0D2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46" creationId="{165CF843-A82E-E00F-9BCF-957C7DA5A6D6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47" creationId="{CDEA8D85-DF7C-E166-5E76-62A19394AB9A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48" creationId="{418AB5B6-C1E1-01BB-495A-427B9A7DE8C5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49" creationId="{8CA5C493-3A67-0D50-635B-6F4DDA45FD50}"/>
          </ac:spMkLst>
        </pc:spChg>
        <pc:spChg chg="del">
          <ac:chgData name="Fatima Pillosu" userId="a6295d4dc9e22643" providerId="LiveId" clId="{4AC6CB53-E37E-4771-870E-7AF07C4FE661}" dt="2025-05-26T22:25:10.150" v="1" actId="21"/>
          <ac:spMkLst>
            <pc:docMk/>
            <pc:sldMk cId="43451586" sldId="256"/>
            <ac:spMk id="1461" creationId="{06EB1845-5312-B21D-DF3E-3F9DDA1A6666}"/>
          </ac:spMkLst>
        </pc:spChg>
        <pc:spChg chg="del">
          <ac:chgData name="Fatima Pillosu" userId="a6295d4dc9e22643" providerId="LiveId" clId="{4AC6CB53-E37E-4771-870E-7AF07C4FE661}" dt="2025-05-26T22:25:05.285" v="0" actId="478"/>
          <ac:spMkLst>
            <pc:docMk/>
            <pc:sldMk cId="43451586" sldId="256"/>
            <ac:spMk id="1465" creationId="{23429C4C-8E68-9AA8-0465-FA12F88BDC80}"/>
          </ac:spMkLst>
        </pc:spChg>
        <pc:spChg chg="del">
          <ac:chgData name="Fatima Pillosu" userId="a6295d4dc9e22643" providerId="LiveId" clId="{4AC6CB53-E37E-4771-870E-7AF07C4FE661}" dt="2025-05-26T22:25:05.285" v="0" actId="478"/>
          <ac:spMkLst>
            <pc:docMk/>
            <pc:sldMk cId="43451586" sldId="256"/>
            <ac:spMk id="1466" creationId="{B8BC81AA-8780-825F-72AA-21051D0A97C1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467" creationId="{58B2823F-1DF1-440E-E51C-367025C98642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468" creationId="{72246508-EE04-19B8-021A-ECAE7D8DEF37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469" creationId="{ED8B2B80-4807-A468-6F32-E445928BCA65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470" creationId="{61BC8862-E098-E415-388E-EE379C1D8816}"/>
          </ac:spMkLst>
        </pc:spChg>
        <pc:spChg chg="add del mod">
          <ac:chgData name="Fatima Pillosu" userId="a6295d4dc9e22643" providerId="LiveId" clId="{4AC6CB53-E37E-4771-870E-7AF07C4FE661}" dt="2025-05-26T22:32:39.039" v="203" actId="21"/>
          <ac:spMkLst>
            <pc:docMk/>
            <pc:sldMk cId="43451586" sldId="256"/>
            <ac:spMk id="1471" creationId="{196ACA54-197C-B826-3CC1-971A5CB97424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75" creationId="{BEC7A8E6-BFC0-2978-394A-75F6F73D4AF4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76" creationId="{1DB19655-9283-1270-F31A-623A76FF9AF6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77" creationId="{8AC49248-4395-45CB-5101-0B2968D52CF4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78" creationId="{222E7DAB-071F-694A-6555-645E0B44DA46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79" creationId="{C8C56C28-8455-6485-DA7D-69414EEF9D78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80" creationId="{7C84446B-1B6A-E30F-B58C-F5F056D89468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81" creationId="{248D8118-EF14-1561-1D05-46C15FAC553F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82" creationId="{FB7DF2D4-17A7-0CAF-5AE2-E6EBCC7957E3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83" creationId="{8840A591-E4A4-087B-BCAE-1557A069833F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84" creationId="{D850163E-A5D0-B685-FEB7-C7E8EB0B1345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85" creationId="{D5DF1D6C-CDA8-190D-3473-E977923A92E2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86" creationId="{63454A0D-B6B9-CEB2-D7FD-FB6B54553304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87" creationId="{C50FFC99-7308-65E7-2479-86CB777CB0B2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88" creationId="{05410AB8-D6C8-E5D4-F87C-EF8ED9705249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89" creationId="{F376878C-E854-EC0B-5D84-6823605CF4C2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90" creationId="{F644A7A1-09E2-57C7-8C29-B5E569F8113D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91" creationId="{C6D85AE9-ACF5-B2EF-EEEE-1ABA67A7E2BF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92" creationId="{AB7FE36C-E4E6-C6A5-DA97-E3C0B814B85E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93" creationId="{143F2D1C-7180-5223-4339-04B828BB632B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94" creationId="{918ABB2F-097F-5F7B-F760-C1BAE52E83CD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95" creationId="{72270F03-E27D-6F99-9A4B-0F7DAB6B97AC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96" creationId="{59E98F6D-860D-BF70-4EC2-64A5FEE04926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97" creationId="{668A3508-4D89-5795-C56B-2D47904BFF7B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98" creationId="{1EDB25FD-F967-D49E-FAD9-4540B2B7312C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499" creationId="{F2E994ED-4B5B-5476-A778-313D2272F343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00" creationId="{F306AB64-4BDA-F14D-D024-8771D0F682CD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01" creationId="{40E16496-1052-84EC-AA6E-48A5CF66F428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02" creationId="{BA560796-8FB8-A7A8-3B11-0B639816370F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03" creationId="{185C1CAE-5128-57EA-BFC2-8A8B5C8ACD5D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04" creationId="{0DAED771-CD05-A39D-66B7-36A35460FD09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05" creationId="{61518C08-0610-8688-4D03-CDD82F690E07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06" creationId="{BB3A9E6E-704C-8F37-D690-B20C61C906E7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07" creationId="{CB57FAF9-6FF7-2C91-D702-B07049F8C88B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08" creationId="{3CFD9371-C23D-4EEC-AA78-8899211C8542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09" creationId="{AD740348-E3AC-0698-7604-365290B32C25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10" creationId="{96EC6200-AFD6-6F05-F4C2-B02740490B07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11" creationId="{C4039386-CF60-9643-3DE6-8A1D8B4D99F4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12" creationId="{21F1526A-6F5B-7B4E-3A97-7D428960CAD3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13" creationId="{DC3E1802-D919-BAB5-84D6-AC602E752936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14" creationId="{65E20AFF-9E82-7ED3-7A2A-471B7BA1B861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15" creationId="{C3AA5FE2-7BC0-EB97-FA4F-57E77A2FDD9D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16" creationId="{306CA028-B14A-587E-4EF7-A89F122FF251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17" creationId="{3F27B660-A9AD-9256-CB0E-347B4C0852C8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18" creationId="{03208E48-7CCA-98F8-8E41-E3715304BDCD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19" creationId="{6991B3BC-4A89-DDCE-C8FD-97D5BB507754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20" creationId="{D69624F1-DFCF-54E2-BC58-C368DEA730F6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21" creationId="{323261E7-CDDB-617D-FECE-B73709E774B4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22" creationId="{83B4A15F-2BC2-2058-0B1D-5F64B8379F62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23" creationId="{184E9A30-D608-CFC4-5F41-A65CB1F0E833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24" creationId="{98DBB6F4-CB90-1E72-06F4-384EF953FCAB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27" creationId="{A5E62AC1-F95A-A83E-174A-A397B946C237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29" creationId="{28E288B3-53D6-8A2A-803F-C8356282A9BF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30" creationId="{C81BEB9E-CF32-2ACF-E8A3-AA25A2FB2C9E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31" creationId="{C1B97990-05A5-BF36-DBD7-1340E6C98B33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32" creationId="{F5307161-0FD4-14F9-1842-C3EBD81AE9D3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33" creationId="{8DC914CB-0832-A3CF-047C-C3B8FBEF08F5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34" creationId="{58B2823F-1DF1-440E-E51C-367025C98642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35" creationId="{72246508-EE04-19B8-021A-ECAE7D8DEF37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36" creationId="{ED8B2B80-4807-A468-6F32-E445928BCA65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37" creationId="{61BC8862-E098-E415-388E-EE379C1D8816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38" creationId="{196ACA54-197C-B826-3CC1-971A5CB97424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39" creationId="{287DCA10-5019-4DCB-8DA2-59E264A3B820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40" creationId="{E41E4E80-453A-8A5D-6353-555C76607188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41" creationId="{D0731246-6F49-C11F-7033-FF94E164163F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42" creationId="{4E9E5BF8-AB3D-412D-4A26-EE61F2CC1E7F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43" creationId="{0739ADA2-74FE-2ED7-C34A-FC8EBD443C72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44" creationId="{00CCE9A7-47BA-5162-7D86-9AE88D342E80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45" creationId="{E6302FE5-8F6D-64A0-2037-0C3DDAD7B97A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46" creationId="{63DB60AF-4A44-BE93-02D3-CDA77956B5F2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47" creationId="{70B25CBD-0AD5-C911-401B-02430C454B84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48" creationId="{9C5C2BC9-5BFD-82F2-35CF-D3FFDC415395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49" creationId="{088823C8-4E39-8301-6C6D-33A93FDA62E0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50" creationId="{8CAD96B3-3A98-4CC3-ADEB-47BB77C9B15D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51" creationId="{2B90694B-7872-6C95-2BAB-AC1DCEEF7005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52" creationId="{210CC45D-5604-4D04-C89D-B86E0A570384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53" creationId="{C82CF265-DA33-8D1F-4762-CC2CC75D8A25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55" creationId="{99CE0813-6063-A67E-7647-C75857B40B15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58" creationId="{27473D3D-5CBA-FFCC-A510-580B02810B68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59" creationId="{D7131933-AD5D-8CFF-B63D-0E6509EB9E54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60" creationId="{FFC6DFDC-4984-8529-7954-1785910C14A6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61" creationId="{B8B4F48A-3436-7F14-8C4C-43F4018C0A34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62" creationId="{B8B31EBE-2E61-337B-CD2E-380C5A025FA1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63" creationId="{FB3C06D2-82FB-01FA-6CA1-C4EAEBBBFEFE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64" creationId="{EC779CDC-A1E1-8742-E11A-16757BF614F6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65" creationId="{5397BEDC-79E4-9FEA-3E65-C6784C40D029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66" creationId="{45F1AB39-AF2F-3D95-3795-7E2E031C0D14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67" creationId="{33FC9C4B-9D49-8033-1270-83B23FF856BA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68" creationId="{16A191E5-596D-8688-8AC7-A20CD1449D7B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69" creationId="{0A59BAE6-4808-3DD0-F367-DA9A57162F70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70" creationId="{614357AC-CF7C-4228-7412-90695FD3FE68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71" creationId="{DE0BFCA0-DB16-CFCF-03F7-E991C282E291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72" creationId="{405458FA-1C25-5CCA-DD79-1892C76F8A79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73" creationId="{E0FBACF8-A12B-BBC6-43F0-A1E30F7EFC61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74" creationId="{FA4F217E-E590-4A91-0D06-B9A8F69B7715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75" creationId="{21ACC123-6B71-2407-BB17-8D021B0D5020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76" creationId="{0DEDF5A1-09C3-DEB0-4937-312D382CBBAC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77" creationId="{CDEA8D85-DF7C-E166-5E76-62A19394AB9A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78" creationId="{8CA5C493-3A67-0D50-635B-6F4DDA45FD50}"/>
          </ac:spMkLst>
        </pc:spChg>
        <pc:spChg chg="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81" creationId="{BBEADBAB-5154-8565-656C-A45C24A1C3C8}"/>
          </ac:spMkLst>
        </pc:spChg>
        <pc:spChg chg="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82" creationId="{1BF20FAB-CD88-398F-FB4A-57FFE637857C}"/>
          </ac:spMkLst>
        </pc:spChg>
        <pc:spChg chg="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83" creationId="{6EB0BBDF-CA95-91A2-D065-401457446A13}"/>
          </ac:spMkLst>
        </pc:spChg>
        <pc:spChg chg="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84" creationId="{136F1087-720E-0013-969A-3BE7BB10C390}"/>
          </ac:spMkLst>
        </pc:spChg>
        <pc:spChg chg="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85" creationId="{5A2BB48C-A00B-6BF3-53C7-CC1F2D2759A0}"/>
          </ac:spMkLst>
        </pc:spChg>
        <pc:spChg chg="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86" creationId="{2929BFC0-8364-79B7-D764-2D055643D818}"/>
          </ac:spMkLst>
        </pc:spChg>
        <pc:spChg chg="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87" creationId="{3431C309-682E-6AED-7D6A-2BBCC0C79FFA}"/>
          </ac:spMkLst>
        </pc:spChg>
        <pc:spChg chg="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88" creationId="{769F68CC-3454-3C3B-1D00-A0AACABE4BDD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89" creationId="{06EB1845-5312-B21D-DF3E-3F9DDA1A6666}"/>
          </ac:spMkLst>
        </pc:spChg>
        <pc:spChg chg="add mod">
          <ac:chgData name="Fatima Pillosu" userId="a6295d4dc9e22643" providerId="LiveId" clId="{4AC6CB53-E37E-4771-870E-7AF07C4FE661}" dt="2025-05-26T22:32:53.549" v="204"/>
          <ac:spMkLst>
            <pc:docMk/>
            <pc:sldMk cId="43451586" sldId="256"/>
            <ac:spMk id="1593" creationId="{399F6C2C-798D-2A29-27B9-BBF9C8CF83EB}"/>
          </ac:spMkLst>
        </pc:spChg>
        <pc:grpChg chg="add del mod">
          <ac:chgData name="Fatima Pillosu" userId="a6295d4dc9e22643" providerId="LiveId" clId="{4AC6CB53-E37E-4771-870E-7AF07C4FE661}" dt="2025-05-26T22:32:39.039" v="203" actId="21"/>
          <ac:grpSpMkLst>
            <pc:docMk/>
            <pc:sldMk cId="43451586" sldId="256"/>
            <ac:grpSpMk id="1323" creationId="{F6242983-CDD2-F949-6907-431DB5EDAE8E}"/>
          </ac:grpSpMkLst>
        </pc:grpChg>
        <pc:grpChg chg="del">
          <ac:chgData name="Fatima Pillosu" userId="a6295d4dc9e22643" providerId="LiveId" clId="{4AC6CB53-E37E-4771-870E-7AF07C4FE661}" dt="2025-05-26T22:25:10.150" v="1" actId="21"/>
          <ac:grpSpMkLst>
            <pc:docMk/>
            <pc:sldMk cId="43451586" sldId="256"/>
            <ac:grpSpMk id="1450" creationId="{F6242983-CDD2-F949-6907-431DB5EDAE8E}"/>
          </ac:grpSpMkLst>
        </pc:grpChg>
        <pc:grpChg chg="add mod">
          <ac:chgData name="Fatima Pillosu" userId="a6295d4dc9e22643" providerId="LiveId" clId="{4AC6CB53-E37E-4771-870E-7AF07C4FE661}" dt="2025-05-26T22:32:53.549" v="204"/>
          <ac:grpSpMkLst>
            <pc:docMk/>
            <pc:sldMk cId="43451586" sldId="256"/>
            <ac:grpSpMk id="1579" creationId="{F6242983-CDD2-F949-6907-431DB5EDAE8E}"/>
          </ac:grpSpMkLst>
        </pc:grpChg>
        <pc:picChg chg="add del mod">
          <ac:chgData name="Fatima Pillosu" userId="a6295d4dc9e22643" providerId="LiveId" clId="{4AC6CB53-E37E-4771-870E-7AF07C4FE661}" dt="2025-05-26T22:32:39.039" v="203" actId="21"/>
          <ac:picMkLst>
            <pc:docMk/>
            <pc:sldMk cId="43451586" sldId="256"/>
            <ac:picMk id="2" creationId="{0F3578BC-7710-AB6B-F28B-7B49C283CE58}"/>
          </ac:picMkLst>
        </pc:picChg>
        <pc:picChg chg="add del mod">
          <ac:chgData name="Fatima Pillosu" userId="a6295d4dc9e22643" providerId="LiveId" clId="{4AC6CB53-E37E-4771-870E-7AF07C4FE661}" dt="2025-05-26T22:32:39.039" v="203" actId="21"/>
          <ac:picMkLst>
            <pc:docMk/>
            <pc:sldMk cId="43451586" sldId="256"/>
            <ac:picMk id="3" creationId="{8EE4491B-7654-8960-05AF-20FE6A197A39}"/>
          </ac:picMkLst>
        </pc:picChg>
        <pc:picChg chg="add del mod">
          <ac:chgData name="Fatima Pillosu" userId="a6295d4dc9e22643" providerId="LiveId" clId="{4AC6CB53-E37E-4771-870E-7AF07C4FE661}" dt="2025-05-26T22:32:39.039" v="203" actId="21"/>
          <ac:picMkLst>
            <pc:docMk/>
            <pc:sldMk cId="43451586" sldId="256"/>
            <ac:picMk id="4" creationId="{98E790EA-0040-310C-474C-5A547AC3F814}"/>
          </ac:picMkLst>
        </pc:picChg>
        <pc:picChg chg="add del mod">
          <ac:chgData name="Fatima Pillosu" userId="a6295d4dc9e22643" providerId="LiveId" clId="{4AC6CB53-E37E-4771-870E-7AF07C4FE661}" dt="2025-05-26T22:32:39.039" v="203" actId="21"/>
          <ac:picMkLst>
            <pc:docMk/>
            <pc:sldMk cId="43451586" sldId="256"/>
            <ac:picMk id="58" creationId="{D96E7EE9-C790-BA49-E8E1-4DFB80A39E5E}"/>
          </ac:picMkLst>
        </pc:picChg>
        <pc:picChg chg="add del mod">
          <ac:chgData name="Fatima Pillosu" userId="a6295d4dc9e22643" providerId="LiveId" clId="{4AC6CB53-E37E-4771-870E-7AF07C4FE661}" dt="2025-05-26T22:32:39.039" v="203" actId="21"/>
          <ac:picMkLst>
            <pc:docMk/>
            <pc:sldMk cId="43451586" sldId="256"/>
            <ac:picMk id="1295" creationId="{55038BFD-A9CA-6828-3917-3A2A14D9249E}"/>
          </ac:picMkLst>
        </pc:picChg>
        <pc:picChg chg="mod">
          <ac:chgData name="Fatima Pillosu" userId="a6295d4dc9e22643" providerId="LiveId" clId="{4AC6CB53-E37E-4771-870E-7AF07C4FE661}" dt="2025-05-26T22:25:30.734" v="2"/>
          <ac:picMkLst>
            <pc:docMk/>
            <pc:sldMk cId="43451586" sldId="256"/>
            <ac:picMk id="1324" creationId="{725294B6-1D3A-3D47-BB27-E307953888A0}"/>
          </ac:picMkLst>
        </pc:picChg>
        <pc:picChg chg="add del mod">
          <ac:chgData name="Fatima Pillosu" userId="a6295d4dc9e22643" providerId="LiveId" clId="{4AC6CB53-E37E-4771-870E-7AF07C4FE661}" dt="2025-05-26T22:32:39.039" v="203" actId="21"/>
          <ac:picMkLst>
            <pc:docMk/>
            <pc:sldMk cId="43451586" sldId="256"/>
            <ac:picMk id="1337" creationId="{CA88E55D-52DB-40EF-9ACC-F5F61E228B3D}"/>
          </ac:picMkLst>
        </pc:picChg>
        <pc:picChg chg="del">
          <ac:chgData name="Fatima Pillosu" userId="a6295d4dc9e22643" providerId="LiveId" clId="{4AC6CB53-E37E-4771-870E-7AF07C4FE661}" dt="2025-05-26T22:25:10.150" v="1" actId="21"/>
          <ac:picMkLst>
            <pc:docMk/>
            <pc:sldMk cId="43451586" sldId="256"/>
            <ac:picMk id="1340" creationId="{0F3578BC-7710-AB6B-F28B-7B49C283CE58}"/>
          </ac:picMkLst>
        </pc:picChg>
        <pc:picChg chg="del">
          <ac:chgData name="Fatima Pillosu" userId="a6295d4dc9e22643" providerId="LiveId" clId="{4AC6CB53-E37E-4771-870E-7AF07C4FE661}" dt="2025-05-26T22:25:10.150" v="1" actId="21"/>
          <ac:picMkLst>
            <pc:docMk/>
            <pc:sldMk cId="43451586" sldId="256"/>
            <ac:picMk id="1341" creationId="{8EE4491B-7654-8960-05AF-20FE6A197A39}"/>
          </ac:picMkLst>
        </pc:picChg>
        <pc:picChg chg="del">
          <ac:chgData name="Fatima Pillosu" userId="a6295d4dc9e22643" providerId="LiveId" clId="{4AC6CB53-E37E-4771-870E-7AF07C4FE661}" dt="2025-05-26T22:25:10.150" v="1" actId="21"/>
          <ac:picMkLst>
            <pc:docMk/>
            <pc:sldMk cId="43451586" sldId="256"/>
            <ac:picMk id="1342" creationId="{98E790EA-0040-310C-474C-5A547AC3F814}"/>
          </ac:picMkLst>
        </pc:picChg>
        <pc:picChg chg="del">
          <ac:chgData name="Fatima Pillosu" userId="a6295d4dc9e22643" providerId="LiveId" clId="{4AC6CB53-E37E-4771-870E-7AF07C4FE661}" dt="2025-05-26T22:25:10.150" v="1" actId="21"/>
          <ac:picMkLst>
            <pc:docMk/>
            <pc:sldMk cId="43451586" sldId="256"/>
            <ac:picMk id="1396" creationId="{D96E7EE9-C790-BA49-E8E1-4DFB80A39E5E}"/>
          </ac:picMkLst>
        </pc:picChg>
        <pc:picChg chg="del">
          <ac:chgData name="Fatima Pillosu" userId="a6295d4dc9e22643" providerId="LiveId" clId="{4AC6CB53-E37E-4771-870E-7AF07C4FE661}" dt="2025-05-26T22:25:10.150" v="1" actId="21"/>
          <ac:picMkLst>
            <pc:docMk/>
            <pc:sldMk cId="43451586" sldId="256"/>
            <ac:picMk id="1422" creationId="{55038BFD-A9CA-6828-3917-3A2A14D9249E}"/>
          </ac:picMkLst>
        </pc:picChg>
        <pc:picChg chg="del">
          <ac:chgData name="Fatima Pillosu" userId="a6295d4dc9e22643" providerId="LiveId" clId="{4AC6CB53-E37E-4771-870E-7AF07C4FE661}" dt="2025-05-26T22:25:10.150" v="1" actId="21"/>
          <ac:picMkLst>
            <pc:docMk/>
            <pc:sldMk cId="43451586" sldId="256"/>
            <ac:picMk id="1464" creationId="{CA88E55D-52DB-40EF-9ACC-F5F61E228B3D}"/>
          </ac:picMkLst>
        </pc:picChg>
        <pc:picChg chg="add mod">
          <ac:chgData name="Fatima Pillosu" userId="a6295d4dc9e22643" providerId="LiveId" clId="{4AC6CB53-E37E-4771-870E-7AF07C4FE661}" dt="2025-05-26T22:32:53.549" v="204"/>
          <ac:picMkLst>
            <pc:docMk/>
            <pc:sldMk cId="43451586" sldId="256"/>
            <ac:picMk id="1472" creationId="{0F3578BC-7710-AB6B-F28B-7B49C283CE58}"/>
          </ac:picMkLst>
        </pc:picChg>
        <pc:picChg chg="add mod">
          <ac:chgData name="Fatima Pillosu" userId="a6295d4dc9e22643" providerId="LiveId" clId="{4AC6CB53-E37E-4771-870E-7AF07C4FE661}" dt="2025-05-26T22:32:53.549" v="204"/>
          <ac:picMkLst>
            <pc:docMk/>
            <pc:sldMk cId="43451586" sldId="256"/>
            <ac:picMk id="1473" creationId="{8EE4491B-7654-8960-05AF-20FE6A197A39}"/>
          </ac:picMkLst>
        </pc:picChg>
        <pc:picChg chg="add mod">
          <ac:chgData name="Fatima Pillosu" userId="a6295d4dc9e22643" providerId="LiveId" clId="{4AC6CB53-E37E-4771-870E-7AF07C4FE661}" dt="2025-05-26T22:32:53.549" v="204"/>
          <ac:picMkLst>
            <pc:docMk/>
            <pc:sldMk cId="43451586" sldId="256"/>
            <ac:picMk id="1474" creationId="{98E790EA-0040-310C-474C-5A547AC3F814}"/>
          </ac:picMkLst>
        </pc:picChg>
        <pc:picChg chg="add mod">
          <ac:chgData name="Fatima Pillosu" userId="a6295d4dc9e22643" providerId="LiveId" clId="{4AC6CB53-E37E-4771-870E-7AF07C4FE661}" dt="2025-05-26T22:32:53.549" v="204"/>
          <ac:picMkLst>
            <pc:docMk/>
            <pc:sldMk cId="43451586" sldId="256"/>
            <ac:picMk id="1528" creationId="{D96E7EE9-C790-BA49-E8E1-4DFB80A39E5E}"/>
          </ac:picMkLst>
        </pc:picChg>
        <pc:picChg chg="add mod">
          <ac:chgData name="Fatima Pillosu" userId="a6295d4dc9e22643" providerId="LiveId" clId="{4AC6CB53-E37E-4771-870E-7AF07C4FE661}" dt="2025-05-26T22:32:53.549" v="204"/>
          <ac:picMkLst>
            <pc:docMk/>
            <pc:sldMk cId="43451586" sldId="256"/>
            <ac:picMk id="1554" creationId="{55038BFD-A9CA-6828-3917-3A2A14D9249E}"/>
          </ac:picMkLst>
        </pc:picChg>
        <pc:picChg chg="mod">
          <ac:chgData name="Fatima Pillosu" userId="a6295d4dc9e22643" providerId="LiveId" clId="{4AC6CB53-E37E-4771-870E-7AF07C4FE661}" dt="2025-05-26T22:32:53.549" v="204"/>
          <ac:picMkLst>
            <pc:docMk/>
            <pc:sldMk cId="43451586" sldId="256"/>
            <ac:picMk id="1580" creationId="{725294B6-1D3A-3D47-BB27-E307953888A0}"/>
          </ac:picMkLst>
        </pc:picChg>
        <pc:picChg chg="add mod">
          <ac:chgData name="Fatima Pillosu" userId="a6295d4dc9e22643" providerId="LiveId" clId="{4AC6CB53-E37E-4771-870E-7AF07C4FE661}" dt="2025-05-26T22:32:53.549" v="204"/>
          <ac:picMkLst>
            <pc:docMk/>
            <pc:sldMk cId="43451586" sldId="256"/>
            <ac:picMk id="1592" creationId="{CA88E55D-52DB-40EF-9ACC-F5F61E228B3D}"/>
          </ac:picMkLst>
        </pc:picChg>
        <pc:cxnChg chg="add del mod">
          <ac:chgData name="Fatima Pillosu" userId="a6295d4dc9e22643" providerId="LiveId" clId="{4AC6CB53-E37E-4771-870E-7AF07C4FE661}" dt="2025-05-26T22:32:39.039" v="203" actId="21"/>
          <ac:cxnSpMkLst>
            <pc:docMk/>
            <pc:sldMk cId="43451586" sldId="256"/>
            <ac:cxnSpMk id="55" creationId="{82BAF52A-43EA-0E6E-6326-2D61E84BF783}"/>
          </ac:cxnSpMkLst>
        </pc:cxnChg>
        <pc:cxnChg chg="add del mod">
          <ac:chgData name="Fatima Pillosu" userId="a6295d4dc9e22643" providerId="LiveId" clId="{4AC6CB53-E37E-4771-870E-7AF07C4FE661}" dt="2025-05-26T22:32:39.039" v="203" actId="21"/>
          <ac:cxnSpMkLst>
            <pc:docMk/>
            <pc:sldMk cId="43451586" sldId="256"/>
            <ac:cxnSpMk id="56" creationId="{62156B78-8903-EB16-3572-882822C6CA06}"/>
          </ac:cxnSpMkLst>
        </pc:cxnChg>
        <pc:cxnChg chg="add del mod">
          <ac:chgData name="Fatima Pillosu" userId="a6295d4dc9e22643" providerId="LiveId" clId="{4AC6CB53-E37E-4771-870E-7AF07C4FE661}" dt="2025-05-26T22:32:39.039" v="203" actId="21"/>
          <ac:cxnSpMkLst>
            <pc:docMk/>
            <pc:sldMk cId="43451586" sldId="256"/>
            <ac:cxnSpMk id="1297" creationId="{353FB85C-2653-96CB-7004-3E76536DEB9A}"/>
          </ac:cxnSpMkLst>
        </pc:cxnChg>
        <pc:cxnChg chg="add del mod">
          <ac:chgData name="Fatima Pillosu" userId="a6295d4dc9e22643" providerId="LiveId" clId="{4AC6CB53-E37E-4771-870E-7AF07C4FE661}" dt="2025-05-26T22:32:39.039" v="203" actId="21"/>
          <ac:cxnSpMkLst>
            <pc:docMk/>
            <pc:sldMk cId="43451586" sldId="256"/>
            <ac:cxnSpMk id="1298" creationId="{33E479FE-6D38-506F-67D0-1CB8D86BF86C}"/>
          </ac:cxnSpMkLst>
        </pc:cxnChg>
        <pc:cxnChg chg="add del mod">
          <ac:chgData name="Fatima Pillosu" userId="a6295d4dc9e22643" providerId="LiveId" clId="{4AC6CB53-E37E-4771-870E-7AF07C4FE661}" dt="2025-05-26T22:32:39.039" v="203" actId="21"/>
          <ac:cxnSpMkLst>
            <pc:docMk/>
            <pc:sldMk cId="43451586" sldId="256"/>
            <ac:cxnSpMk id="1335" creationId="{5315B735-D63F-0AD3-9A4A-7ED4E80723FC}"/>
          </ac:cxnSpMkLst>
        </pc:cxnChg>
        <pc:cxnChg chg="add del mod">
          <ac:chgData name="Fatima Pillosu" userId="a6295d4dc9e22643" providerId="LiveId" clId="{4AC6CB53-E37E-4771-870E-7AF07C4FE661}" dt="2025-05-26T22:32:39.039" v="203" actId="21"/>
          <ac:cxnSpMkLst>
            <pc:docMk/>
            <pc:sldMk cId="43451586" sldId="256"/>
            <ac:cxnSpMk id="1336" creationId="{C1CBE671-EA88-1BDA-7B1A-3B8909E331F4}"/>
          </ac:cxnSpMkLst>
        </pc:cxnChg>
        <pc:cxnChg chg="del">
          <ac:chgData name="Fatima Pillosu" userId="a6295d4dc9e22643" providerId="LiveId" clId="{4AC6CB53-E37E-4771-870E-7AF07C4FE661}" dt="2025-05-26T22:25:10.150" v="1" actId="21"/>
          <ac:cxnSpMkLst>
            <pc:docMk/>
            <pc:sldMk cId="43451586" sldId="256"/>
            <ac:cxnSpMk id="1393" creationId="{82BAF52A-43EA-0E6E-6326-2D61E84BF783}"/>
          </ac:cxnSpMkLst>
        </pc:cxnChg>
        <pc:cxnChg chg="del">
          <ac:chgData name="Fatima Pillosu" userId="a6295d4dc9e22643" providerId="LiveId" clId="{4AC6CB53-E37E-4771-870E-7AF07C4FE661}" dt="2025-05-26T22:25:10.150" v="1" actId="21"/>
          <ac:cxnSpMkLst>
            <pc:docMk/>
            <pc:sldMk cId="43451586" sldId="256"/>
            <ac:cxnSpMk id="1394" creationId="{62156B78-8903-EB16-3572-882822C6CA06}"/>
          </ac:cxnSpMkLst>
        </pc:cxnChg>
        <pc:cxnChg chg="del mod">
          <ac:chgData name="Fatima Pillosu" userId="a6295d4dc9e22643" providerId="LiveId" clId="{4AC6CB53-E37E-4771-870E-7AF07C4FE661}" dt="2025-05-26T22:25:10.150" v="1" actId="21"/>
          <ac:cxnSpMkLst>
            <pc:docMk/>
            <pc:sldMk cId="43451586" sldId="256"/>
            <ac:cxnSpMk id="1424" creationId="{353FB85C-2653-96CB-7004-3E76536DEB9A}"/>
          </ac:cxnSpMkLst>
        </pc:cxnChg>
        <pc:cxnChg chg="del">
          <ac:chgData name="Fatima Pillosu" userId="a6295d4dc9e22643" providerId="LiveId" clId="{4AC6CB53-E37E-4771-870E-7AF07C4FE661}" dt="2025-05-26T22:25:10.150" v="1" actId="21"/>
          <ac:cxnSpMkLst>
            <pc:docMk/>
            <pc:sldMk cId="43451586" sldId="256"/>
            <ac:cxnSpMk id="1425" creationId="{33E479FE-6D38-506F-67D0-1CB8D86BF86C}"/>
          </ac:cxnSpMkLst>
        </pc:cxnChg>
        <pc:cxnChg chg="del mod">
          <ac:chgData name="Fatima Pillosu" userId="a6295d4dc9e22643" providerId="LiveId" clId="{4AC6CB53-E37E-4771-870E-7AF07C4FE661}" dt="2025-05-26T22:25:10.150" v="1" actId="21"/>
          <ac:cxnSpMkLst>
            <pc:docMk/>
            <pc:sldMk cId="43451586" sldId="256"/>
            <ac:cxnSpMk id="1462" creationId="{5315B735-D63F-0AD3-9A4A-7ED4E80723FC}"/>
          </ac:cxnSpMkLst>
        </pc:cxnChg>
        <pc:cxnChg chg="del mod">
          <ac:chgData name="Fatima Pillosu" userId="a6295d4dc9e22643" providerId="LiveId" clId="{4AC6CB53-E37E-4771-870E-7AF07C4FE661}" dt="2025-05-26T22:25:10.150" v="1" actId="21"/>
          <ac:cxnSpMkLst>
            <pc:docMk/>
            <pc:sldMk cId="43451586" sldId="256"/>
            <ac:cxnSpMk id="1463" creationId="{C1CBE671-EA88-1BDA-7B1A-3B8909E331F4}"/>
          </ac:cxnSpMkLst>
        </pc:cxnChg>
        <pc:cxnChg chg="add mod">
          <ac:chgData name="Fatima Pillosu" userId="a6295d4dc9e22643" providerId="LiveId" clId="{4AC6CB53-E37E-4771-870E-7AF07C4FE661}" dt="2025-05-26T22:32:53.549" v="204"/>
          <ac:cxnSpMkLst>
            <pc:docMk/>
            <pc:sldMk cId="43451586" sldId="256"/>
            <ac:cxnSpMk id="1525" creationId="{82BAF52A-43EA-0E6E-6326-2D61E84BF783}"/>
          </ac:cxnSpMkLst>
        </pc:cxnChg>
        <pc:cxnChg chg="add mod">
          <ac:chgData name="Fatima Pillosu" userId="a6295d4dc9e22643" providerId="LiveId" clId="{4AC6CB53-E37E-4771-870E-7AF07C4FE661}" dt="2025-05-26T22:32:53.549" v="204"/>
          <ac:cxnSpMkLst>
            <pc:docMk/>
            <pc:sldMk cId="43451586" sldId="256"/>
            <ac:cxnSpMk id="1526" creationId="{62156B78-8903-EB16-3572-882822C6CA06}"/>
          </ac:cxnSpMkLst>
        </pc:cxnChg>
        <pc:cxnChg chg="add mod">
          <ac:chgData name="Fatima Pillosu" userId="a6295d4dc9e22643" providerId="LiveId" clId="{4AC6CB53-E37E-4771-870E-7AF07C4FE661}" dt="2025-05-26T22:32:53.549" v="204"/>
          <ac:cxnSpMkLst>
            <pc:docMk/>
            <pc:sldMk cId="43451586" sldId="256"/>
            <ac:cxnSpMk id="1556" creationId="{353FB85C-2653-96CB-7004-3E76536DEB9A}"/>
          </ac:cxnSpMkLst>
        </pc:cxnChg>
        <pc:cxnChg chg="add mod">
          <ac:chgData name="Fatima Pillosu" userId="a6295d4dc9e22643" providerId="LiveId" clId="{4AC6CB53-E37E-4771-870E-7AF07C4FE661}" dt="2025-05-26T22:32:53.549" v="204"/>
          <ac:cxnSpMkLst>
            <pc:docMk/>
            <pc:sldMk cId="43451586" sldId="256"/>
            <ac:cxnSpMk id="1557" creationId="{33E479FE-6D38-506F-67D0-1CB8D86BF86C}"/>
          </ac:cxnSpMkLst>
        </pc:cxnChg>
        <pc:cxnChg chg="add mod">
          <ac:chgData name="Fatima Pillosu" userId="a6295d4dc9e22643" providerId="LiveId" clId="{4AC6CB53-E37E-4771-870E-7AF07C4FE661}" dt="2025-05-26T22:32:53.549" v="204"/>
          <ac:cxnSpMkLst>
            <pc:docMk/>
            <pc:sldMk cId="43451586" sldId="256"/>
            <ac:cxnSpMk id="1590" creationId="{5315B735-D63F-0AD3-9A4A-7ED4E80723FC}"/>
          </ac:cxnSpMkLst>
        </pc:cxnChg>
        <pc:cxnChg chg="add mod">
          <ac:chgData name="Fatima Pillosu" userId="a6295d4dc9e22643" providerId="LiveId" clId="{4AC6CB53-E37E-4771-870E-7AF07C4FE661}" dt="2025-05-26T22:32:53.549" v="204"/>
          <ac:cxnSpMkLst>
            <pc:docMk/>
            <pc:sldMk cId="43451586" sldId="256"/>
            <ac:cxnSpMk id="1591" creationId="{C1CBE671-EA88-1BDA-7B1A-3B8909E331F4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1060529"/>
            <a:ext cx="3519170" cy="2256061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3403592"/>
            <a:ext cx="3105150" cy="1564542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153-C028-4DFF-87EE-E61A3F376311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C2AC-FF69-422B-A127-B8B6632681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889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153-C028-4DFF-87EE-E61A3F376311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C2AC-FF69-422B-A127-B8B6632681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16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1615546"/>
            <a:ext cx="3570923" cy="2695572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4336619"/>
            <a:ext cx="3570923" cy="1417538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/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75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75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75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75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75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75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75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153-C028-4DFF-87EE-E61A3F376311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C2AC-FF69-422B-A127-B8B6632681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12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1725046"/>
            <a:ext cx="1759585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1725046"/>
            <a:ext cx="1759585" cy="4111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153-C028-4DFF-87EE-E61A3F376311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C2AC-FF69-422B-A127-B8B6632681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868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345011"/>
            <a:ext cx="3570923" cy="1252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1588543"/>
            <a:ext cx="1751498" cy="778521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2367064"/>
            <a:ext cx="1751498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1588543"/>
            <a:ext cx="1760124" cy="778521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2367064"/>
            <a:ext cx="1760124" cy="3481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153-C028-4DFF-87EE-E61A3F376311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C2AC-FF69-422B-A127-B8B6632681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5753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153-C028-4DFF-87EE-E61A3F376311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C2AC-FF69-422B-A127-B8B6632681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705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153-C028-4DFF-87EE-E61A3F376311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C2AC-FF69-422B-A127-B8B6632681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1233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432012"/>
            <a:ext cx="1335322" cy="1512041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933027"/>
            <a:ext cx="2095976" cy="4605124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944052"/>
            <a:ext cx="1335322" cy="3601598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153-C028-4DFF-87EE-E61A3F376311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C2AC-FF69-422B-A127-B8B6632681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4132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432012"/>
            <a:ext cx="1335322" cy="1512041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933027"/>
            <a:ext cx="2095976" cy="4605124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1944052"/>
            <a:ext cx="1335322" cy="3601598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153-C028-4DFF-87EE-E61A3F376311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C2AC-FF69-422B-A127-B8B6632681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5006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153-C028-4DFF-87EE-E61A3F376311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C2AC-FF69-422B-A127-B8B6632681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9262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345009"/>
            <a:ext cx="892731" cy="54916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345009"/>
            <a:ext cx="2626439" cy="54916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592153-C028-4DFF-87EE-E61A3F376311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BC2AC-FF69-422B-A127-B8B6632681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922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345011"/>
            <a:ext cx="3570923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1725046"/>
            <a:ext cx="3570923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6006164"/>
            <a:ext cx="93154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592153-C028-4DFF-87EE-E61A3F376311}" type="datetimeFigureOut">
              <a:rPr lang="en-GB" smtClean="0"/>
              <a:t>14/07/2025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6006164"/>
            <a:ext cx="1397318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6006164"/>
            <a:ext cx="931545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BC2AC-FF69-422B-A127-B8B66326810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81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0" name="Picture 1659" descr="A graph of a graph&#10;&#10;AI-generated content may be incorrect.">
            <a:extLst>
              <a:ext uri="{FF2B5EF4-FFF2-40B4-BE49-F238E27FC236}">
                <a16:creationId xmlns:a16="http://schemas.microsoft.com/office/drawing/2014/main" id="{38A0D752-B334-980C-4021-4C0BA50596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6" t="5763" r="-28" b="15257"/>
          <a:stretch/>
        </p:blipFill>
        <p:spPr>
          <a:xfrm>
            <a:off x="318356" y="3025965"/>
            <a:ext cx="3780192" cy="1212494"/>
          </a:xfrm>
          <a:prstGeom prst="rect">
            <a:avLst/>
          </a:prstGeom>
        </p:spPr>
      </p:pic>
      <p:pic>
        <p:nvPicPr>
          <p:cNvPr id="1655" name="Picture 1654" descr="A graph showing the number of flood levels&#10;&#10;AI-generated content may be incorrect.">
            <a:extLst>
              <a:ext uri="{FF2B5EF4-FFF2-40B4-BE49-F238E27FC236}">
                <a16:creationId xmlns:a16="http://schemas.microsoft.com/office/drawing/2014/main" id="{30C76560-71B6-7D1B-91B1-CBF5D59B1C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73" t="6378" r="712" b="9891"/>
          <a:stretch/>
        </p:blipFill>
        <p:spPr>
          <a:xfrm>
            <a:off x="2368568" y="670335"/>
            <a:ext cx="1765397" cy="1400608"/>
          </a:xfrm>
          <a:prstGeom prst="rect">
            <a:avLst/>
          </a:prstGeom>
        </p:spPr>
      </p:pic>
      <p:sp>
        <p:nvSpPr>
          <p:cNvPr id="5" name="TextBox 689">
            <a:extLst>
              <a:ext uri="{FF2B5EF4-FFF2-40B4-BE49-F238E27FC236}">
                <a16:creationId xmlns:a16="http://schemas.microsoft.com/office/drawing/2014/main" id="{BEC7A8E6-BFC0-2978-394A-75F6F73D4AF4}"/>
              </a:ext>
            </a:extLst>
          </p:cNvPr>
          <p:cNvSpPr txBox="1"/>
          <p:nvPr/>
        </p:nvSpPr>
        <p:spPr>
          <a:xfrm>
            <a:off x="-196906" y="1385290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+mj-lt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+mj-lt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+mj-lt"/>
              </a:rPr>
              <a:t>N</a:t>
            </a:r>
          </a:p>
        </p:txBody>
      </p:sp>
      <p:sp>
        <p:nvSpPr>
          <p:cNvPr id="6" name="TextBox 690">
            <a:extLst>
              <a:ext uri="{FF2B5EF4-FFF2-40B4-BE49-F238E27FC236}">
                <a16:creationId xmlns:a16="http://schemas.microsoft.com/office/drawing/2014/main" id="{1DB19655-9283-1270-F31A-623A76FF9AF6}"/>
              </a:ext>
            </a:extLst>
          </p:cNvPr>
          <p:cNvSpPr txBox="1"/>
          <p:nvPr/>
        </p:nvSpPr>
        <p:spPr>
          <a:xfrm>
            <a:off x="-196906" y="174737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+mj-lt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+mj-lt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+mj-lt"/>
              </a:rPr>
              <a:t>N</a:t>
            </a:r>
          </a:p>
        </p:txBody>
      </p:sp>
      <p:sp>
        <p:nvSpPr>
          <p:cNvPr id="7" name="TextBox 691">
            <a:extLst>
              <a:ext uri="{FF2B5EF4-FFF2-40B4-BE49-F238E27FC236}">
                <a16:creationId xmlns:a16="http://schemas.microsoft.com/office/drawing/2014/main" id="{8AC49248-4395-45CB-5101-0B2968D52CF4}"/>
              </a:ext>
            </a:extLst>
          </p:cNvPr>
          <p:cNvSpPr txBox="1"/>
          <p:nvPr/>
        </p:nvSpPr>
        <p:spPr>
          <a:xfrm>
            <a:off x="-196906" y="2060840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+mj-lt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+mj-lt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+mj-lt"/>
              </a:rPr>
              <a:t>N</a:t>
            </a:r>
          </a:p>
        </p:txBody>
      </p:sp>
      <p:sp>
        <p:nvSpPr>
          <p:cNvPr id="8" name="TextBox 692">
            <a:extLst>
              <a:ext uri="{FF2B5EF4-FFF2-40B4-BE49-F238E27FC236}">
                <a16:creationId xmlns:a16="http://schemas.microsoft.com/office/drawing/2014/main" id="{222E7DAB-071F-694A-6555-645E0B44DA46}"/>
              </a:ext>
            </a:extLst>
          </p:cNvPr>
          <p:cNvSpPr txBox="1"/>
          <p:nvPr/>
        </p:nvSpPr>
        <p:spPr>
          <a:xfrm>
            <a:off x="247467" y="235406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+mj-lt"/>
              </a:rPr>
              <a:t>120 </a:t>
            </a:r>
            <a:r>
              <a:rPr lang="it-IT" sz="800" dirty="0">
                <a:solidFill>
                  <a:srgbClr val="333333"/>
                </a:solidFill>
                <a:latin typeface="+mj-lt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+mj-lt"/>
              </a:rPr>
              <a:t>W</a:t>
            </a:r>
          </a:p>
        </p:txBody>
      </p:sp>
      <p:sp>
        <p:nvSpPr>
          <p:cNvPr id="9" name="TextBox 693">
            <a:extLst>
              <a:ext uri="{FF2B5EF4-FFF2-40B4-BE49-F238E27FC236}">
                <a16:creationId xmlns:a16="http://schemas.microsoft.com/office/drawing/2014/main" id="{C8C56C28-8455-6485-DA7D-69414EEF9D78}"/>
              </a:ext>
            </a:extLst>
          </p:cNvPr>
          <p:cNvSpPr txBox="1"/>
          <p:nvPr/>
        </p:nvSpPr>
        <p:spPr>
          <a:xfrm>
            <a:off x="762871" y="235406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+mj-lt"/>
              </a:rPr>
              <a:t>100 </a:t>
            </a:r>
            <a:r>
              <a:rPr lang="it-IT" sz="800" dirty="0">
                <a:solidFill>
                  <a:srgbClr val="333333"/>
                </a:solidFill>
                <a:latin typeface="+mj-lt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+mj-lt"/>
              </a:rPr>
              <a:t>W</a:t>
            </a:r>
          </a:p>
        </p:txBody>
      </p:sp>
      <p:sp>
        <p:nvSpPr>
          <p:cNvPr id="10" name="TextBox 694">
            <a:extLst>
              <a:ext uri="{FF2B5EF4-FFF2-40B4-BE49-F238E27FC236}">
                <a16:creationId xmlns:a16="http://schemas.microsoft.com/office/drawing/2014/main" id="{7C84446B-1B6A-E30F-B58C-F5F056D89468}"/>
              </a:ext>
            </a:extLst>
          </p:cNvPr>
          <p:cNvSpPr txBox="1"/>
          <p:nvPr/>
        </p:nvSpPr>
        <p:spPr>
          <a:xfrm>
            <a:off x="1272452" y="235406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+mj-lt"/>
              </a:rPr>
              <a:t>80 </a:t>
            </a:r>
            <a:r>
              <a:rPr lang="it-IT" sz="800" dirty="0">
                <a:solidFill>
                  <a:srgbClr val="333333"/>
                </a:solidFill>
                <a:latin typeface="+mj-lt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+mj-lt"/>
              </a:rPr>
              <a:t>W</a:t>
            </a:r>
          </a:p>
        </p:txBody>
      </p:sp>
      <p:sp>
        <p:nvSpPr>
          <p:cNvPr id="11" name="TextBox 696">
            <a:extLst>
              <a:ext uri="{FF2B5EF4-FFF2-40B4-BE49-F238E27FC236}">
                <a16:creationId xmlns:a16="http://schemas.microsoft.com/office/drawing/2014/main" id="{248D8118-EF14-1561-1D05-46C15FAC553F}"/>
              </a:ext>
            </a:extLst>
          </p:cNvPr>
          <p:cNvSpPr txBox="1"/>
          <p:nvPr/>
        </p:nvSpPr>
        <p:spPr>
          <a:xfrm>
            <a:off x="-150293" y="3232226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250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2" name="TextBox 697">
            <a:extLst>
              <a:ext uri="{FF2B5EF4-FFF2-40B4-BE49-F238E27FC236}">
                <a16:creationId xmlns:a16="http://schemas.microsoft.com/office/drawing/2014/main" id="{FB7DF2D4-17A7-0CAF-5AE2-E6EBCC7957E3}"/>
              </a:ext>
            </a:extLst>
          </p:cNvPr>
          <p:cNvSpPr txBox="1"/>
          <p:nvPr/>
        </p:nvSpPr>
        <p:spPr>
          <a:xfrm>
            <a:off x="-150293" y="340998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200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3" name="TextBox 698">
            <a:extLst>
              <a:ext uri="{FF2B5EF4-FFF2-40B4-BE49-F238E27FC236}">
                <a16:creationId xmlns:a16="http://schemas.microsoft.com/office/drawing/2014/main" id="{8840A591-E4A4-087B-BCAE-1557A069833F}"/>
              </a:ext>
            </a:extLst>
          </p:cNvPr>
          <p:cNvSpPr txBox="1"/>
          <p:nvPr/>
        </p:nvSpPr>
        <p:spPr>
          <a:xfrm>
            <a:off x="-150293" y="3587750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150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4" name="TextBox 699">
            <a:extLst>
              <a:ext uri="{FF2B5EF4-FFF2-40B4-BE49-F238E27FC236}">
                <a16:creationId xmlns:a16="http://schemas.microsoft.com/office/drawing/2014/main" id="{D850163E-A5D0-B685-FEB7-C7E8EB0B1345}"/>
              </a:ext>
            </a:extLst>
          </p:cNvPr>
          <p:cNvSpPr txBox="1"/>
          <p:nvPr/>
        </p:nvSpPr>
        <p:spPr>
          <a:xfrm>
            <a:off x="-150293" y="3765512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100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5" name="TextBox 700">
            <a:extLst>
              <a:ext uri="{FF2B5EF4-FFF2-40B4-BE49-F238E27FC236}">
                <a16:creationId xmlns:a16="http://schemas.microsoft.com/office/drawing/2014/main" id="{D5DF1D6C-CDA8-190D-3473-E977923A92E2}"/>
              </a:ext>
            </a:extLst>
          </p:cNvPr>
          <p:cNvSpPr txBox="1"/>
          <p:nvPr/>
        </p:nvSpPr>
        <p:spPr>
          <a:xfrm>
            <a:off x="-150293" y="394327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50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6" name="TextBox 701">
            <a:extLst>
              <a:ext uri="{FF2B5EF4-FFF2-40B4-BE49-F238E27FC236}">
                <a16:creationId xmlns:a16="http://schemas.microsoft.com/office/drawing/2014/main" id="{63454A0D-B6B9-CEB2-D7FD-FB6B54553304}"/>
              </a:ext>
            </a:extLst>
          </p:cNvPr>
          <p:cNvSpPr txBox="1"/>
          <p:nvPr/>
        </p:nvSpPr>
        <p:spPr>
          <a:xfrm>
            <a:off x="-228572" y="4121036"/>
            <a:ext cx="61509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" name="TextBox 702">
            <a:extLst>
              <a:ext uri="{FF2B5EF4-FFF2-40B4-BE49-F238E27FC236}">
                <a16:creationId xmlns:a16="http://schemas.microsoft.com/office/drawing/2014/main" id="{C50FFC99-7308-65E7-2479-86CB777CB0B2}"/>
              </a:ext>
            </a:extLst>
          </p:cNvPr>
          <p:cNvSpPr txBox="1"/>
          <p:nvPr/>
        </p:nvSpPr>
        <p:spPr>
          <a:xfrm rot="19800000">
            <a:off x="189281" y="4253090"/>
            <a:ext cx="536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2021-01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8" name="TextBox 703">
            <a:extLst>
              <a:ext uri="{FF2B5EF4-FFF2-40B4-BE49-F238E27FC236}">
                <a16:creationId xmlns:a16="http://schemas.microsoft.com/office/drawing/2014/main" id="{05410AB8-D6C8-E5D4-F87C-EF8ED9705249}"/>
              </a:ext>
            </a:extLst>
          </p:cNvPr>
          <p:cNvSpPr txBox="1"/>
          <p:nvPr/>
        </p:nvSpPr>
        <p:spPr>
          <a:xfrm rot="19800000">
            <a:off x="471754" y="425319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2021-02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9" name="TextBox 704">
            <a:extLst>
              <a:ext uri="{FF2B5EF4-FFF2-40B4-BE49-F238E27FC236}">
                <a16:creationId xmlns:a16="http://schemas.microsoft.com/office/drawing/2014/main" id="{F376878C-E854-EC0B-5D84-6823605CF4C2}"/>
              </a:ext>
            </a:extLst>
          </p:cNvPr>
          <p:cNvSpPr txBox="1"/>
          <p:nvPr/>
        </p:nvSpPr>
        <p:spPr>
          <a:xfrm rot="19800000">
            <a:off x="754642" y="425319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2021-03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20" name="TextBox 705">
            <a:extLst>
              <a:ext uri="{FF2B5EF4-FFF2-40B4-BE49-F238E27FC236}">
                <a16:creationId xmlns:a16="http://schemas.microsoft.com/office/drawing/2014/main" id="{F644A7A1-09E2-57C7-8C29-B5E569F8113D}"/>
              </a:ext>
            </a:extLst>
          </p:cNvPr>
          <p:cNvSpPr txBox="1"/>
          <p:nvPr/>
        </p:nvSpPr>
        <p:spPr>
          <a:xfrm rot="19800000">
            <a:off x="1037530" y="425319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2021-04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21" name="TextBox 706">
            <a:extLst>
              <a:ext uri="{FF2B5EF4-FFF2-40B4-BE49-F238E27FC236}">
                <a16:creationId xmlns:a16="http://schemas.microsoft.com/office/drawing/2014/main" id="{C6D85AE9-ACF5-B2EF-EEEE-1ABA67A7E2BF}"/>
              </a:ext>
            </a:extLst>
          </p:cNvPr>
          <p:cNvSpPr txBox="1"/>
          <p:nvPr/>
        </p:nvSpPr>
        <p:spPr>
          <a:xfrm rot="19800000">
            <a:off x="1320418" y="425319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2021-05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22" name="TextBox 707">
            <a:extLst>
              <a:ext uri="{FF2B5EF4-FFF2-40B4-BE49-F238E27FC236}">
                <a16:creationId xmlns:a16="http://schemas.microsoft.com/office/drawing/2014/main" id="{AB7FE36C-E4E6-C6A5-DA97-E3C0B814B85E}"/>
              </a:ext>
            </a:extLst>
          </p:cNvPr>
          <p:cNvSpPr txBox="1"/>
          <p:nvPr/>
        </p:nvSpPr>
        <p:spPr>
          <a:xfrm rot="19800000">
            <a:off x="1603306" y="425319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2021-06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23" name="TextBox 708">
            <a:extLst>
              <a:ext uri="{FF2B5EF4-FFF2-40B4-BE49-F238E27FC236}">
                <a16:creationId xmlns:a16="http://schemas.microsoft.com/office/drawing/2014/main" id="{143F2D1C-7180-5223-4339-04B828BB632B}"/>
              </a:ext>
            </a:extLst>
          </p:cNvPr>
          <p:cNvSpPr txBox="1"/>
          <p:nvPr/>
        </p:nvSpPr>
        <p:spPr>
          <a:xfrm rot="19800000">
            <a:off x="1886194" y="425319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2021-07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24" name="TextBox 709">
            <a:extLst>
              <a:ext uri="{FF2B5EF4-FFF2-40B4-BE49-F238E27FC236}">
                <a16:creationId xmlns:a16="http://schemas.microsoft.com/office/drawing/2014/main" id="{918ABB2F-097F-5F7B-F760-C1BAE52E83CD}"/>
              </a:ext>
            </a:extLst>
          </p:cNvPr>
          <p:cNvSpPr txBox="1"/>
          <p:nvPr/>
        </p:nvSpPr>
        <p:spPr>
          <a:xfrm rot="19800000">
            <a:off x="2169082" y="425319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2021-08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25" name="TextBox 710">
            <a:extLst>
              <a:ext uri="{FF2B5EF4-FFF2-40B4-BE49-F238E27FC236}">
                <a16:creationId xmlns:a16="http://schemas.microsoft.com/office/drawing/2014/main" id="{72270F03-E27D-6F99-9A4B-0F7DAB6B97AC}"/>
              </a:ext>
            </a:extLst>
          </p:cNvPr>
          <p:cNvSpPr txBox="1"/>
          <p:nvPr/>
        </p:nvSpPr>
        <p:spPr>
          <a:xfrm rot="19800000">
            <a:off x="2451970" y="425319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2021-09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26" name="TextBox 711">
            <a:extLst>
              <a:ext uri="{FF2B5EF4-FFF2-40B4-BE49-F238E27FC236}">
                <a16:creationId xmlns:a16="http://schemas.microsoft.com/office/drawing/2014/main" id="{59E98F6D-860D-BF70-4EC2-64A5FEE04926}"/>
              </a:ext>
            </a:extLst>
          </p:cNvPr>
          <p:cNvSpPr txBox="1"/>
          <p:nvPr/>
        </p:nvSpPr>
        <p:spPr>
          <a:xfrm rot="19800000">
            <a:off x="2734858" y="425319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2021-10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27" name="TextBox 712">
            <a:extLst>
              <a:ext uri="{FF2B5EF4-FFF2-40B4-BE49-F238E27FC236}">
                <a16:creationId xmlns:a16="http://schemas.microsoft.com/office/drawing/2014/main" id="{668A3508-4D89-5795-C56B-2D47904BFF7B}"/>
              </a:ext>
            </a:extLst>
          </p:cNvPr>
          <p:cNvSpPr txBox="1"/>
          <p:nvPr/>
        </p:nvSpPr>
        <p:spPr>
          <a:xfrm rot="19800000">
            <a:off x="3017746" y="424773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2021-11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28" name="TextBox 713">
            <a:extLst>
              <a:ext uri="{FF2B5EF4-FFF2-40B4-BE49-F238E27FC236}">
                <a16:creationId xmlns:a16="http://schemas.microsoft.com/office/drawing/2014/main" id="{1EDB25FD-F967-D49E-FAD9-4540B2B7312C}"/>
              </a:ext>
            </a:extLst>
          </p:cNvPr>
          <p:cNvSpPr txBox="1"/>
          <p:nvPr/>
        </p:nvSpPr>
        <p:spPr>
          <a:xfrm rot="19800000">
            <a:off x="3300634" y="4258653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2021-12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29" name="TextBox 714">
            <a:extLst>
              <a:ext uri="{FF2B5EF4-FFF2-40B4-BE49-F238E27FC236}">
                <a16:creationId xmlns:a16="http://schemas.microsoft.com/office/drawing/2014/main" id="{F2E994ED-4B5B-5476-A778-313D2272F343}"/>
              </a:ext>
            </a:extLst>
          </p:cNvPr>
          <p:cNvSpPr txBox="1"/>
          <p:nvPr/>
        </p:nvSpPr>
        <p:spPr>
          <a:xfrm rot="19800000">
            <a:off x="3583519" y="423681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2022-01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30" name="Rectangle 715">
            <a:extLst>
              <a:ext uri="{FF2B5EF4-FFF2-40B4-BE49-F238E27FC236}">
                <a16:creationId xmlns:a16="http://schemas.microsoft.com/office/drawing/2014/main" id="{F306AB64-4BDA-F14D-D024-8771D0F682CD}"/>
              </a:ext>
            </a:extLst>
          </p:cNvPr>
          <p:cNvSpPr/>
          <p:nvPr/>
        </p:nvSpPr>
        <p:spPr>
          <a:xfrm>
            <a:off x="405177" y="3129697"/>
            <a:ext cx="72000" cy="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31" name="Rectangle 716">
            <a:extLst>
              <a:ext uri="{FF2B5EF4-FFF2-40B4-BE49-F238E27FC236}">
                <a16:creationId xmlns:a16="http://schemas.microsoft.com/office/drawing/2014/main" id="{40E16496-1052-84EC-AA6E-48A5CF66F428}"/>
              </a:ext>
            </a:extLst>
          </p:cNvPr>
          <p:cNvSpPr/>
          <p:nvPr/>
        </p:nvSpPr>
        <p:spPr>
          <a:xfrm>
            <a:off x="405177" y="3264088"/>
            <a:ext cx="72000" cy="7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32" name="TextBox 717">
            <a:extLst>
              <a:ext uri="{FF2B5EF4-FFF2-40B4-BE49-F238E27FC236}">
                <a16:creationId xmlns:a16="http://schemas.microsoft.com/office/drawing/2014/main" id="{BA560796-8FB8-A7A8-3B11-0B639816370F}"/>
              </a:ext>
            </a:extLst>
          </p:cNvPr>
          <p:cNvSpPr txBox="1"/>
          <p:nvPr/>
        </p:nvSpPr>
        <p:spPr>
          <a:xfrm>
            <a:off x="418430" y="305412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+mj-lt"/>
              </a:rPr>
              <a:t>Point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33" name="TextBox 718">
            <a:extLst>
              <a:ext uri="{FF2B5EF4-FFF2-40B4-BE49-F238E27FC236}">
                <a16:creationId xmlns:a16="http://schemas.microsoft.com/office/drawing/2014/main" id="{185C1CAE-5128-57EA-BFC2-8A8B5C8ACD5D}"/>
              </a:ext>
            </a:extLst>
          </p:cNvPr>
          <p:cNvSpPr txBox="1"/>
          <p:nvPr/>
        </p:nvSpPr>
        <p:spPr>
          <a:xfrm>
            <a:off x="418430" y="318810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+mj-lt"/>
              </a:rPr>
              <a:t>Gridded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35" name="Rectangle 720">
            <a:extLst>
              <a:ext uri="{FF2B5EF4-FFF2-40B4-BE49-F238E27FC236}">
                <a16:creationId xmlns:a16="http://schemas.microsoft.com/office/drawing/2014/main" id="{61518C08-0610-8688-4D03-CDD82F690E07}"/>
              </a:ext>
            </a:extLst>
          </p:cNvPr>
          <p:cNvSpPr/>
          <p:nvPr/>
        </p:nvSpPr>
        <p:spPr>
          <a:xfrm>
            <a:off x="370636" y="3085728"/>
            <a:ext cx="503723" cy="288881"/>
          </a:xfrm>
          <a:prstGeom prst="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36" name="TextBox 721">
            <a:extLst>
              <a:ext uri="{FF2B5EF4-FFF2-40B4-BE49-F238E27FC236}">
                <a16:creationId xmlns:a16="http://schemas.microsoft.com/office/drawing/2014/main" id="{BB3A9E6E-704C-8F37-D690-B20C61C906E7}"/>
              </a:ext>
            </a:extLst>
          </p:cNvPr>
          <p:cNvSpPr txBox="1"/>
          <p:nvPr/>
        </p:nvSpPr>
        <p:spPr>
          <a:xfrm rot="16200000">
            <a:off x="-605534" y="3437404"/>
            <a:ext cx="13383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Counts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37" name="TextBox 722">
            <a:extLst>
              <a:ext uri="{FF2B5EF4-FFF2-40B4-BE49-F238E27FC236}">
                <a16:creationId xmlns:a16="http://schemas.microsoft.com/office/drawing/2014/main" id="{CB57FAF9-6FF7-2C91-D702-B07049F8C88B}"/>
              </a:ext>
            </a:extLst>
          </p:cNvPr>
          <p:cNvSpPr txBox="1"/>
          <p:nvPr/>
        </p:nvSpPr>
        <p:spPr>
          <a:xfrm>
            <a:off x="1893141" y="1959911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38" name="TextBox 723">
            <a:extLst>
              <a:ext uri="{FF2B5EF4-FFF2-40B4-BE49-F238E27FC236}">
                <a16:creationId xmlns:a16="http://schemas.microsoft.com/office/drawing/2014/main" id="{3CFD9371-C23D-4EEC-AA78-8899211C8542}"/>
              </a:ext>
            </a:extLst>
          </p:cNvPr>
          <p:cNvSpPr txBox="1"/>
          <p:nvPr/>
        </p:nvSpPr>
        <p:spPr>
          <a:xfrm>
            <a:off x="1893141" y="1795130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1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39" name="TextBox 724">
            <a:extLst>
              <a:ext uri="{FF2B5EF4-FFF2-40B4-BE49-F238E27FC236}">
                <a16:creationId xmlns:a16="http://schemas.microsoft.com/office/drawing/2014/main" id="{AD740348-E3AC-0698-7604-365290B32C25}"/>
              </a:ext>
            </a:extLst>
          </p:cNvPr>
          <p:cNvSpPr txBox="1"/>
          <p:nvPr/>
        </p:nvSpPr>
        <p:spPr>
          <a:xfrm>
            <a:off x="1893141" y="163034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2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40" name="TextBox 725">
            <a:extLst>
              <a:ext uri="{FF2B5EF4-FFF2-40B4-BE49-F238E27FC236}">
                <a16:creationId xmlns:a16="http://schemas.microsoft.com/office/drawing/2014/main" id="{96EC6200-AFD6-6F05-F4C2-B02740490B07}"/>
              </a:ext>
            </a:extLst>
          </p:cNvPr>
          <p:cNvSpPr txBox="1"/>
          <p:nvPr/>
        </p:nvSpPr>
        <p:spPr>
          <a:xfrm>
            <a:off x="1893141" y="146556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3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41" name="TextBox 726">
            <a:extLst>
              <a:ext uri="{FF2B5EF4-FFF2-40B4-BE49-F238E27FC236}">
                <a16:creationId xmlns:a16="http://schemas.microsoft.com/office/drawing/2014/main" id="{C4039386-CF60-9643-3DE6-8A1D8B4D99F4}"/>
              </a:ext>
            </a:extLst>
          </p:cNvPr>
          <p:cNvSpPr txBox="1"/>
          <p:nvPr/>
        </p:nvSpPr>
        <p:spPr>
          <a:xfrm>
            <a:off x="1893141" y="1300781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4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42" name="TextBox 727">
            <a:extLst>
              <a:ext uri="{FF2B5EF4-FFF2-40B4-BE49-F238E27FC236}">
                <a16:creationId xmlns:a16="http://schemas.microsoft.com/office/drawing/2014/main" id="{21F1526A-6F5B-7B4E-3A97-7D428960CAD3}"/>
              </a:ext>
            </a:extLst>
          </p:cNvPr>
          <p:cNvSpPr txBox="1"/>
          <p:nvPr/>
        </p:nvSpPr>
        <p:spPr>
          <a:xfrm>
            <a:off x="1893141" y="1135998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5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43" name="TextBox 728">
            <a:extLst>
              <a:ext uri="{FF2B5EF4-FFF2-40B4-BE49-F238E27FC236}">
                <a16:creationId xmlns:a16="http://schemas.microsoft.com/office/drawing/2014/main" id="{DC3E1802-D919-BAB5-84D6-AC602E752936}"/>
              </a:ext>
            </a:extLst>
          </p:cNvPr>
          <p:cNvSpPr txBox="1"/>
          <p:nvPr/>
        </p:nvSpPr>
        <p:spPr>
          <a:xfrm>
            <a:off x="1893141" y="97121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6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44" name="TextBox 729">
            <a:extLst>
              <a:ext uri="{FF2B5EF4-FFF2-40B4-BE49-F238E27FC236}">
                <a16:creationId xmlns:a16="http://schemas.microsoft.com/office/drawing/2014/main" id="{65E20AFF-9E82-7ED3-7A2A-471B7BA1B861}"/>
              </a:ext>
            </a:extLst>
          </p:cNvPr>
          <p:cNvSpPr txBox="1"/>
          <p:nvPr/>
        </p:nvSpPr>
        <p:spPr>
          <a:xfrm>
            <a:off x="1893141" y="806432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7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45" name="TextBox 730">
            <a:extLst>
              <a:ext uri="{FF2B5EF4-FFF2-40B4-BE49-F238E27FC236}">
                <a16:creationId xmlns:a16="http://schemas.microsoft.com/office/drawing/2014/main" id="{C3AA5FE2-7BC0-EB97-FA4F-57E77A2FDD9D}"/>
              </a:ext>
            </a:extLst>
          </p:cNvPr>
          <p:cNvSpPr txBox="1"/>
          <p:nvPr/>
        </p:nvSpPr>
        <p:spPr>
          <a:xfrm>
            <a:off x="1912191" y="641649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8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46" name="TextBox 731">
            <a:extLst>
              <a:ext uri="{FF2B5EF4-FFF2-40B4-BE49-F238E27FC236}">
                <a16:creationId xmlns:a16="http://schemas.microsoft.com/office/drawing/2014/main" id="{306CA028-B14A-587E-4EF7-A89F122FF251}"/>
              </a:ext>
            </a:extLst>
          </p:cNvPr>
          <p:cNvSpPr txBox="1"/>
          <p:nvPr/>
        </p:nvSpPr>
        <p:spPr>
          <a:xfrm rot="16200000">
            <a:off x="1520848" y="1279122"/>
            <a:ext cx="13680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Counts * 10</a:t>
            </a:r>
            <a:r>
              <a:rPr lang="en-US" sz="800" baseline="30000" dirty="0">
                <a:solidFill>
                  <a:srgbClr val="333333"/>
                </a:solidFill>
                <a:latin typeface="+mj-lt"/>
              </a:rPr>
              <a:t>4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59" name="TextBox 744">
            <a:extLst>
              <a:ext uri="{FF2B5EF4-FFF2-40B4-BE49-F238E27FC236}">
                <a16:creationId xmlns:a16="http://schemas.microsoft.com/office/drawing/2014/main" id="{28E288B3-53D6-8A2A-803F-C8356282A9BF}"/>
              </a:ext>
            </a:extLst>
          </p:cNvPr>
          <p:cNvSpPr txBox="1"/>
          <p:nvPr/>
        </p:nvSpPr>
        <p:spPr>
          <a:xfrm rot="19800000">
            <a:off x="2261323" y="2076573"/>
            <a:ext cx="3995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1950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60" name="TextBox 745">
            <a:extLst>
              <a:ext uri="{FF2B5EF4-FFF2-40B4-BE49-F238E27FC236}">
                <a16:creationId xmlns:a16="http://schemas.microsoft.com/office/drawing/2014/main" id="{C81BEB9E-CF32-2ACF-E8A3-AA25A2FB2C9E}"/>
              </a:ext>
            </a:extLst>
          </p:cNvPr>
          <p:cNvSpPr txBox="1"/>
          <p:nvPr/>
        </p:nvSpPr>
        <p:spPr>
          <a:xfrm rot="19800000">
            <a:off x="2492210" y="2076573"/>
            <a:ext cx="3995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1960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61" name="TextBox 746">
            <a:extLst>
              <a:ext uri="{FF2B5EF4-FFF2-40B4-BE49-F238E27FC236}">
                <a16:creationId xmlns:a16="http://schemas.microsoft.com/office/drawing/2014/main" id="{C1B97990-05A5-BF36-DBD7-1340E6C98B33}"/>
              </a:ext>
            </a:extLst>
          </p:cNvPr>
          <p:cNvSpPr txBox="1"/>
          <p:nvPr/>
        </p:nvSpPr>
        <p:spPr>
          <a:xfrm rot="19800000">
            <a:off x="2704047" y="2076573"/>
            <a:ext cx="3995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1970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62" name="TextBox 747">
            <a:extLst>
              <a:ext uri="{FF2B5EF4-FFF2-40B4-BE49-F238E27FC236}">
                <a16:creationId xmlns:a16="http://schemas.microsoft.com/office/drawing/2014/main" id="{F5307161-0FD4-14F9-1842-C3EBD81AE9D3}"/>
              </a:ext>
            </a:extLst>
          </p:cNvPr>
          <p:cNvSpPr txBox="1"/>
          <p:nvPr/>
        </p:nvSpPr>
        <p:spPr>
          <a:xfrm rot="19800000">
            <a:off x="2915884" y="2076573"/>
            <a:ext cx="3995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1980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63" name="TextBox 748">
            <a:extLst>
              <a:ext uri="{FF2B5EF4-FFF2-40B4-BE49-F238E27FC236}">
                <a16:creationId xmlns:a16="http://schemas.microsoft.com/office/drawing/2014/main" id="{8DC914CB-0832-A3CF-047C-C3B8FBEF08F5}"/>
              </a:ext>
            </a:extLst>
          </p:cNvPr>
          <p:cNvSpPr txBox="1"/>
          <p:nvPr/>
        </p:nvSpPr>
        <p:spPr>
          <a:xfrm rot="19800000">
            <a:off x="3127721" y="2076573"/>
            <a:ext cx="3995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1990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594" name="TextBox 749">
            <a:extLst>
              <a:ext uri="{FF2B5EF4-FFF2-40B4-BE49-F238E27FC236}">
                <a16:creationId xmlns:a16="http://schemas.microsoft.com/office/drawing/2014/main" id="{58B2823F-1DF1-440E-E51C-367025C98642}"/>
              </a:ext>
            </a:extLst>
          </p:cNvPr>
          <p:cNvSpPr txBox="1"/>
          <p:nvPr/>
        </p:nvSpPr>
        <p:spPr>
          <a:xfrm rot="19800000">
            <a:off x="3339558" y="2076573"/>
            <a:ext cx="3995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2000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596" name="TextBox 751">
            <a:extLst>
              <a:ext uri="{FF2B5EF4-FFF2-40B4-BE49-F238E27FC236}">
                <a16:creationId xmlns:a16="http://schemas.microsoft.com/office/drawing/2014/main" id="{ED8B2B80-4807-A468-6F32-E445928BCA65}"/>
              </a:ext>
            </a:extLst>
          </p:cNvPr>
          <p:cNvSpPr txBox="1"/>
          <p:nvPr/>
        </p:nvSpPr>
        <p:spPr>
          <a:xfrm rot="19800000">
            <a:off x="3763230" y="2076573"/>
            <a:ext cx="3995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2020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597" name="TextBox 752">
            <a:extLst>
              <a:ext uri="{FF2B5EF4-FFF2-40B4-BE49-F238E27FC236}">
                <a16:creationId xmlns:a16="http://schemas.microsoft.com/office/drawing/2014/main" id="{61BC8862-E098-E415-388E-EE379C1D8816}"/>
              </a:ext>
            </a:extLst>
          </p:cNvPr>
          <p:cNvSpPr txBox="1"/>
          <p:nvPr/>
        </p:nvSpPr>
        <p:spPr>
          <a:xfrm>
            <a:off x="2323985" y="2242792"/>
            <a:ext cx="17146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Years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615" name="Oval 770">
            <a:extLst>
              <a:ext uri="{FF2B5EF4-FFF2-40B4-BE49-F238E27FC236}">
                <a16:creationId xmlns:a16="http://schemas.microsoft.com/office/drawing/2014/main" id="{99CE0813-6063-A67E-7647-C75857B40B15}"/>
              </a:ext>
            </a:extLst>
          </p:cNvPr>
          <p:cNvSpPr/>
          <p:nvPr/>
        </p:nvSpPr>
        <p:spPr>
          <a:xfrm>
            <a:off x="2722139" y="3054127"/>
            <a:ext cx="94020" cy="1183809"/>
          </a:xfrm>
          <a:prstGeom prst="ellipse">
            <a:avLst/>
          </a:prstGeom>
          <a:noFill/>
          <a:ln w="3175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rgbClr val="333333"/>
              </a:solidFill>
              <a:latin typeface="+mj-lt"/>
            </a:endParaRPr>
          </a:p>
        </p:txBody>
      </p:sp>
      <p:cxnSp>
        <p:nvCxnSpPr>
          <p:cNvPr id="1616" name="Straight Arrow Connector 771">
            <a:extLst>
              <a:ext uri="{FF2B5EF4-FFF2-40B4-BE49-F238E27FC236}">
                <a16:creationId xmlns:a16="http://schemas.microsoft.com/office/drawing/2014/main" id="{353FB85C-2653-96CB-7004-3E76536DEB9A}"/>
              </a:ext>
            </a:extLst>
          </p:cNvPr>
          <p:cNvCxnSpPr>
            <a:cxnSpLocks/>
            <a:stCxn id="1615" idx="6"/>
          </p:cNvCxnSpPr>
          <p:nvPr/>
        </p:nvCxnSpPr>
        <p:spPr>
          <a:xfrm>
            <a:off x="2816159" y="3646032"/>
            <a:ext cx="449841" cy="0"/>
          </a:xfrm>
          <a:prstGeom prst="straightConnector1">
            <a:avLst/>
          </a:prstGeom>
          <a:ln w="3175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7" name="Straight Arrow Connector 772">
            <a:extLst>
              <a:ext uri="{FF2B5EF4-FFF2-40B4-BE49-F238E27FC236}">
                <a16:creationId xmlns:a16="http://schemas.microsoft.com/office/drawing/2014/main" id="{33E479FE-6D38-506F-67D0-1CB8D86BF86C}"/>
              </a:ext>
            </a:extLst>
          </p:cNvPr>
          <p:cNvCxnSpPr>
            <a:cxnSpLocks/>
          </p:cNvCxnSpPr>
          <p:nvPr/>
        </p:nvCxnSpPr>
        <p:spPr>
          <a:xfrm>
            <a:off x="3266000" y="3655084"/>
            <a:ext cx="0" cy="1026000"/>
          </a:xfrm>
          <a:prstGeom prst="straightConnector1">
            <a:avLst/>
          </a:prstGeom>
          <a:ln w="3175">
            <a:solidFill>
              <a:srgbClr val="0000FF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9" name="TextBox 774">
            <a:extLst>
              <a:ext uri="{FF2B5EF4-FFF2-40B4-BE49-F238E27FC236}">
                <a16:creationId xmlns:a16="http://schemas.microsoft.com/office/drawing/2014/main" id="{D7131933-AD5D-8CFF-B63D-0E6509EB9E54}"/>
              </a:ext>
            </a:extLst>
          </p:cNvPr>
          <p:cNvSpPr txBox="1"/>
          <p:nvPr/>
        </p:nvSpPr>
        <p:spPr>
          <a:xfrm>
            <a:off x="-209083" y="5276600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+mj-lt"/>
              </a:rPr>
              <a:t>50 </a:t>
            </a:r>
            <a:r>
              <a:rPr lang="it-IT" sz="800" dirty="0">
                <a:solidFill>
                  <a:srgbClr val="333333"/>
                </a:solidFill>
                <a:latin typeface="+mj-lt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+mj-lt"/>
              </a:rPr>
              <a:t>N</a:t>
            </a:r>
          </a:p>
        </p:txBody>
      </p:sp>
      <p:sp>
        <p:nvSpPr>
          <p:cNvPr id="1620" name="TextBox 775">
            <a:extLst>
              <a:ext uri="{FF2B5EF4-FFF2-40B4-BE49-F238E27FC236}">
                <a16:creationId xmlns:a16="http://schemas.microsoft.com/office/drawing/2014/main" id="{FFC6DFDC-4984-8529-7954-1785910C14A6}"/>
              </a:ext>
            </a:extLst>
          </p:cNvPr>
          <p:cNvSpPr txBox="1"/>
          <p:nvPr/>
        </p:nvSpPr>
        <p:spPr>
          <a:xfrm>
            <a:off x="-209083" y="5835401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+mj-lt"/>
              </a:rPr>
              <a:t>40 </a:t>
            </a:r>
            <a:r>
              <a:rPr lang="it-IT" sz="800" dirty="0">
                <a:solidFill>
                  <a:srgbClr val="333333"/>
                </a:solidFill>
                <a:latin typeface="+mj-lt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+mj-lt"/>
              </a:rPr>
              <a:t>N</a:t>
            </a:r>
          </a:p>
        </p:txBody>
      </p:sp>
      <p:sp>
        <p:nvSpPr>
          <p:cNvPr id="1621" name="TextBox 776">
            <a:extLst>
              <a:ext uri="{FF2B5EF4-FFF2-40B4-BE49-F238E27FC236}">
                <a16:creationId xmlns:a16="http://schemas.microsoft.com/office/drawing/2014/main" id="{B8B4F48A-3436-7F14-8C4C-43F4018C0A34}"/>
              </a:ext>
            </a:extLst>
          </p:cNvPr>
          <p:cNvSpPr txBox="1"/>
          <p:nvPr/>
        </p:nvSpPr>
        <p:spPr>
          <a:xfrm>
            <a:off x="-209083" y="6321821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dirty="0">
                <a:solidFill>
                  <a:srgbClr val="333333"/>
                </a:solidFill>
                <a:latin typeface="+mj-lt"/>
              </a:rPr>
              <a:t>30 </a:t>
            </a:r>
            <a:r>
              <a:rPr lang="it-IT" sz="800" dirty="0">
                <a:solidFill>
                  <a:srgbClr val="333333"/>
                </a:solidFill>
                <a:latin typeface="+mj-lt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+mj-lt"/>
              </a:rPr>
              <a:t>N</a:t>
            </a:r>
          </a:p>
        </p:txBody>
      </p:sp>
      <p:sp>
        <p:nvSpPr>
          <p:cNvPr id="1622" name="TextBox 777">
            <a:extLst>
              <a:ext uri="{FF2B5EF4-FFF2-40B4-BE49-F238E27FC236}">
                <a16:creationId xmlns:a16="http://schemas.microsoft.com/office/drawing/2014/main" id="{B8B31EBE-2E61-337B-CD2E-380C5A025FA1}"/>
              </a:ext>
            </a:extLst>
          </p:cNvPr>
          <p:cNvSpPr txBox="1"/>
          <p:nvPr/>
        </p:nvSpPr>
        <p:spPr>
          <a:xfrm>
            <a:off x="419016" y="631676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+mj-lt"/>
              </a:rPr>
              <a:t>120 </a:t>
            </a:r>
            <a:r>
              <a:rPr lang="it-IT" sz="800" dirty="0">
                <a:solidFill>
                  <a:srgbClr val="333333"/>
                </a:solidFill>
                <a:latin typeface="+mj-lt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+mj-lt"/>
              </a:rPr>
              <a:t>W</a:t>
            </a:r>
          </a:p>
        </p:txBody>
      </p:sp>
      <p:sp>
        <p:nvSpPr>
          <p:cNvPr id="1623" name="TextBox 778">
            <a:extLst>
              <a:ext uri="{FF2B5EF4-FFF2-40B4-BE49-F238E27FC236}">
                <a16:creationId xmlns:a16="http://schemas.microsoft.com/office/drawing/2014/main" id="{FB3C06D2-82FB-01FA-6CA1-C4EAEBBBFEFE}"/>
              </a:ext>
            </a:extLst>
          </p:cNvPr>
          <p:cNvSpPr txBox="1"/>
          <p:nvPr/>
        </p:nvSpPr>
        <p:spPr>
          <a:xfrm>
            <a:off x="1209928" y="631676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+mj-lt"/>
              </a:rPr>
              <a:t>100 </a:t>
            </a:r>
            <a:r>
              <a:rPr lang="it-IT" sz="800" dirty="0">
                <a:solidFill>
                  <a:srgbClr val="333333"/>
                </a:solidFill>
                <a:latin typeface="+mj-lt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+mj-lt"/>
              </a:rPr>
              <a:t>W</a:t>
            </a:r>
          </a:p>
        </p:txBody>
      </p:sp>
      <p:sp>
        <p:nvSpPr>
          <p:cNvPr id="1624" name="TextBox 779">
            <a:extLst>
              <a:ext uri="{FF2B5EF4-FFF2-40B4-BE49-F238E27FC236}">
                <a16:creationId xmlns:a16="http://schemas.microsoft.com/office/drawing/2014/main" id="{EC779CDC-A1E1-8742-E11A-16757BF614F6}"/>
              </a:ext>
            </a:extLst>
          </p:cNvPr>
          <p:cNvSpPr txBox="1"/>
          <p:nvPr/>
        </p:nvSpPr>
        <p:spPr>
          <a:xfrm>
            <a:off x="1998404" y="6316767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+mj-lt"/>
              </a:rPr>
              <a:t>80 </a:t>
            </a:r>
            <a:r>
              <a:rPr lang="it-IT" sz="800" dirty="0">
                <a:solidFill>
                  <a:srgbClr val="333333"/>
                </a:solidFill>
                <a:latin typeface="+mj-lt"/>
              </a:rPr>
              <a:t>°</a:t>
            </a:r>
            <a:r>
              <a:rPr lang="en-GB" sz="800" dirty="0">
                <a:solidFill>
                  <a:srgbClr val="333333"/>
                </a:solidFill>
                <a:latin typeface="+mj-lt"/>
              </a:rPr>
              <a:t>W</a:t>
            </a:r>
          </a:p>
        </p:txBody>
      </p:sp>
      <p:sp>
        <p:nvSpPr>
          <p:cNvPr id="1631" name="TextBox 786">
            <a:extLst>
              <a:ext uri="{FF2B5EF4-FFF2-40B4-BE49-F238E27FC236}">
                <a16:creationId xmlns:a16="http://schemas.microsoft.com/office/drawing/2014/main" id="{DE0BFCA0-DB16-CFCF-03F7-E991C282E291}"/>
              </a:ext>
            </a:extLst>
          </p:cNvPr>
          <p:cNvSpPr txBox="1"/>
          <p:nvPr/>
        </p:nvSpPr>
        <p:spPr>
          <a:xfrm>
            <a:off x="1995080" y="349275"/>
            <a:ext cx="22244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+mj-lt"/>
              </a:rPr>
              <a:t>b) Timeseries of point flood report counts per year, between 1950 and 2024</a:t>
            </a:r>
          </a:p>
        </p:txBody>
      </p:sp>
      <p:sp>
        <p:nvSpPr>
          <p:cNvPr id="1632" name="TextBox 787">
            <a:extLst>
              <a:ext uri="{FF2B5EF4-FFF2-40B4-BE49-F238E27FC236}">
                <a16:creationId xmlns:a16="http://schemas.microsoft.com/office/drawing/2014/main" id="{405458FA-1C25-5CCA-DD79-1892C76F8A79}"/>
              </a:ext>
            </a:extLst>
          </p:cNvPr>
          <p:cNvSpPr txBox="1"/>
          <p:nvPr/>
        </p:nvSpPr>
        <p:spPr>
          <a:xfrm>
            <a:off x="-78814" y="2704296"/>
            <a:ext cx="4298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</a:rPr>
              <a:t>c) Timeseries of point and gridded flash flood report counts in 2021, accumulated over 24-hourly periods ending at 00 UTC</a:t>
            </a:r>
          </a:p>
        </p:txBody>
      </p:sp>
      <p:sp>
        <p:nvSpPr>
          <p:cNvPr id="1638" name="TextBox 796">
            <a:extLst>
              <a:ext uri="{FF2B5EF4-FFF2-40B4-BE49-F238E27FC236}">
                <a16:creationId xmlns:a16="http://schemas.microsoft.com/office/drawing/2014/main" id="{8CA5C493-3A67-0D50-635B-6F4DDA45FD50}"/>
              </a:ext>
            </a:extLst>
          </p:cNvPr>
          <p:cNvSpPr txBox="1"/>
          <p:nvPr/>
        </p:nvSpPr>
        <p:spPr>
          <a:xfrm>
            <a:off x="347673" y="4456684"/>
            <a:ext cx="39496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Days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653" name="TextBox 1652">
            <a:extLst>
              <a:ext uri="{FF2B5EF4-FFF2-40B4-BE49-F238E27FC236}">
                <a16:creationId xmlns:a16="http://schemas.microsoft.com/office/drawing/2014/main" id="{399F6C2C-798D-2A29-27B9-BBF9C8CF83EB}"/>
              </a:ext>
            </a:extLst>
          </p:cNvPr>
          <p:cNvSpPr txBox="1"/>
          <p:nvPr/>
        </p:nvSpPr>
        <p:spPr>
          <a:xfrm>
            <a:off x="-61379" y="-54502"/>
            <a:ext cx="40423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Target variable for data-driven model</a:t>
            </a:r>
          </a:p>
          <a:p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Flash flood impact reports from NOAA’s Storm Event Database</a:t>
            </a:r>
          </a:p>
        </p:txBody>
      </p:sp>
      <p:sp>
        <p:nvSpPr>
          <p:cNvPr id="1595" name="TextBox 750">
            <a:extLst>
              <a:ext uri="{FF2B5EF4-FFF2-40B4-BE49-F238E27FC236}">
                <a16:creationId xmlns:a16="http://schemas.microsoft.com/office/drawing/2014/main" id="{72246508-EE04-19B8-021A-ECAE7D8DEF37}"/>
              </a:ext>
            </a:extLst>
          </p:cNvPr>
          <p:cNvSpPr txBox="1"/>
          <p:nvPr/>
        </p:nvSpPr>
        <p:spPr>
          <a:xfrm rot="19800000">
            <a:off x="3551395" y="2076573"/>
            <a:ext cx="39957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2010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661" name="Rectangle 1660">
            <a:extLst>
              <a:ext uri="{FF2B5EF4-FFF2-40B4-BE49-F238E27FC236}">
                <a16:creationId xmlns:a16="http://schemas.microsoft.com/office/drawing/2014/main" id="{EA975221-46E7-AEFA-06D2-D8D8AAB2D848}"/>
              </a:ext>
            </a:extLst>
          </p:cNvPr>
          <p:cNvSpPr/>
          <p:nvPr/>
        </p:nvSpPr>
        <p:spPr>
          <a:xfrm>
            <a:off x="2392069" y="685716"/>
            <a:ext cx="1104984" cy="261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333333"/>
              </a:solidFill>
            </a:endParaRPr>
          </a:p>
        </p:txBody>
      </p:sp>
      <p:sp>
        <p:nvSpPr>
          <p:cNvPr id="48" name="Rectangle 733">
            <a:extLst>
              <a:ext uri="{FF2B5EF4-FFF2-40B4-BE49-F238E27FC236}">
                <a16:creationId xmlns:a16="http://schemas.microsoft.com/office/drawing/2014/main" id="{03208E48-7CCA-98F8-8E41-E3715304BDCD}"/>
              </a:ext>
            </a:extLst>
          </p:cNvPr>
          <p:cNvSpPr/>
          <p:nvPr/>
        </p:nvSpPr>
        <p:spPr>
          <a:xfrm>
            <a:off x="2463219" y="760861"/>
            <a:ext cx="72000" cy="72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49" name="Rectangle 734">
            <a:extLst>
              <a:ext uri="{FF2B5EF4-FFF2-40B4-BE49-F238E27FC236}">
                <a16:creationId xmlns:a16="http://schemas.microsoft.com/office/drawing/2014/main" id="{6991B3BC-4A89-DDCE-C8FD-97D5BB507754}"/>
              </a:ext>
            </a:extLst>
          </p:cNvPr>
          <p:cNvSpPr/>
          <p:nvPr/>
        </p:nvSpPr>
        <p:spPr>
          <a:xfrm>
            <a:off x="2463219" y="893843"/>
            <a:ext cx="72000" cy="72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50" name="TextBox 735">
            <a:extLst>
              <a:ext uri="{FF2B5EF4-FFF2-40B4-BE49-F238E27FC236}">
                <a16:creationId xmlns:a16="http://schemas.microsoft.com/office/drawing/2014/main" id="{D69624F1-DFCF-54E2-BC58-C368DEA730F6}"/>
              </a:ext>
            </a:extLst>
          </p:cNvPr>
          <p:cNvSpPr txBox="1"/>
          <p:nvPr/>
        </p:nvSpPr>
        <p:spPr>
          <a:xfrm>
            <a:off x="2458739" y="689512"/>
            <a:ext cx="89632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+mj-lt"/>
              </a:rPr>
              <a:t>All flood types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51" name="TextBox 736">
            <a:extLst>
              <a:ext uri="{FF2B5EF4-FFF2-40B4-BE49-F238E27FC236}">
                <a16:creationId xmlns:a16="http://schemas.microsoft.com/office/drawing/2014/main" id="{323261E7-CDDB-617D-FECE-B73709E774B4}"/>
              </a:ext>
            </a:extLst>
          </p:cNvPr>
          <p:cNvSpPr txBox="1"/>
          <p:nvPr/>
        </p:nvSpPr>
        <p:spPr>
          <a:xfrm>
            <a:off x="2464247" y="817489"/>
            <a:ext cx="8963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+mj-lt"/>
              </a:rPr>
              <a:t>Only flash floods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52" name="Rectangle 737">
            <a:extLst>
              <a:ext uri="{FF2B5EF4-FFF2-40B4-BE49-F238E27FC236}">
                <a16:creationId xmlns:a16="http://schemas.microsoft.com/office/drawing/2014/main" id="{83B4A15F-2BC2-2058-0B1D-5F64B8379F62}"/>
              </a:ext>
            </a:extLst>
          </p:cNvPr>
          <p:cNvSpPr/>
          <p:nvPr/>
        </p:nvSpPr>
        <p:spPr>
          <a:xfrm>
            <a:off x="2427799" y="722158"/>
            <a:ext cx="932771" cy="521116"/>
          </a:xfrm>
          <a:prstGeom prst="rect">
            <a:avLst/>
          </a:prstGeom>
          <a:noFill/>
          <a:ln w="317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53" name="Rectangle 738">
            <a:extLst>
              <a:ext uri="{FF2B5EF4-FFF2-40B4-BE49-F238E27FC236}">
                <a16:creationId xmlns:a16="http://schemas.microsoft.com/office/drawing/2014/main" id="{184E9A30-D608-CFC4-5F41-A65CB1F0E833}"/>
              </a:ext>
            </a:extLst>
          </p:cNvPr>
          <p:cNvSpPr/>
          <p:nvPr/>
        </p:nvSpPr>
        <p:spPr>
          <a:xfrm>
            <a:off x="2463219" y="1016814"/>
            <a:ext cx="72000" cy="72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54" name="TextBox 739">
            <a:extLst>
              <a:ext uri="{FF2B5EF4-FFF2-40B4-BE49-F238E27FC236}">
                <a16:creationId xmlns:a16="http://schemas.microsoft.com/office/drawing/2014/main" id="{98DBB6F4-CB90-1E72-06F4-384EF953FCAB}"/>
              </a:ext>
            </a:extLst>
          </p:cNvPr>
          <p:cNvSpPr txBox="1"/>
          <p:nvPr/>
        </p:nvSpPr>
        <p:spPr>
          <a:xfrm>
            <a:off x="2464246" y="945465"/>
            <a:ext cx="9587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+mj-lt"/>
              </a:rPr>
              <a:t>Only flash floods </a:t>
            </a:r>
          </a:p>
          <a:p>
            <a:r>
              <a:rPr lang="en-US" sz="800" dirty="0">
                <a:solidFill>
                  <a:srgbClr val="333333"/>
                </a:solidFill>
                <a:latin typeface="+mj-lt"/>
              </a:rPr>
              <a:t>with lat/lon coord.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662" name="TextBox 696">
            <a:extLst>
              <a:ext uri="{FF2B5EF4-FFF2-40B4-BE49-F238E27FC236}">
                <a16:creationId xmlns:a16="http://schemas.microsoft.com/office/drawing/2014/main" id="{16113B27-EF0A-A53B-453B-A9A4E3CD439F}"/>
              </a:ext>
            </a:extLst>
          </p:cNvPr>
          <p:cNvSpPr txBox="1"/>
          <p:nvPr/>
        </p:nvSpPr>
        <p:spPr>
          <a:xfrm>
            <a:off x="-150293" y="305446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solidFill>
                  <a:srgbClr val="333333"/>
                </a:solidFill>
                <a:latin typeface="+mj-lt"/>
              </a:rPr>
              <a:t>300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666" name="Rectangle 1665">
            <a:extLst>
              <a:ext uri="{FF2B5EF4-FFF2-40B4-BE49-F238E27FC236}">
                <a16:creationId xmlns:a16="http://schemas.microsoft.com/office/drawing/2014/main" id="{F74B076A-6A46-8FEF-EF31-51FA88A68348}"/>
              </a:ext>
            </a:extLst>
          </p:cNvPr>
          <p:cNvSpPr/>
          <p:nvPr/>
        </p:nvSpPr>
        <p:spPr>
          <a:xfrm>
            <a:off x="2955597" y="3048323"/>
            <a:ext cx="1104984" cy="2616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333333"/>
              </a:solidFill>
            </a:endParaRPr>
          </a:p>
        </p:txBody>
      </p:sp>
      <p:sp>
        <p:nvSpPr>
          <p:cNvPr id="1618" name="TextBox 773">
            <a:extLst>
              <a:ext uri="{FF2B5EF4-FFF2-40B4-BE49-F238E27FC236}">
                <a16:creationId xmlns:a16="http://schemas.microsoft.com/office/drawing/2014/main" id="{27473D3D-5CBA-FFCC-A510-580B02810B68}"/>
              </a:ext>
            </a:extLst>
          </p:cNvPr>
          <p:cNvSpPr txBox="1"/>
          <p:nvPr/>
        </p:nvSpPr>
        <p:spPr>
          <a:xfrm>
            <a:off x="2821342" y="3085665"/>
            <a:ext cx="11692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000FF"/>
                </a:solidFill>
                <a:latin typeface="+mj-lt"/>
              </a:rPr>
              <a:t>24-hourly accumulation</a:t>
            </a:r>
          </a:p>
          <a:p>
            <a:r>
              <a:rPr lang="en-US" sz="800" dirty="0">
                <a:solidFill>
                  <a:srgbClr val="0000FF"/>
                </a:solidFill>
                <a:latin typeface="+mj-lt"/>
              </a:rPr>
              <a:t>period ending on </a:t>
            </a:r>
          </a:p>
          <a:p>
            <a:r>
              <a:rPr lang="en-US" sz="800">
                <a:solidFill>
                  <a:srgbClr val="0000FF"/>
                </a:solidFill>
                <a:latin typeface="+mj-lt"/>
              </a:rPr>
              <a:t>2021-09-02 </a:t>
            </a:r>
            <a:r>
              <a:rPr lang="en-US" sz="800" dirty="0">
                <a:solidFill>
                  <a:srgbClr val="0000FF"/>
                </a:solidFill>
                <a:latin typeface="+mj-lt"/>
              </a:rPr>
              <a:t>at 00 UTC</a:t>
            </a:r>
          </a:p>
          <a:p>
            <a:r>
              <a:rPr lang="en-US" sz="800" dirty="0">
                <a:solidFill>
                  <a:srgbClr val="0000FF"/>
                </a:solidFill>
                <a:latin typeface="+mj-lt"/>
              </a:rPr>
              <a:t>(Storm Ida)</a:t>
            </a:r>
            <a:endParaRPr lang="en-GB" sz="800" dirty="0">
              <a:solidFill>
                <a:srgbClr val="0000FF"/>
              </a:solidFill>
              <a:latin typeface="+mj-lt"/>
            </a:endParaRPr>
          </a:p>
        </p:txBody>
      </p:sp>
      <p:pic>
        <p:nvPicPr>
          <p:cNvPr id="1669" name="Picture 1668" descr="A map of the united states&#10;&#10;AI-generated content may be incorrect.">
            <a:extLst>
              <a:ext uri="{FF2B5EF4-FFF2-40B4-BE49-F238E27FC236}">
                <a16:creationId xmlns:a16="http://schemas.microsoft.com/office/drawing/2014/main" id="{9DE7CEBB-A511-0DD0-0259-3447651825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5" t="28539" r="7177" b="4818"/>
          <a:stretch/>
        </p:blipFill>
        <p:spPr>
          <a:xfrm>
            <a:off x="259783" y="1404719"/>
            <a:ext cx="1800000" cy="993818"/>
          </a:xfrm>
          <a:prstGeom prst="rect">
            <a:avLst/>
          </a:prstGeom>
        </p:spPr>
      </p:pic>
      <p:pic>
        <p:nvPicPr>
          <p:cNvPr id="1698" name="Picture 1697">
            <a:extLst>
              <a:ext uri="{FF2B5EF4-FFF2-40B4-BE49-F238E27FC236}">
                <a16:creationId xmlns:a16="http://schemas.microsoft.com/office/drawing/2014/main" id="{DB79C779-C184-1FA2-7603-7623BA0299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8549" t="45235" r="52718" b="34766"/>
          <a:stretch/>
        </p:blipFill>
        <p:spPr>
          <a:xfrm>
            <a:off x="366723" y="1182945"/>
            <a:ext cx="607572" cy="106075"/>
          </a:xfrm>
          <a:prstGeom prst="rect">
            <a:avLst/>
          </a:prstGeom>
        </p:spPr>
      </p:pic>
      <p:pic>
        <p:nvPicPr>
          <p:cNvPr id="1699" name="Picture 1698">
            <a:extLst>
              <a:ext uri="{FF2B5EF4-FFF2-40B4-BE49-F238E27FC236}">
                <a16:creationId xmlns:a16="http://schemas.microsoft.com/office/drawing/2014/main" id="{EE8408E7-68FB-66E3-46D3-15888998A2B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554" t="45582" r="76712" b="35243"/>
          <a:stretch/>
        </p:blipFill>
        <p:spPr>
          <a:xfrm>
            <a:off x="366723" y="1035483"/>
            <a:ext cx="607572" cy="101700"/>
          </a:xfrm>
          <a:prstGeom prst="rect">
            <a:avLst/>
          </a:prstGeom>
        </p:spPr>
      </p:pic>
      <p:pic>
        <p:nvPicPr>
          <p:cNvPr id="1700" name="Picture 1699">
            <a:extLst>
              <a:ext uri="{FF2B5EF4-FFF2-40B4-BE49-F238E27FC236}">
                <a16:creationId xmlns:a16="http://schemas.microsoft.com/office/drawing/2014/main" id="{088BC9EF-F338-B431-1195-8F8E42D27C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6146" t="46501" r="5267" b="35140"/>
          <a:stretch/>
        </p:blipFill>
        <p:spPr>
          <a:xfrm>
            <a:off x="1328408" y="1189667"/>
            <a:ext cx="602832" cy="97375"/>
          </a:xfrm>
          <a:prstGeom prst="rect">
            <a:avLst/>
          </a:prstGeom>
        </p:spPr>
      </p:pic>
      <p:pic>
        <p:nvPicPr>
          <p:cNvPr id="1701" name="Picture 1700">
            <a:extLst>
              <a:ext uri="{FF2B5EF4-FFF2-40B4-BE49-F238E27FC236}">
                <a16:creationId xmlns:a16="http://schemas.microsoft.com/office/drawing/2014/main" id="{9F6F4073-53F4-32E1-60F7-37E36EE48D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2296" t="46927" r="29116" b="37739"/>
          <a:stretch/>
        </p:blipFill>
        <p:spPr>
          <a:xfrm>
            <a:off x="1328408" y="1035482"/>
            <a:ext cx="602833" cy="81325"/>
          </a:xfrm>
          <a:prstGeom prst="rect">
            <a:avLst/>
          </a:prstGeom>
        </p:spPr>
      </p:pic>
      <p:pic>
        <p:nvPicPr>
          <p:cNvPr id="1705" name="Picture 1704">
            <a:extLst>
              <a:ext uri="{FF2B5EF4-FFF2-40B4-BE49-F238E27FC236}">
                <a16:creationId xmlns:a16="http://schemas.microsoft.com/office/drawing/2014/main" id="{C656D420-7A73-ED62-86EA-E7ADC99357CD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093" t="3586" r="3192" b="2930"/>
          <a:stretch/>
        </p:blipFill>
        <p:spPr>
          <a:xfrm>
            <a:off x="1861466" y="2144584"/>
            <a:ext cx="506836" cy="506608"/>
          </a:xfrm>
          <a:prstGeom prst="rect">
            <a:avLst/>
          </a:prstGeom>
        </p:spPr>
      </p:pic>
      <p:sp>
        <p:nvSpPr>
          <p:cNvPr id="1706" name="TextBox 786">
            <a:extLst>
              <a:ext uri="{FF2B5EF4-FFF2-40B4-BE49-F238E27FC236}">
                <a16:creationId xmlns:a16="http://schemas.microsoft.com/office/drawing/2014/main" id="{44074D66-E01D-3CA8-43D7-933D0BD9040D}"/>
              </a:ext>
            </a:extLst>
          </p:cNvPr>
          <p:cNvSpPr txBox="1"/>
          <p:nvPr/>
        </p:nvSpPr>
        <p:spPr>
          <a:xfrm>
            <a:off x="-78814" y="349275"/>
            <a:ext cx="21200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  <a:latin typeface="+mj-lt"/>
              </a:rPr>
              <a:t>a) Spatial distribution of the frequency of point flash flood impact report counts in each ERA5 grid-box within the CONUS, between 2001 and 2024</a:t>
            </a:r>
          </a:p>
        </p:txBody>
      </p:sp>
      <p:sp>
        <p:nvSpPr>
          <p:cNvPr id="1707" name="TextBox 694">
            <a:extLst>
              <a:ext uri="{FF2B5EF4-FFF2-40B4-BE49-F238E27FC236}">
                <a16:creationId xmlns:a16="http://schemas.microsoft.com/office/drawing/2014/main" id="{D1F6B835-6281-A39D-BC62-EA94F26F862D}"/>
              </a:ext>
            </a:extLst>
          </p:cNvPr>
          <p:cNvSpPr txBox="1"/>
          <p:nvPr/>
        </p:nvSpPr>
        <p:spPr>
          <a:xfrm>
            <a:off x="1798384" y="1979784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8.2%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08" name="TextBox 694">
            <a:extLst>
              <a:ext uri="{FF2B5EF4-FFF2-40B4-BE49-F238E27FC236}">
                <a16:creationId xmlns:a16="http://schemas.microsoft.com/office/drawing/2014/main" id="{FE3C0620-38CC-613B-A8A7-7F770D6BD090}"/>
              </a:ext>
            </a:extLst>
          </p:cNvPr>
          <p:cNvSpPr txBox="1"/>
          <p:nvPr/>
        </p:nvSpPr>
        <p:spPr>
          <a:xfrm>
            <a:off x="1508326" y="209574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10.7%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09" name="TextBox 694">
            <a:extLst>
              <a:ext uri="{FF2B5EF4-FFF2-40B4-BE49-F238E27FC236}">
                <a16:creationId xmlns:a16="http://schemas.microsoft.com/office/drawing/2014/main" id="{D1791756-065A-D9BA-0CF0-9CF2D165B0A7}"/>
              </a:ext>
            </a:extLst>
          </p:cNvPr>
          <p:cNvSpPr txBox="1"/>
          <p:nvPr/>
        </p:nvSpPr>
        <p:spPr>
          <a:xfrm>
            <a:off x="1560354" y="2540395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35.4%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10" name="TextBox 694">
            <a:extLst>
              <a:ext uri="{FF2B5EF4-FFF2-40B4-BE49-F238E27FC236}">
                <a16:creationId xmlns:a16="http://schemas.microsoft.com/office/drawing/2014/main" id="{402C2F4D-4D83-D434-CD4F-4220936A72EF}"/>
              </a:ext>
            </a:extLst>
          </p:cNvPr>
          <p:cNvSpPr txBox="1"/>
          <p:nvPr/>
        </p:nvSpPr>
        <p:spPr>
          <a:xfrm>
            <a:off x="2243748" y="2305502"/>
            <a:ext cx="5368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45.7%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11" name="TextBox 694">
            <a:extLst>
              <a:ext uri="{FF2B5EF4-FFF2-40B4-BE49-F238E27FC236}">
                <a16:creationId xmlns:a16="http://schemas.microsoft.com/office/drawing/2014/main" id="{0246E055-1109-7BB2-D585-1EFD35FBD5DD}"/>
              </a:ext>
            </a:extLst>
          </p:cNvPr>
          <p:cNvSpPr txBox="1"/>
          <p:nvPr/>
        </p:nvSpPr>
        <p:spPr>
          <a:xfrm>
            <a:off x="2266490" y="2463573"/>
            <a:ext cx="19894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u="sng" dirty="0">
                <a:solidFill>
                  <a:srgbClr val="333333"/>
                </a:solidFill>
                <a:latin typeface="+mj-lt"/>
              </a:rPr>
              <a:t>Total</a:t>
            </a:r>
            <a:r>
              <a:rPr lang="en-US" sz="800" dirty="0">
                <a:solidFill>
                  <a:srgbClr val="333333"/>
                </a:solidFill>
                <a:latin typeface="+mj-lt"/>
              </a:rPr>
              <a:t> = 108903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pic>
        <p:nvPicPr>
          <p:cNvPr id="1715" name="Picture 171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3C619923-F908-EA6C-82E9-9A43CF121B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1" t="28501" r="7195" b="4925"/>
          <a:stretch/>
        </p:blipFill>
        <p:spPr>
          <a:xfrm>
            <a:off x="262515" y="4996749"/>
            <a:ext cx="2470658" cy="1361302"/>
          </a:xfrm>
          <a:prstGeom prst="rect">
            <a:avLst/>
          </a:prstGeom>
        </p:spPr>
      </p:pic>
      <p:sp>
        <p:nvSpPr>
          <p:cNvPr id="1716" name="TextBox 787">
            <a:extLst>
              <a:ext uri="{FF2B5EF4-FFF2-40B4-BE49-F238E27FC236}">
                <a16:creationId xmlns:a16="http://schemas.microsoft.com/office/drawing/2014/main" id="{3745A347-0A18-3AD7-F6F9-BA0D2AF504CB}"/>
              </a:ext>
            </a:extLst>
          </p:cNvPr>
          <p:cNvSpPr txBox="1"/>
          <p:nvPr/>
        </p:nvSpPr>
        <p:spPr>
          <a:xfrm>
            <a:off x="-78814" y="4670361"/>
            <a:ext cx="42983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333333"/>
                </a:solidFill>
              </a:rPr>
              <a:t>d) Spatial distribution of point and gridded flash flood impact reports, accumulated over the 24-hourly period ending on 2021-09-02 at 00 UTC (Storm Ida)</a:t>
            </a:r>
          </a:p>
        </p:txBody>
      </p:sp>
      <p:sp>
        <p:nvSpPr>
          <p:cNvPr id="1649" name="Oval 3">
            <a:extLst>
              <a:ext uri="{FF2B5EF4-FFF2-40B4-BE49-F238E27FC236}">
                <a16:creationId xmlns:a16="http://schemas.microsoft.com/office/drawing/2014/main" id="{06EB1845-5312-B21D-DF3E-3F9DDA1A6666}"/>
              </a:ext>
            </a:extLst>
          </p:cNvPr>
          <p:cNvSpPr/>
          <p:nvPr/>
        </p:nvSpPr>
        <p:spPr>
          <a:xfrm>
            <a:off x="1905054" y="5376446"/>
            <a:ext cx="383284" cy="371219"/>
          </a:xfrm>
          <a:prstGeom prst="ellipse">
            <a:avLst/>
          </a:prstGeom>
          <a:noFill/>
          <a:ln w="31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800">
              <a:solidFill>
                <a:srgbClr val="333333"/>
              </a:solidFill>
              <a:latin typeface="+mj-lt"/>
            </a:endParaRPr>
          </a:p>
        </p:txBody>
      </p:sp>
      <p:cxnSp>
        <p:nvCxnSpPr>
          <p:cNvPr id="1650" name="Straight Connector 5">
            <a:extLst>
              <a:ext uri="{FF2B5EF4-FFF2-40B4-BE49-F238E27FC236}">
                <a16:creationId xmlns:a16="http://schemas.microsoft.com/office/drawing/2014/main" id="{5315B735-D63F-0AD3-9A4A-7ED4E80723FC}"/>
              </a:ext>
            </a:extLst>
          </p:cNvPr>
          <p:cNvCxnSpPr>
            <a:cxnSpLocks/>
            <a:stCxn id="1649" idx="3"/>
          </p:cNvCxnSpPr>
          <p:nvPr/>
        </p:nvCxnSpPr>
        <p:spPr>
          <a:xfrm>
            <a:off x="1961185" y="5693301"/>
            <a:ext cx="854974" cy="623466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1" name="Straight Connector 6">
            <a:extLst>
              <a:ext uri="{FF2B5EF4-FFF2-40B4-BE49-F238E27FC236}">
                <a16:creationId xmlns:a16="http://schemas.microsoft.com/office/drawing/2014/main" id="{C1CBE671-EA88-1BDA-7B1A-3B8909E331F4}"/>
              </a:ext>
            </a:extLst>
          </p:cNvPr>
          <p:cNvCxnSpPr>
            <a:cxnSpLocks/>
            <a:stCxn id="1649" idx="0"/>
          </p:cNvCxnSpPr>
          <p:nvPr/>
        </p:nvCxnSpPr>
        <p:spPr>
          <a:xfrm flipV="1">
            <a:off x="2096696" y="5132692"/>
            <a:ext cx="719463" cy="243754"/>
          </a:xfrm>
          <a:prstGeom prst="line">
            <a:avLst/>
          </a:prstGeom>
          <a:ln w="3175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33" name="Picture 1732">
            <a:extLst>
              <a:ext uri="{FF2B5EF4-FFF2-40B4-BE49-F238E27FC236}">
                <a16:creationId xmlns:a16="http://schemas.microsoft.com/office/drawing/2014/main" id="{29A3D9C8-777B-AEE1-744A-FA7D80965C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16159" y="5127689"/>
            <a:ext cx="1306449" cy="1207610"/>
          </a:xfrm>
          <a:prstGeom prst="rect">
            <a:avLst/>
          </a:prstGeom>
        </p:spPr>
      </p:pic>
      <p:cxnSp>
        <p:nvCxnSpPr>
          <p:cNvPr id="1756" name="Straight Arrow Connector 772">
            <a:extLst>
              <a:ext uri="{FF2B5EF4-FFF2-40B4-BE49-F238E27FC236}">
                <a16:creationId xmlns:a16="http://schemas.microsoft.com/office/drawing/2014/main" id="{8996DD07-FE09-9CBE-DA13-DE22B6DEC87C}"/>
              </a:ext>
            </a:extLst>
          </p:cNvPr>
          <p:cNvCxnSpPr>
            <a:cxnSpLocks/>
          </p:cNvCxnSpPr>
          <p:nvPr/>
        </p:nvCxnSpPr>
        <p:spPr>
          <a:xfrm>
            <a:off x="3978061" y="2050398"/>
            <a:ext cx="0" cy="653898"/>
          </a:xfrm>
          <a:prstGeom prst="straightConnector1">
            <a:avLst/>
          </a:prstGeom>
          <a:ln w="3175">
            <a:solidFill>
              <a:srgbClr val="0000FF"/>
            </a:solidFill>
            <a:headEnd w="sm" len="sm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8" name="TextBox 773">
            <a:extLst>
              <a:ext uri="{FF2B5EF4-FFF2-40B4-BE49-F238E27FC236}">
                <a16:creationId xmlns:a16="http://schemas.microsoft.com/office/drawing/2014/main" id="{CED7D702-00FB-72A9-77C5-71A3498092A1}"/>
              </a:ext>
            </a:extLst>
          </p:cNvPr>
          <p:cNvSpPr txBox="1"/>
          <p:nvPr/>
        </p:nvSpPr>
        <p:spPr>
          <a:xfrm>
            <a:off x="3623745" y="2562416"/>
            <a:ext cx="41491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rgbClr val="0000FF"/>
                </a:solidFill>
                <a:latin typeface="+mj-lt"/>
              </a:rPr>
              <a:t>2021</a:t>
            </a:r>
            <a:endParaRPr lang="en-GB" sz="800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1760" name="TextBox 723">
            <a:extLst>
              <a:ext uri="{FF2B5EF4-FFF2-40B4-BE49-F238E27FC236}">
                <a16:creationId xmlns:a16="http://schemas.microsoft.com/office/drawing/2014/main" id="{48A1DCBB-D7B2-9622-BD00-475918DC70C6}"/>
              </a:ext>
            </a:extLst>
          </p:cNvPr>
          <p:cNvSpPr txBox="1"/>
          <p:nvPr/>
        </p:nvSpPr>
        <p:spPr>
          <a:xfrm>
            <a:off x="418595" y="874639"/>
            <a:ext cx="3242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0.1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61" name="TextBox 723">
            <a:extLst>
              <a:ext uri="{FF2B5EF4-FFF2-40B4-BE49-F238E27FC236}">
                <a16:creationId xmlns:a16="http://schemas.microsoft.com/office/drawing/2014/main" id="{F5D252E4-C938-C6C9-EF7E-E84DE390095B}"/>
              </a:ext>
            </a:extLst>
          </p:cNvPr>
          <p:cNvSpPr txBox="1"/>
          <p:nvPr/>
        </p:nvSpPr>
        <p:spPr>
          <a:xfrm>
            <a:off x="609449" y="879306"/>
            <a:ext cx="3242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1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62" name="TextBox 723">
            <a:extLst>
              <a:ext uri="{FF2B5EF4-FFF2-40B4-BE49-F238E27FC236}">
                <a16:creationId xmlns:a16="http://schemas.microsoft.com/office/drawing/2014/main" id="{13F3E125-B955-BE4E-C0EB-92C8905ABD23}"/>
              </a:ext>
            </a:extLst>
          </p:cNvPr>
          <p:cNvSpPr txBox="1"/>
          <p:nvPr/>
        </p:nvSpPr>
        <p:spPr>
          <a:xfrm>
            <a:off x="800302" y="872366"/>
            <a:ext cx="3242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10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63" name="TextBox 723">
            <a:extLst>
              <a:ext uri="{FF2B5EF4-FFF2-40B4-BE49-F238E27FC236}">
                <a16:creationId xmlns:a16="http://schemas.microsoft.com/office/drawing/2014/main" id="{1A71D751-FB7B-5058-52B4-9D827CB0A229}"/>
              </a:ext>
            </a:extLst>
          </p:cNvPr>
          <p:cNvSpPr txBox="1"/>
          <p:nvPr/>
        </p:nvSpPr>
        <p:spPr>
          <a:xfrm>
            <a:off x="227741" y="876566"/>
            <a:ext cx="3242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64" name="TextBox 723">
            <a:extLst>
              <a:ext uri="{FF2B5EF4-FFF2-40B4-BE49-F238E27FC236}">
                <a16:creationId xmlns:a16="http://schemas.microsoft.com/office/drawing/2014/main" id="{3798E8BD-49EE-51AC-5837-63FFAA105BAB}"/>
              </a:ext>
            </a:extLst>
          </p:cNvPr>
          <p:cNvSpPr txBox="1"/>
          <p:nvPr/>
        </p:nvSpPr>
        <p:spPr>
          <a:xfrm>
            <a:off x="508364" y="766917"/>
            <a:ext cx="3242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[%]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65" name="TextBox 723">
            <a:extLst>
              <a:ext uri="{FF2B5EF4-FFF2-40B4-BE49-F238E27FC236}">
                <a16:creationId xmlns:a16="http://schemas.microsoft.com/office/drawing/2014/main" id="{EF8A1492-7284-1A63-8785-CB1D593F2809}"/>
              </a:ext>
            </a:extLst>
          </p:cNvPr>
          <p:cNvSpPr txBox="1"/>
          <p:nvPr/>
        </p:nvSpPr>
        <p:spPr>
          <a:xfrm>
            <a:off x="71391" y="969411"/>
            <a:ext cx="380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NW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66" name="TextBox 723">
            <a:extLst>
              <a:ext uri="{FF2B5EF4-FFF2-40B4-BE49-F238E27FC236}">
                <a16:creationId xmlns:a16="http://schemas.microsoft.com/office/drawing/2014/main" id="{AF26BF51-6A2F-3D2E-F3D2-E9E8ED620787}"/>
              </a:ext>
            </a:extLst>
          </p:cNvPr>
          <p:cNvSpPr txBox="1"/>
          <p:nvPr/>
        </p:nvSpPr>
        <p:spPr>
          <a:xfrm>
            <a:off x="71391" y="1125604"/>
            <a:ext cx="380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SW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67" name="TextBox 723">
            <a:extLst>
              <a:ext uri="{FF2B5EF4-FFF2-40B4-BE49-F238E27FC236}">
                <a16:creationId xmlns:a16="http://schemas.microsoft.com/office/drawing/2014/main" id="{7C0DED06-D131-BE5B-8185-19BEF39EA2A4}"/>
              </a:ext>
            </a:extLst>
          </p:cNvPr>
          <p:cNvSpPr txBox="1"/>
          <p:nvPr/>
        </p:nvSpPr>
        <p:spPr>
          <a:xfrm>
            <a:off x="1368999" y="869474"/>
            <a:ext cx="3242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0.1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68" name="TextBox 723">
            <a:extLst>
              <a:ext uri="{FF2B5EF4-FFF2-40B4-BE49-F238E27FC236}">
                <a16:creationId xmlns:a16="http://schemas.microsoft.com/office/drawing/2014/main" id="{346D0997-7105-37C5-8FB3-EED8AEC7E0F1}"/>
              </a:ext>
            </a:extLst>
          </p:cNvPr>
          <p:cNvSpPr txBox="1"/>
          <p:nvPr/>
        </p:nvSpPr>
        <p:spPr>
          <a:xfrm>
            <a:off x="1559853" y="874141"/>
            <a:ext cx="3242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1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69" name="TextBox 723">
            <a:extLst>
              <a:ext uri="{FF2B5EF4-FFF2-40B4-BE49-F238E27FC236}">
                <a16:creationId xmlns:a16="http://schemas.microsoft.com/office/drawing/2014/main" id="{DC8B71E4-03D3-B192-F7D5-14927C04FCED}"/>
              </a:ext>
            </a:extLst>
          </p:cNvPr>
          <p:cNvSpPr txBox="1"/>
          <p:nvPr/>
        </p:nvSpPr>
        <p:spPr>
          <a:xfrm>
            <a:off x="1750706" y="867201"/>
            <a:ext cx="3242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10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70" name="TextBox 723">
            <a:extLst>
              <a:ext uri="{FF2B5EF4-FFF2-40B4-BE49-F238E27FC236}">
                <a16:creationId xmlns:a16="http://schemas.microsoft.com/office/drawing/2014/main" id="{3544D339-AA62-36D2-D9CF-0F6311471FDD}"/>
              </a:ext>
            </a:extLst>
          </p:cNvPr>
          <p:cNvSpPr txBox="1"/>
          <p:nvPr/>
        </p:nvSpPr>
        <p:spPr>
          <a:xfrm>
            <a:off x="1178145" y="871401"/>
            <a:ext cx="3242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0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71" name="TextBox 723">
            <a:extLst>
              <a:ext uri="{FF2B5EF4-FFF2-40B4-BE49-F238E27FC236}">
                <a16:creationId xmlns:a16="http://schemas.microsoft.com/office/drawing/2014/main" id="{7284F9CE-C663-D7C4-A983-3C98080C673B}"/>
              </a:ext>
            </a:extLst>
          </p:cNvPr>
          <p:cNvSpPr txBox="1"/>
          <p:nvPr/>
        </p:nvSpPr>
        <p:spPr>
          <a:xfrm>
            <a:off x="1467679" y="761752"/>
            <a:ext cx="3242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[%]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72" name="TextBox 723">
            <a:extLst>
              <a:ext uri="{FF2B5EF4-FFF2-40B4-BE49-F238E27FC236}">
                <a16:creationId xmlns:a16="http://schemas.microsoft.com/office/drawing/2014/main" id="{DF6C76F8-08B6-EC1F-6204-A009EE42253B}"/>
              </a:ext>
            </a:extLst>
          </p:cNvPr>
          <p:cNvSpPr txBox="1"/>
          <p:nvPr/>
        </p:nvSpPr>
        <p:spPr>
          <a:xfrm>
            <a:off x="1055664" y="964246"/>
            <a:ext cx="380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NE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  <p:sp>
        <p:nvSpPr>
          <p:cNvPr id="1773" name="TextBox 723">
            <a:extLst>
              <a:ext uri="{FF2B5EF4-FFF2-40B4-BE49-F238E27FC236}">
                <a16:creationId xmlns:a16="http://schemas.microsoft.com/office/drawing/2014/main" id="{E3C56BAF-9F9B-2C32-72B2-4EA38C6233EE}"/>
              </a:ext>
            </a:extLst>
          </p:cNvPr>
          <p:cNvSpPr txBox="1"/>
          <p:nvPr/>
        </p:nvSpPr>
        <p:spPr>
          <a:xfrm>
            <a:off x="1055664" y="1120439"/>
            <a:ext cx="38054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333333"/>
                </a:solidFill>
                <a:latin typeface="+mj-lt"/>
              </a:rPr>
              <a:t>SE</a:t>
            </a:r>
            <a:endParaRPr lang="en-GB" sz="800" dirty="0">
              <a:solidFill>
                <a:srgbClr val="333333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3451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240</Words>
  <Application>Microsoft Office PowerPoint</Application>
  <PresentationFormat>Custom</PresentationFormat>
  <Paragraphs>89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Fatima Maria Pillosu</dc:creator>
  <cp:lastModifiedBy>Fatima Pillosu</cp:lastModifiedBy>
  <cp:revision>2</cp:revision>
  <dcterms:created xsi:type="dcterms:W3CDTF">2024-04-10T16:04:01Z</dcterms:created>
  <dcterms:modified xsi:type="dcterms:W3CDTF">2025-07-14T11:45:37Z</dcterms:modified>
</cp:coreProperties>
</file>