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4140200" cy="4913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9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303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custSel modSld">
      <pc:chgData name="Fatima Pillosu" userId="a6295d4dc9e22643" providerId="LiveId" clId="{87453732-75AC-4426-B5D3-B7C69C2D4F54}" dt="2026-01-15T11:52:46.942" v="52" actId="1076"/>
      <pc:docMkLst>
        <pc:docMk/>
      </pc:docMkLst>
      <pc:sldChg chg="modSp mod">
        <pc:chgData name="Fatima Pillosu" userId="a6295d4dc9e22643" providerId="LiveId" clId="{87453732-75AC-4426-B5D3-B7C69C2D4F54}" dt="2026-01-15T11:52:46.942" v="52" actId="1076"/>
        <pc:sldMkLst>
          <pc:docMk/>
          <pc:sldMk cId="1403429394" sldId="257"/>
        </pc:sldMkLst>
        <pc:spChg chg="mod">
          <ac:chgData name="Fatima Pillosu" userId="a6295d4dc9e22643" providerId="LiveId" clId="{87453732-75AC-4426-B5D3-B7C69C2D4F54}" dt="2026-01-15T11:52:41.350" v="51" actId="20577"/>
          <ac:spMkLst>
            <pc:docMk/>
            <pc:sldMk cId="1403429394" sldId="257"/>
            <ac:spMk id="169" creationId="{12F38479-AB54-6B30-2D3C-FF8C0302CC0C}"/>
          </ac:spMkLst>
        </pc:spChg>
        <pc:spChg chg="mod">
          <ac:chgData name="Fatima Pillosu" userId="a6295d4dc9e22643" providerId="LiveId" clId="{87453732-75AC-4426-B5D3-B7C69C2D4F54}" dt="2026-01-15T11:52:46.942" v="52" actId="1076"/>
          <ac:spMkLst>
            <pc:docMk/>
            <pc:sldMk cId="1403429394" sldId="257"/>
            <ac:spMk id="170" creationId="{F814593F-D80C-3FAD-DC51-3489C5EF4A9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804100"/>
            <a:ext cx="3519170" cy="1710561"/>
          </a:xfrm>
        </p:spPr>
        <p:txBody>
          <a:bodyPr anchor="b"/>
          <a:lstStyle>
            <a:lvl1pPr algn="ctr"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2580627"/>
            <a:ext cx="3105150" cy="1186246"/>
          </a:xfrm>
        </p:spPr>
        <p:txBody>
          <a:bodyPr/>
          <a:lstStyle>
            <a:lvl1pPr marL="0" indent="0" algn="ctr">
              <a:buNone/>
              <a:defRPr sz="1087"/>
            </a:lvl1pPr>
            <a:lvl2pPr marL="207020" indent="0" algn="ctr">
              <a:buNone/>
              <a:defRPr sz="906"/>
            </a:lvl2pPr>
            <a:lvl3pPr marL="414040" indent="0" algn="ctr">
              <a:buNone/>
              <a:defRPr sz="815"/>
            </a:lvl3pPr>
            <a:lvl4pPr marL="621060" indent="0" algn="ctr">
              <a:buNone/>
              <a:defRPr sz="724"/>
            </a:lvl4pPr>
            <a:lvl5pPr marL="828081" indent="0" algn="ctr">
              <a:buNone/>
              <a:defRPr sz="724"/>
            </a:lvl5pPr>
            <a:lvl6pPr marL="1035101" indent="0" algn="ctr">
              <a:buNone/>
              <a:defRPr sz="724"/>
            </a:lvl6pPr>
            <a:lvl7pPr marL="1242121" indent="0" algn="ctr">
              <a:buNone/>
              <a:defRPr sz="724"/>
            </a:lvl7pPr>
            <a:lvl8pPr marL="1449141" indent="0" algn="ctr">
              <a:buNone/>
              <a:defRPr sz="724"/>
            </a:lvl8pPr>
            <a:lvl9pPr marL="1656161" indent="0" algn="ctr">
              <a:buNone/>
              <a:defRPr sz="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592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539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1224918"/>
            <a:ext cx="3570923" cy="2043801"/>
          </a:xfrm>
        </p:spPr>
        <p:txBody>
          <a:bodyPr anchor="b"/>
          <a:lstStyle>
            <a:lvl1pPr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3288054"/>
            <a:ext cx="3570923" cy="1074787"/>
          </a:xfrm>
        </p:spPr>
        <p:txBody>
          <a:bodyPr/>
          <a:lstStyle>
            <a:lvl1pPr marL="0" indent="0">
              <a:buNone/>
              <a:defRPr sz="1087">
                <a:solidFill>
                  <a:schemeClr val="tx1">
                    <a:tint val="82000"/>
                  </a:schemeClr>
                </a:solidFill>
              </a:defRPr>
            </a:lvl1pPr>
            <a:lvl2pPr marL="207020" indent="0">
              <a:buNone/>
              <a:defRPr sz="906">
                <a:solidFill>
                  <a:schemeClr val="tx1">
                    <a:tint val="82000"/>
                  </a:schemeClr>
                </a:solidFill>
              </a:defRPr>
            </a:lvl2pPr>
            <a:lvl3pPr marL="414040" indent="0">
              <a:buNone/>
              <a:defRPr sz="815">
                <a:solidFill>
                  <a:schemeClr val="tx1">
                    <a:tint val="82000"/>
                  </a:schemeClr>
                </a:solidFill>
              </a:defRPr>
            </a:lvl3pPr>
            <a:lvl4pPr marL="621060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4pPr>
            <a:lvl5pPr marL="82808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5pPr>
            <a:lvl6pPr marL="103510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6pPr>
            <a:lvl7pPr marL="124212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7pPr>
            <a:lvl8pPr marL="144914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8pPr>
            <a:lvl9pPr marL="165616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395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1307942"/>
            <a:ext cx="1759585" cy="311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1307942"/>
            <a:ext cx="1759585" cy="3117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7807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61590"/>
            <a:ext cx="3570923" cy="9496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1204444"/>
            <a:ext cx="1751498" cy="590280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1794724"/>
            <a:ext cx="1751498" cy="26397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1204444"/>
            <a:ext cx="1760124" cy="590280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1794724"/>
            <a:ext cx="1760124" cy="26397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0665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9925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769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27554"/>
            <a:ext cx="1335322" cy="1146440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707427"/>
            <a:ext cx="2095976" cy="3491637"/>
          </a:xfrm>
        </p:spPr>
        <p:txBody>
          <a:bodyPr/>
          <a:lstStyle>
            <a:lvl1pPr>
              <a:defRPr sz="1449"/>
            </a:lvl1pPr>
            <a:lvl2pPr>
              <a:defRPr sz="1268"/>
            </a:lvl2pPr>
            <a:lvl3pPr>
              <a:defRPr sz="1087"/>
            </a:lvl3pPr>
            <a:lvl4pPr>
              <a:defRPr sz="906"/>
            </a:lvl4pPr>
            <a:lvl5pPr>
              <a:defRPr sz="906"/>
            </a:lvl5pPr>
            <a:lvl6pPr>
              <a:defRPr sz="906"/>
            </a:lvl6pPr>
            <a:lvl7pPr>
              <a:defRPr sz="906"/>
            </a:lvl7pPr>
            <a:lvl8pPr>
              <a:defRPr sz="906"/>
            </a:lvl8pPr>
            <a:lvl9pPr>
              <a:defRPr sz="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473994"/>
            <a:ext cx="1335322" cy="2730756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2375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27554"/>
            <a:ext cx="1335322" cy="1146440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707427"/>
            <a:ext cx="2095976" cy="3491637"/>
          </a:xfrm>
        </p:spPr>
        <p:txBody>
          <a:bodyPr anchor="t"/>
          <a:lstStyle>
            <a:lvl1pPr marL="0" indent="0">
              <a:buNone/>
              <a:defRPr sz="1449"/>
            </a:lvl1pPr>
            <a:lvl2pPr marL="207020" indent="0">
              <a:buNone/>
              <a:defRPr sz="1268"/>
            </a:lvl2pPr>
            <a:lvl3pPr marL="414040" indent="0">
              <a:buNone/>
              <a:defRPr sz="1087"/>
            </a:lvl3pPr>
            <a:lvl4pPr marL="621060" indent="0">
              <a:buNone/>
              <a:defRPr sz="906"/>
            </a:lvl4pPr>
            <a:lvl5pPr marL="828081" indent="0">
              <a:buNone/>
              <a:defRPr sz="906"/>
            </a:lvl5pPr>
            <a:lvl6pPr marL="1035101" indent="0">
              <a:buNone/>
              <a:defRPr sz="906"/>
            </a:lvl6pPr>
            <a:lvl7pPr marL="1242121" indent="0">
              <a:buNone/>
              <a:defRPr sz="906"/>
            </a:lvl7pPr>
            <a:lvl8pPr marL="1449141" indent="0">
              <a:buNone/>
              <a:defRPr sz="906"/>
            </a:lvl8pPr>
            <a:lvl9pPr marL="1656161" indent="0">
              <a:buNone/>
              <a:defRPr sz="9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473994"/>
            <a:ext cx="1335322" cy="2730756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0250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731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261588"/>
            <a:ext cx="892731" cy="41638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261588"/>
            <a:ext cx="2626439" cy="41638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6233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261590"/>
            <a:ext cx="3570923" cy="949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1307942"/>
            <a:ext cx="3570923" cy="3117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4553915"/>
            <a:ext cx="931545" cy="261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4553915"/>
            <a:ext cx="1397318" cy="261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4553915"/>
            <a:ext cx="931545" cy="261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3384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414040" rtl="0" eaLnBrk="1" latinLnBrk="0" hangingPunct="1">
        <a:lnSpc>
          <a:spcPct val="90000"/>
        </a:lnSpc>
        <a:spcBef>
          <a:spcPct val="0"/>
        </a:spcBef>
        <a:buNone/>
        <a:defRPr sz="1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510" indent="-103510" algn="l" defTabSz="414040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268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1087" kern="1200">
          <a:solidFill>
            <a:schemeClr val="tx1"/>
          </a:solidFill>
          <a:latin typeface="+mn-lt"/>
          <a:ea typeface="+mn-ea"/>
          <a:cs typeface="+mn-cs"/>
        </a:defRPr>
      </a:lvl2pPr>
      <a:lvl3pPr marL="51755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906" kern="1200">
          <a:solidFill>
            <a:schemeClr val="tx1"/>
          </a:solidFill>
          <a:latin typeface="+mn-lt"/>
          <a:ea typeface="+mn-ea"/>
          <a:cs typeface="+mn-cs"/>
        </a:defRPr>
      </a:lvl3pPr>
      <a:lvl4pPr marL="7245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93159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13861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34563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55265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7596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20702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2pPr>
      <a:lvl3pPr marL="41404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3pPr>
      <a:lvl4pPr marL="62106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82808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03510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24212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44914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65616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58" descr="A map of the united states&#10;&#10;AI-generated content may be incorrect.">
            <a:extLst>
              <a:ext uri="{FF2B5EF4-FFF2-40B4-BE49-F238E27FC236}">
                <a16:creationId xmlns:a16="http://schemas.microsoft.com/office/drawing/2014/main" id="{5A07DFD8-3E71-3163-27C2-16BEB825E5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598" t="22791" r="11568" b="74084"/>
          <a:stretch/>
        </p:blipFill>
        <p:spPr>
          <a:xfrm>
            <a:off x="78678" y="719093"/>
            <a:ext cx="3937373" cy="113213"/>
          </a:xfrm>
          <a:prstGeom prst="rect">
            <a:avLst/>
          </a:prstGeom>
        </p:spPr>
      </p:pic>
      <p:pic>
        <p:nvPicPr>
          <p:cNvPr id="60" name="Picture 59" descr="A map of the united states&#10;&#10;AI-generated content may be incorrect.">
            <a:extLst>
              <a:ext uri="{FF2B5EF4-FFF2-40B4-BE49-F238E27FC236}">
                <a16:creationId xmlns:a16="http://schemas.microsoft.com/office/drawing/2014/main" id="{6A2A8283-3849-D659-06C6-D6DE70F64B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385" t="28079" r="7385" b="5249"/>
          <a:stretch/>
        </p:blipFill>
        <p:spPr>
          <a:xfrm>
            <a:off x="264775" y="1081448"/>
            <a:ext cx="1918800" cy="1061186"/>
          </a:xfrm>
          <a:prstGeom prst="rect">
            <a:avLst/>
          </a:prstGeom>
        </p:spPr>
      </p:pic>
      <p:pic>
        <p:nvPicPr>
          <p:cNvPr id="61" name="Picture 60" descr="A map of the united states&#10;&#10;AI-generated content may be incorrect.">
            <a:extLst>
              <a:ext uri="{FF2B5EF4-FFF2-40B4-BE49-F238E27FC236}">
                <a16:creationId xmlns:a16="http://schemas.microsoft.com/office/drawing/2014/main" id="{A849A0A4-BAEA-683E-A6CC-B09F2F3D30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85" t="28079" r="7385" b="5249"/>
          <a:stretch/>
        </p:blipFill>
        <p:spPr>
          <a:xfrm>
            <a:off x="2212256" y="1081448"/>
            <a:ext cx="1918800" cy="1061186"/>
          </a:xfrm>
          <a:prstGeom prst="rect">
            <a:avLst/>
          </a:prstGeom>
        </p:spPr>
      </p:pic>
      <p:pic>
        <p:nvPicPr>
          <p:cNvPr id="62" name="Picture 61" descr="A map of the united states&#10;&#10;AI-generated content may be incorrect.">
            <a:extLst>
              <a:ext uri="{FF2B5EF4-FFF2-40B4-BE49-F238E27FC236}">
                <a16:creationId xmlns:a16="http://schemas.microsoft.com/office/drawing/2014/main" id="{88979825-A594-A92A-E303-4E1684B4F5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385" t="28079" r="7385" b="5249"/>
          <a:stretch/>
        </p:blipFill>
        <p:spPr>
          <a:xfrm>
            <a:off x="264775" y="2383715"/>
            <a:ext cx="1918800" cy="1061186"/>
          </a:xfrm>
          <a:prstGeom prst="rect">
            <a:avLst/>
          </a:prstGeom>
        </p:spPr>
      </p:pic>
      <p:pic>
        <p:nvPicPr>
          <p:cNvPr id="63" name="Picture 62" descr="A map of the united states&#10;&#10;AI-generated content may be incorrect.">
            <a:extLst>
              <a:ext uri="{FF2B5EF4-FFF2-40B4-BE49-F238E27FC236}">
                <a16:creationId xmlns:a16="http://schemas.microsoft.com/office/drawing/2014/main" id="{F5CB678F-2B18-E524-16FF-2733AA5FC3A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385" t="28079" r="7385" b="5249"/>
          <a:stretch/>
        </p:blipFill>
        <p:spPr>
          <a:xfrm>
            <a:off x="2212256" y="2383715"/>
            <a:ext cx="1918800" cy="1061187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29DE699-E00F-06FD-D469-3B660ECA971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385" t="28079" r="7385" b="5249"/>
          <a:stretch/>
        </p:blipFill>
        <p:spPr>
          <a:xfrm>
            <a:off x="264775" y="3690774"/>
            <a:ext cx="1918800" cy="1061187"/>
          </a:xfrm>
          <a:prstGeom prst="rect">
            <a:avLst/>
          </a:prstGeom>
        </p:spPr>
      </p:pic>
      <p:pic>
        <p:nvPicPr>
          <p:cNvPr id="65" name="Picture 64" descr="A map of the united states&#10;&#10;AI-generated content may be incorrect.">
            <a:extLst>
              <a:ext uri="{FF2B5EF4-FFF2-40B4-BE49-F238E27FC236}">
                <a16:creationId xmlns:a16="http://schemas.microsoft.com/office/drawing/2014/main" id="{F18EEFB6-1319-D84D-0B25-D0CF3452267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385" t="28079" r="7385" b="5249"/>
          <a:stretch/>
        </p:blipFill>
        <p:spPr>
          <a:xfrm>
            <a:off x="2212256" y="3690774"/>
            <a:ext cx="1918800" cy="1061187"/>
          </a:xfrm>
          <a:prstGeom prst="rect">
            <a:avLst/>
          </a:prstGeom>
        </p:spPr>
      </p:pic>
      <p:sp>
        <p:nvSpPr>
          <p:cNvPr id="66" name="TextBox 228">
            <a:extLst>
              <a:ext uri="{FF2B5EF4-FFF2-40B4-BE49-F238E27FC236}">
                <a16:creationId xmlns:a16="http://schemas.microsoft.com/office/drawing/2014/main" id="{082CB828-3055-C01D-1D9B-34D32699459C}"/>
              </a:ext>
            </a:extLst>
          </p:cNvPr>
          <p:cNvSpPr txBox="1"/>
          <p:nvPr/>
        </p:nvSpPr>
        <p:spPr>
          <a:xfrm rot="18900000">
            <a:off x="2374008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</a:p>
        </p:txBody>
      </p:sp>
      <p:sp>
        <p:nvSpPr>
          <p:cNvPr id="67" name="TextBox 229">
            <a:extLst>
              <a:ext uri="{FF2B5EF4-FFF2-40B4-BE49-F238E27FC236}">
                <a16:creationId xmlns:a16="http://schemas.microsoft.com/office/drawing/2014/main" id="{26462B98-3F43-7391-382E-5FA37001F70A}"/>
              </a:ext>
            </a:extLst>
          </p:cNvPr>
          <p:cNvSpPr txBox="1"/>
          <p:nvPr/>
        </p:nvSpPr>
        <p:spPr>
          <a:xfrm rot="18900000">
            <a:off x="2001182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20.5</a:t>
            </a:r>
          </a:p>
        </p:txBody>
      </p:sp>
      <p:sp>
        <p:nvSpPr>
          <p:cNvPr id="68" name="TextBox 230">
            <a:extLst>
              <a:ext uri="{FF2B5EF4-FFF2-40B4-BE49-F238E27FC236}">
                <a16:creationId xmlns:a16="http://schemas.microsoft.com/office/drawing/2014/main" id="{FB1D83BF-C5B8-0F42-ACF1-801724C77646}"/>
              </a:ext>
            </a:extLst>
          </p:cNvPr>
          <p:cNvSpPr txBox="1"/>
          <p:nvPr/>
        </p:nvSpPr>
        <p:spPr>
          <a:xfrm rot="18900000">
            <a:off x="1628356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13.5</a:t>
            </a:r>
          </a:p>
        </p:txBody>
      </p:sp>
      <p:sp>
        <p:nvSpPr>
          <p:cNvPr id="125" name="TextBox 231">
            <a:extLst>
              <a:ext uri="{FF2B5EF4-FFF2-40B4-BE49-F238E27FC236}">
                <a16:creationId xmlns:a16="http://schemas.microsoft.com/office/drawing/2014/main" id="{EFB51189-ED1C-9467-A21E-04098224201A}"/>
              </a:ext>
            </a:extLst>
          </p:cNvPr>
          <p:cNvSpPr txBox="1"/>
          <p:nvPr/>
        </p:nvSpPr>
        <p:spPr>
          <a:xfrm rot="18900000">
            <a:off x="696291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3.5 </a:t>
            </a:r>
          </a:p>
        </p:txBody>
      </p:sp>
      <p:sp>
        <p:nvSpPr>
          <p:cNvPr id="126" name="TextBox 232">
            <a:extLst>
              <a:ext uri="{FF2B5EF4-FFF2-40B4-BE49-F238E27FC236}">
                <a16:creationId xmlns:a16="http://schemas.microsoft.com/office/drawing/2014/main" id="{21C332B9-C99D-6C2F-F7A7-D75A6499E176}"/>
              </a:ext>
            </a:extLst>
          </p:cNvPr>
          <p:cNvSpPr txBox="1"/>
          <p:nvPr/>
        </p:nvSpPr>
        <p:spPr>
          <a:xfrm rot="18900000">
            <a:off x="323465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1.5</a:t>
            </a:r>
          </a:p>
        </p:txBody>
      </p:sp>
      <p:sp>
        <p:nvSpPr>
          <p:cNvPr id="127" name="TextBox 233">
            <a:extLst>
              <a:ext uri="{FF2B5EF4-FFF2-40B4-BE49-F238E27FC236}">
                <a16:creationId xmlns:a16="http://schemas.microsoft.com/office/drawing/2014/main" id="{88809429-C163-FEA9-654A-C938A20C2ED1}"/>
              </a:ext>
            </a:extLst>
          </p:cNvPr>
          <p:cNvSpPr txBox="1"/>
          <p:nvPr/>
        </p:nvSpPr>
        <p:spPr>
          <a:xfrm rot="18900000">
            <a:off x="-49361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</a:p>
        </p:txBody>
      </p:sp>
      <p:sp>
        <p:nvSpPr>
          <p:cNvPr id="128" name="TextBox 251">
            <a:extLst>
              <a:ext uri="{FF2B5EF4-FFF2-40B4-BE49-F238E27FC236}">
                <a16:creationId xmlns:a16="http://schemas.microsoft.com/office/drawing/2014/main" id="{64A6DF9F-4002-0BE8-0275-A7A7B18AE50E}"/>
              </a:ext>
            </a:extLst>
          </p:cNvPr>
          <p:cNvSpPr txBox="1"/>
          <p:nvPr/>
        </p:nvSpPr>
        <p:spPr>
          <a:xfrm>
            <a:off x="-197869" y="1068420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29" name="TextBox 252">
            <a:extLst>
              <a:ext uri="{FF2B5EF4-FFF2-40B4-BE49-F238E27FC236}">
                <a16:creationId xmlns:a16="http://schemas.microsoft.com/office/drawing/2014/main" id="{FBF4F939-D8E0-4CA6-4395-BE2703ED47D3}"/>
              </a:ext>
            </a:extLst>
          </p:cNvPr>
          <p:cNvSpPr txBox="1"/>
          <p:nvPr/>
        </p:nvSpPr>
        <p:spPr>
          <a:xfrm>
            <a:off x="-197869" y="1458733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30" name="TextBox 253">
            <a:extLst>
              <a:ext uri="{FF2B5EF4-FFF2-40B4-BE49-F238E27FC236}">
                <a16:creationId xmlns:a16="http://schemas.microsoft.com/office/drawing/2014/main" id="{9886A46A-5F0E-29C0-5553-F3C415C39030}"/>
              </a:ext>
            </a:extLst>
          </p:cNvPr>
          <p:cNvSpPr txBox="1"/>
          <p:nvPr/>
        </p:nvSpPr>
        <p:spPr>
          <a:xfrm>
            <a:off x="-197869" y="1786083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31" name="TextBox 254">
            <a:extLst>
              <a:ext uri="{FF2B5EF4-FFF2-40B4-BE49-F238E27FC236}">
                <a16:creationId xmlns:a16="http://schemas.microsoft.com/office/drawing/2014/main" id="{DD731501-A656-7957-75AF-86B51CC75396}"/>
              </a:ext>
            </a:extLst>
          </p:cNvPr>
          <p:cNvSpPr txBox="1"/>
          <p:nvPr/>
        </p:nvSpPr>
        <p:spPr>
          <a:xfrm>
            <a:off x="274455" y="47021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120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32" name="TextBox 255">
            <a:extLst>
              <a:ext uri="{FF2B5EF4-FFF2-40B4-BE49-F238E27FC236}">
                <a16:creationId xmlns:a16="http://schemas.microsoft.com/office/drawing/2014/main" id="{DE08B4AE-3720-60F1-D6B9-743C32AD6707}"/>
              </a:ext>
            </a:extLst>
          </p:cNvPr>
          <p:cNvSpPr txBox="1"/>
          <p:nvPr/>
        </p:nvSpPr>
        <p:spPr>
          <a:xfrm>
            <a:off x="820457" y="47021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33" name="TextBox 256">
            <a:extLst>
              <a:ext uri="{FF2B5EF4-FFF2-40B4-BE49-F238E27FC236}">
                <a16:creationId xmlns:a16="http://schemas.microsoft.com/office/drawing/2014/main" id="{9C4F17D1-D949-02CB-0B46-48106B0B393C}"/>
              </a:ext>
            </a:extLst>
          </p:cNvPr>
          <p:cNvSpPr txBox="1"/>
          <p:nvPr/>
        </p:nvSpPr>
        <p:spPr>
          <a:xfrm>
            <a:off x="1361116" y="47021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34" name="TextBox 260">
            <a:extLst>
              <a:ext uri="{FF2B5EF4-FFF2-40B4-BE49-F238E27FC236}">
                <a16:creationId xmlns:a16="http://schemas.microsoft.com/office/drawing/2014/main" id="{455A54B8-5CD9-B620-BC08-5F6DA9DF0ED8}"/>
              </a:ext>
            </a:extLst>
          </p:cNvPr>
          <p:cNvSpPr txBox="1"/>
          <p:nvPr/>
        </p:nvSpPr>
        <p:spPr>
          <a:xfrm rot="18900000">
            <a:off x="137052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</a:p>
        </p:txBody>
      </p:sp>
      <p:sp>
        <p:nvSpPr>
          <p:cNvPr id="135" name="TextBox 261">
            <a:extLst>
              <a:ext uri="{FF2B5EF4-FFF2-40B4-BE49-F238E27FC236}">
                <a16:creationId xmlns:a16="http://schemas.microsoft.com/office/drawing/2014/main" id="{55890E00-81A3-E28D-C052-5E4FA9603339}"/>
              </a:ext>
            </a:extLst>
          </p:cNvPr>
          <p:cNvSpPr txBox="1"/>
          <p:nvPr/>
        </p:nvSpPr>
        <p:spPr>
          <a:xfrm rot="18900000">
            <a:off x="509878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2.5</a:t>
            </a:r>
          </a:p>
        </p:txBody>
      </p:sp>
      <p:sp>
        <p:nvSpPr>
          <p:cNvPr id="136" name="TextBox 262">
            <a:extLst>
              <a:ext uri="{FF2B5EF4-FFF2-40B4-BE49-F238E27FC236}">
                <a16:creationId xmlns:a16="http://schemas.microsoft.com/office/drawing/2014/main" id="{D22BC35C-D8BA-9C47-5E36-D7A2E39E7940}"/>
              </a:ext>
            </a:extLst>
          </p:cNvPr>
          <p:cNvSpPr txBox="1"/>
          <p:nvPr/>
        </p:nvSpPr>
        <p:spPr>
          <a:xfrm rot="18900000">
            <a:off x="882704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4.5</a:t>
            </a:r>
          </a:p>
        </p:txBody>
      </p:sp>
      <p:sp>
        <p:nvSpPr>
          <p:cNvPr id="137" name="TextBox 263">
            <a:extLst>
              <a:ext uri="{FF2B5EF4-FFF2-40B4-BE49-F238E27FC236}">
                <a16:creationId xmlns:a16="http://schemas.microsoft.com/office/drawing/2014/main" id="{2847A4E1-5D8A-BA47-5F8F-485D455DD114}"/>
              </a:ext>
            </a:extLst>
          </p:cNvPr>
          <p:cNvSpPr txBox="1"/>
          <p:nvPr/>
        </p:nvSpPr>
        <p:spPr>
          <a:xfrm rot="18900000">
            <a:off x="1814769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16.5</a:t>
            </a:r>
          </a:p>
        </p:txBody>
      </p:sp>
      <p:sp>
        <p:nvSpPr>
          <p:cNvPr id="138" name="TextBox 264">
            <a:extLst>
              <a:ext uri="{FF2B5EF4-FFF2-40B4-BE49-F238E27FC236}">
                <a16:creationId xmlns:a16="http://schemas.microsoft.com/office/drawing/2014/main" id="{9A16AC1B-8EF3-92A4-CABD-D73AD244F75E}"/>
              </a:ext>
            </a:extLst>
          </p:cNvPr>
          <p:cNvSpPr txBox="1"/>
          <p:nvPr/>
        </p:nvSpPr>
        <p:spPr>
          <a:xfrm rot="18900000">
            <a:off x="2187595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25.5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5B66109-5EC0-175E-124D-C46996895CE7}"/>
              </a:ext>
            </a:extLst>
          </p:cNvPr>
          <p:cNvSpPr txBox="1"/>
          <p:nvPr/>
        </p:nvSpPr>
        <p:spPr>
          <a:xfrm>
            <a:off x="-83151" y="-46338"/>
            <a:ext cx="4854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Probability of rainfall exceeding the 1-year return period (ERA5-ecPoint) </a:t>
            </a:r>
          </a:p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Dynamic Fields (VT: from 2021-09-01 at 00 UTC to 2021-09-02 at 00 UTC)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76BC6E3-86E2-3737-AB80-3B95CB16E8E3}"/>
              </a:ext>
            </a:extLst>
          </p:cNvPr>
          <p:cNvSpPr txBox="1"/>
          <p:nvPr/>
        </p:nvSpPr>
        <p:spPr>
          <a:xfrm>
            <a:off x="2130646" y="879046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b) Forecasts: 2021-09-01 - 00 UTC (t+0,t+24)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2D385A0-4768-7304-9AF2-9662B3618F45}"/>
              </a:ext>
            </a:extLst>
          </p:cNvPr>
          <p:cNvSpPr txBox="1"/>
          <p:nvPr/>
        </p:nvSpPr>
        <p:spPr>
          <a:xfrm>
            <a:off x="-65597" y="879046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a) Reanalysis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57E75AC1-1794-5E7F-F1C7-E3D46F9F3C6B}"/>
              </a:ext>
            </a:extLst>
          </p:cNvPr>
          <p:cNvSpPr txBox="1"/>
          <p:nvPr/>
        </p:nvSpPr>
        <p:spPr>
          <a:xfrm>
            <a:off x="-65597" y="2180101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c) Forecasts: 2021-08-31 - 00 UTC (t+24,t+48)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51966A53-077B-E857-FB56-6D8CABD214E0}"/>
              </a:ext>
            </a:extLst>
          </p:cNvPr>
          <p:cNvSpPr txBox="1"/>
          <p:nvPr/>
        </p:nvSpPr>
        <p:spPr>
          <a:xfrm>
            <a:off x="-65597" y="3490301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e) Forecasts: 2021-08-29 - 00 UTC (t72,t+96)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5DD87AC-C1BC-2933-33E1-AC551ED331CE}"/>
              </a:ext>
            </a:extLst>
          </p:cNvPr>
          <p:cNvSpPr txBox="1"/>
          <p:nvPr/>
        </p:nvSpPr>
        <p:spPr>
          <a:xfrm>
            <a:off x="2130646" y="2177640"/>
            <a:ext cx="2124000" cy="216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d) Forecasts: 2021-08-30 - 00 UTC (t+48,t+72)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5493878-E8E3-4B21-EDED-882FA025EE50}"/>
              </a:ext>
            </a:extLst>
          </p:cNvPr>
          <p:cNvSpPr txBox="1"/>
          <p:nvPr/>
        </p:nvSpPr>
        <p:spPr>
          <a:xfrm>
            <a:off x="2130646" y="3485379"/>
            <a:ext cx="2124000" cy="216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f) Forecasts: 2021-08-28 - 00 UTC (t+96,t+120)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6" name="TextBox 262">
            <a:extLst>
              <a:ext uri="{FF2B5EF4-FFF2-40B4-BE49-F238E27FC236}">
                <a16:creationId xmlns:a16="http://schemas.microsoft.com/office/drawing/2014/main" id="{000021FB-3D9A-C671-5BD8-5FD3D4F57EAF}"/>
              </a:ext>
            </a:extLst>
          </p:cNvPr>
          <p:cNvSpPr txBox="1"/>
          <p:nvPr/>
        </p:nvSpPr>
        <p:spPr>
          <a:xfrm>
            <a:off x="1974297" y="322994"/>
            <a:ext cx="354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[%]</a:t>
            </a:r>
          </a:p>
        </p:txBody>
      </p:sp>
      <p:sp>
        <p:nvSpPr>
          <p:cNvPr id="147" name="TextBox 251">
            <a:extLst>
              <a:ext uri="{FF2B5EF4-FFF2-40B4-BE49-F238E27FC236}">
                <a16:creationId xmlns:a16="http://schemas.microsoft.com/office/drawing/2014/main" id="{1D9A1454-C5EC-EF96-9456-6EFA68D93F96}"/>
              </a:ext>
            </a:extLst>
          </p:cNvPr>
          <p:cNvSpPr txBox="1"/>
          <p:nvPr/>
        </p:nvSpPr>
        <p:spPr>
          <a:xfrm>
            <a:off x="-197869" y="2367687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48" name="TextBox 252">
            <a:extLst>
              <a:ext uri="{FF2B5EF4-FFF2-40B4-BE49-F238E27FC236}">
                <a16:creationId xmlns:a16="http://schemas.microsoft.com/office/drawing/2014/main" id="{CE3B5F6B-A16B-67FA-B1F3-40AF319AD7BD}"/>
              </a:ext>
            </a:extLst>
          </p:cNvPr>
          <p:cNvSpPr txBox="1"/>
          <p:nvPr/>
        </p:nvSpPr>
        <p:spPr>
          <a:xfrm>
            <a:off x="-197869" y="2760646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49" name="TextBox 253">
            <a:extLst>
              <a:ext uri="{FF2B5EF4-FFF2-40B4-BE49-F238E27FC236}">
                <a16:creationId xmlns:a16="http://schemas.microsoft.com/office/drawing/2014/main" id="{3FF0EAA4-2EF5-4F38-B6EC-35ED6BE230C8}"/>
              </a:ext>
            </a:extLst>
          </p:cNvPr>
          <p:cNvSpPr txBox="1"/>
          <p:nvPr/>
        </p:nvSpPr>
        <p:spPr>
          <a:xfrm>
            <a:off x="-197869" y="30932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50" name="TextBox 251">
            <a:extLst>
              <a:ext uri="{FF2B5EF4-FFF2-40B4-BE49-F238E27FC236}">
                <a16:creationId xmlns:a16="http://schemas.microsoft.com/office/drawing/2014/main" id="{9C0BF0B8-9ECF-FB3A-55AD-9010A6D0C88A}"/>
              </a:ext>
            </a:extLst>
          </p:cNvPr>
          <p:cNvSpPr txBox="1"/>
          <p:nvPr/>
        </p:nvSpPr>
        <p:spPr>
          <a:xfrm>
            <a:off x="-197869" y="3676840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51" name="TextBox 252">
            <a:extLst>
              <a:ext uri="{FF2B5EF4-FFF2-40B4-BE49-F238E27FC236}">
                <a16:creationId xmlns:a16="http://schemas.microsoft.com/office/drawing/2014/main" id="{B4F89EAC-F5BE-5AB3-6D3A-51942411D6AC}"/>
              </a:ext>
            </a:extLst>
          </p:cNvPr>
          <p:cNvSpPr txBox="1"/>
          <p:nvPr/>
        </p:nvSpPr>
        <p:spPr>
          <a:xfrm>
            <a:off x="-197869" y="4064503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52" name="TextBox 253">
            <a:extLst>
              <a:ext uri="{FF2B5EF4-FFF2-40B4-BE49-F238E27FC236}">
                <a16:creationId xmlns:a16="http://schemas.microsoft.com/office/drawing/2014/main" id="{4B314188-7F22-6C36-D5F3-C79B9823CCF9}"/>
              </a:ext>
            </a:extLst>
          </p:cNvPr>
          <p:cNvSpPr txBox="1"/>
          <p:nvPr/>
        </p:nvSpPr>
        <p:spPr>
          <a:xfrm>
            <a:off x="-197869" y="439980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153" name="TextBox 254">
            <a:extLst>
              <a:ext uri="{FF2B5EF4-FFF2-40B4-BE49-F238E27FC236}">
                <a16:creationId xmlns:a16="http://schemas.microsoft.com/office/drawing/2014/main" id="{445A7559-4D19-A6F6-DA0F-D756F483D299}"/>
              </a:ext>
            </a:extLst>
          </p:cNvPr>
          <p:cNvSpPr txBox="1"/>
          <p:nvPr/>
        </p:nvSpPr>
        <p:spPr>
          <a:xfrm>
            <a:off x="2230176" y="47021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120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54" name="TextBox 255">
            <a:extLst>
              <a:ext uri="{FF2B5EF4-FFF2-40B4-BE49-F238E27FC236}">
                <a16:creationId xmlns:a16="http://schemas.microsoft.com/office/drawing/2014/main" id="{A4EE99A9-33C7-3773-9DEA-E39F625A5212}"/>
              </a:ext>
            </a:extLst>
          </p:cNvPr>
          <p:cNvSpPr txBox="1"/>
          <p:nvPr/>
        </p:nvSpPr>
        <p:spPr>
          <a:xfrm>
            <a:off x="2776180" y="47021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55" name="TextBox 256">
            <a:extLst>
              <a:ext uri="{FF2B5EF4-FFF2-40B4-BE49-F238E27FC236}">
                <a16:creationId xmlns:a16="http://schemas.microsoft.com/office/drawing/2014/main" id="{D8B522E8-1814-1FE6-CF46-055B320030EF}"/>
              </a:ext>
            </a:extLst>
          </p:cNvPr>
          <p:cNvSpPr txBox="1"/>
          <p:nvPr/>
        </p:nvSpPr>
        <p:spPr>
          <a:xfrm>
            <a:off x="3324790" y="4702198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156" name="TextBox 262">
            <a:extLst>
              <a:ext uri="{FF2B5EF4-FFF2-40B4-BE49-F238E27FC236}">
                <a16:creationId xmlns:a16="http://schemas.microsoft.com/office/drawing/2014/main" id="{F0474377-B166-9FE7-F0CD-757289DF5B18}"/>
              </a:ext>
            </a:extLst>
          </p:cNvPr>
          <p:cNvSpPr txBox="1"/>
          <p:nvPr/>
        </p:nvSpPr>
        <p:spPr>
          <a:xfrm rot="18900000">
            <a:off x="1069117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6.5</a:t>
            </a:r>
          </a:p>
        </p:txBody>
      </p:sp>
      <p:sp>
        <p:nvSpPr>
          <p:cNvPr id="157" name="TextBox 262">
            <a:extLst>
              <a:ext uri="{FF2B5EF4-FFF2-40B4-BE49-F238E27FC236}">
                <a16:creationId xmlns:a16="http://schemas.microsoft.com/office/drawing/2014/main" id="{2EC17A87-5F98-30A0-B0E4-2CF025030731}"/>
              </a:ext>
            </a:extLst>
          </p:cNvPr>
          <p:cNvSpPr txBox="1"/>
          <p:nvPr/>
        </p:nvSpPr>
        <p:spPr>
          <a:xfrm rot="18900000">
            <a:off x="1255530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8.5</a:t>
            </a:r>
          </a:p>
        </p:txBody>
      </p:sp>
      <p:sp>
        <p:nvSpPr>
          <p:cNvPr id="158" name="TextBox 262">
            <a:extLst>
              <a:ext uri="{FF2B5EF4-FFF2-40B4-BE49-F238E27FC236}">
                <a16:creationId xmlns:a16="http://schemas.microsoft.com/office/drawing/2014/main" id="{B449B9DC-BC6D-3397-ECEA-E2B1A14A2A1D}"/>
              </a:ext>
            </a:extLst>
          </p:cNvPr>
          <p:cNvSpPr txBox="1"/>
          <p:nvPr/>
        </p:nvSpPr>
        <p:spPr>
          <a:xfrm rot="18900000">
            <a:off x="1441943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10.5</a:t>
            </a:r>
          </a:p>
        </p:txBody>
      </p:sp>
      <p:sp>
        <p:nvSpPr>
          <p:cNvPr id="159" name="TextBox 228">
            <a:extLst>
              <a:ext uri="{FF2B5EF4-FFF2-40B4-BE49-F238E27FC236}">
                <a16:creationId xmlns:a16="http://schemas.microsoft.com/office/drawing/2014/main" id="{F931034A-7D6F-8EA8-77FA-38D23B11D246}"/>
              </a:ext>
            </a:extLst>
          </p:cNvPr>
          <p:cNvSpPr txBox="1"/>
          <p:nvPr/>
        </p:nvSpPr>
        <p:spPr>
          <a:xfrm rot="18900000">
            <a:off x="2560421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5.5</a:t>
            </a:r>
          </a:p>
        </p:txBody>
      </p:sp>
      <p:sp>
        <p:nvSpPr>
          <p:cNvPr id="160" name="TextBox 228">
            <a:extLst>
              <a:ext uri="{FF2B5EF4-FFF2-40B4-BE49-F238E27FC236}">
                <a16:creationId xmlns:a16="http://schemas.microsoft.com/office/drawing/2014/main" id="{4E92A261-3F68-2130-689A-A1282F999C88}"/>
              </a:ext>
            </a:extLst>
          </p:cNvPr>
          <p:cNvSpPr txBox="1"/>
          <p:nvPr/>
        </p:nvSpPr>
        <p:spPr>
          <a:xfrm rot="18900000">
            <a:off x="2746834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161" name="TextBox 228">
            <a:extLst>
              <a:ext uri="{FF2B5EF4-FFF2-40B4-BE49-F238E27FC236}">
                <a16:creationId xmlns:a16="http://schemas.microsoft.com/office/drawing/2014/main" id="{13B4ED1F-BA20-584D-160D-E72FD57F6E94}"/>
              </a:ext>
            </a:extLst>
          </p:cNvPr>
          <p:cNvSpPr txBox="1"/>
          <p:nvPr/>
        </p:nvSpPr>
        <p:spPr>
          <a:xfrm rot="18900000">
            <a:off x="2933247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162" name="TextBox 228">
            <a:extLst>
              <a:ext uri="{FF2B5EF4-FFF2-40B4-BE49-F238E27FC236}">
                <a16:creationId xmlns:a16="http://schemas.microsoft.com/office/drawing/2014/main" id="{9E17B2EA-5075-2F32-48F1-B8F79DC14C38}"/>
              </a:ext>
            </a:extLst>
          </p:cNvPr>
          <p:cNvSpPr txBox="1"/>
          <p:nvPr/>
        </p:nvSpPr>
        <p:spPr>
          <a:xfrm rot="18900000">
            <a:off x="3119660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60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163" name="TextBox 228">
            <a:extLst>
              <a:ext uri="{FF2B5EF4-FFF2-40B4-BE49-F238E27FC236}">
                <a16:creationId xmlns:a16="http://schemas.microsoft.com/office/drawing/2014/main" id="{3C88EA91-CBB6-2923-84E8-958EAB03D695}"/>
              </a:ext>
            </a:extLst>
          </p:cNvPr>
          <p:cNvSpPr txBox="1"/>
          <p:nvPr/>
        </p:nvSpPr>
        <p:spPr>
          <a:xfrm rot="18900000">
            <a:off x="3306073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70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164" name="TextBox 228">
            <a:extLst>
              <a:ext uri="{FF2B5EF4-FFF2-40B4-BE49-F238E27FC236}">
                <a16:creationId xmlns:a16="http://schemas.microsoft.com/office/drawing/2014/main" id="{398D0DBF-C0BF-0EAB-70D2-6FAFBE8D8584}"/>
              </a:ext>
            </a:extLst>
          </p:cNvPr>
          <p:cNvSpPr txBox="1"/>
          <p:nvPr/>
        </p:nvSpPr>
        <p:spPr>
          <a:xfrm rot="18900000">
            <a:off x="3492486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165" name="TextBox 228">
            <a:extLst>
              <a:ext uri="{FF2B5EF4-FFF2-40B4-BE49-F238E27FC236}">
                <a16:creationId xmlns:a16="http://schemas.microsoft.com/office/drawing/2014/main" id="{BB947B23-D613-6274-5A1A-0612C9DDC7BA}"/>
              </a:ext>
            </a:extLst>
          </p:cNvPr>
          <p:cNvSpPr txBox="1"/>
          <p:nvPr/>
        </p:nvSpPr>
        <p:spPr>
          <a:xfrm rot="18900000">
            <a:off x="3678899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90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166" name="TextBox 228">
            <a:extLst>
              <a:ext uri="{FF2B5EF4-FFF2-40B4-BE49-F238E27FC236}">
                <a16:creationId xmlns:a16="http://schemas.microsoft.com/office/drawing/2014/main" id="{5B5E25C5-CF55-1AD6-2F46-56FF2C9AA072}"/>
              </a:ext>
            </a:extLst>
          </p:cNvPr>
          <p:cNvSpPr txBox="1"/>
          <p:nvPr/>
        </p:nvSpPr>
        <p:spPr>
          <a:xfrm rot="18900000">
            <a:off x="3865307" y="505788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89D57BAF-EDF7-DFF3-25C8-DBF5CA7C01E8}"/>
              </a:ext>
            </a:extLst>
          </p:cNvPr>
          <p:cNvSpPr/>
          <p:nvPr/>
        </p:nvSpPr>
        <p:spPr>
          <a:xfrm>
            <a:off x="563155" y="1445572"/>
            <a:ext cx="504000" cy="504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2A0340DF-C636-D189-A28F-EA34AB5D27EE}"/>
              </a:ext>
            </a:extLst>
          </p:cNvPr>
          <p:cNvSpPr/>
          <p:nvPr/>
        </p:nvSpPr>
        <p:spPr>
          <a:xfrm>
            <a:off x="1419020" y="1361808"/>
            <a:ext cx="504681" cy="504000"/>
          </a:xfrm>
          <a:prstGeom prst="ellipse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0000FF"/>
              </a:solidFill>
            </a:endParaRPr>
          </a:p>
        </p:txBody>
      </p:sp>
      <p:sp>
        <p:nvSpPr>
          <p:cNvPr id="169" name="TextBox 262">
            <a:extLst>
              <a:ext uri="{FF2B5EF4-FFF2-40B4-BE49-F238E27FC236}">
                <a16:creationId xmlns:a16="http://schemas.microsoft.com/office/drawing/2014/main" id="{12F38479-AB54-6B30-2D3C-FF8C0302CC0C}"/>
              </a:ext>
            </a:extLst>
          </p:cNvPr>
          <p:cNvSpPr txBox="1"/>
          <p:nvPr/>
        </p:nvSpPr>
        <p:spPr>
          <a:xfrm>
            <a:off x="310597" y="1110614"/>
            <a:ext cx="1043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Storm-scale Convective System</a:t>
            </a:r>
          </a:p>
        </p:txBody>
      </p:sp>
      <p:sp>
        <p:nvSpPr>
          <p:cNvPr id="170" name="TextBox 262">
            <a:extLst>
              <a:ext uri="{FF2B5EF4-FFF2-40B4-BE49-F238E27FC236}">
                <a16:creationId xmlns:a16="http://schemas.microsoft.com/office/drawing/2014/main" id="{F814593F-D80C-3FAD-DC51-3489C5EF4A97}"/>
              </a:ext>
            </a:extLst>
          </p:cNvPr>
          <p:cNvSpPr txBox="1"/>
          <p:nvPr/>
        </p:nvSpPr>
        <p:spPr>
          <a:xfrm>
            <a:off x="1098470" y="1052170"/>
            <a:ext cx="12150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Large-scale </a:t>
            </a:r>
          </a:p>
          <a:p>
            <a:pPr algn="ctr"/>
            <a:r>
              <a:rPr lang="en-GB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Convective System</a:t>
            </a:r>
          </a:p>
        </p:txBody>
      </p:sp>
    </p:spTree>
    <p:extLst>
      <p:ext uri="{BB962C8B-B14F-4D97-AF65-F5344CB8AC3E}">
        <p14:creationId xmlns:p14="http://schemas.microsoft.com/office/powerpoint/2010/main" val="1403429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195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2025-06-10T15:32:15Z</dcterms:created>
  <dcterms:modified xsi:type="dcterms:W3CDTF">2026-01-15T11:52:47Z</dcterms:modified>
</cp:coreProperties>
</file>