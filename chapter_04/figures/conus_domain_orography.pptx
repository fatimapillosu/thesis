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6551613" cy="3851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7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4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modSld">
      <pc:chgData name="Fatima Pillosu" userId="a6295d4dc9e22643" providerId="LiveId" clId="{87453732-75AC-4426-B5D3-B7C69C2D4F54}" dt="2026-01-19T16:01:29.140" v="0" actId="20577"/>
      <pc:docMkLst>
        <pc:docMk/>
      </pc:docMkLst>
      <pc:sldChg chg="modSp mod">
        <pc:chgData name="Fatima Pillosu" userId="a6295d4dc9e22643" providerId="LiveId" clId="{87453732-75AC-4426-B5D3-B7C69C2D4F54}" dt="2026-01-19T16:01:29.140" v="0" actId="20577"/>
        <pc:sldMkLst>
          <pc:docMk/>
          <pc:sldMk cId="2416666445" sldId="256"/>
        </pc:sldMkLst>
        <pc:spChg chg="mod">
          <ac:chgData name="Fatima Pillosu" userId="a6295d4dc9e22643" providerId="LiveId" clId="{87453732-75AC-4426-B5D3-B7C69C2D4F54}" dt="2026-01-19T16:01:29.140" v="0" actId="20577"/>
          <ac:spMkLst>
            <pc:docMk/>
            <pc:sldMk cId="2416666445" sldId="256"/>
            <ac:spMk id="136" creationId="{19680ED7-98A4-DB3B-A978-A16B331182B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8952" y="630290"/>
            <a:ext cx="4913710" cy="1340814"/>
          </a:xfrm>
        </p:spPr>
        <p:txBody>
          <a:bodyPr anchor="b"/>
          <a:lstStyle>
            <a:lvl1pPr algn="ctr">
              <a:defRPr sz="32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2022811"/>
            <a:ext cx="4913710" cy="929833"/>
          </a:xfrm>
        </p:spPr>
        <p:txBody>
          <a:bodyPr/>
          <a:lstStyle>
            <a:lvl1pPr marL="0" indent="0" algn="ctr">
              <a:buNone/>
              <a:defRPr sz="1290"/>
            </a:lvl1pPr>
            <a:lvl2pPr marL="245699" indent="0" algn="ctr">
              <a:buNone/>
              <a:defRPr sz="1075"/>
            </a:lvl2pPr>
            <a:lvl3pPr marL="491399" indent="0" algn="ctr">
              <a:buNone/>
              <a:defRPr sz="967"/>
            </a:lvl3pPr>
            <a:lvl4pPr marL="737098" indent="0" algn="ctr">
              <a:buNone/>
              <a:defRPr sz="860"/>
            </a:lvl4pPr>
            <a:lvl5pPr marL="982797" indent="0" algn="ctr">
              <a:buNone/>
              <a:defRPr sz="860"/>
            </a:lvl5pPr>
            <a:lvl6pPr marL="1228496" indent="0" algn="ctr">
              <a:buNone/>
              <a:defRPr sz="860"/>
            </a:lvl6pPr>
            <a:lvl7pPr marL="1474196" indent="0" algn="ctr">
              <a:buNone/>
              <a:defRPr sz="860"/>
            </a:lvl7pPr>
            <a:lvl8pPr marL="1719895" indent="0" algn="ctr">
              <a:buNone/>
              <a:defRPr sz="860"/>
            </a:lvl8pPr>
            <a:lvl9pPr marL="1965594" indent="0" algn="ctr">
              <a:buNone/>
              <a:defRPr sz="8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10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81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1" y="960145"/>
            <a:ext cx="5650766" cy="1602023"/>
          </a:xfrm>
        </p:spPr>
        <p:txBody>
          <a:bodyPr anchor="b"/>
          <a:lstStyle>
            <a:lvl1pPr>
              <a:defRPr sz="32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1" y="2577324"/>
            <a:ext cx="5650766" cy="842466"/>
          </a:xfrm>
        </p:spPr>
        <p:txBody>
          <a:bodyPr/>
          <a:lstStyle>
            <a:lvl1pPr marL="0" indent="0">
              <a:buNone/>
              <a:defRPr sz="1290">
                <a:solidFill>
                  <a:schemeClr val="tx1">
                    <a:tint val="82000"/>
                  </a:schemeClr>
                </a:solidFill>
              </a:defRPr>
            </a:lvl1pPr>
            <a:lvl2pPr marL="245699" indent="0">
              <a:buNone/>
              <a:defRPr sz="1075">
                <a:solidFill>
                  <a:schemeClr val="tx1">
                    <a:tint val="82000"/>
                  </a:schemeClr>
                </a:solidFill>
              </a:defRPr>
            </a:lvl2pPr>
            <a:lvl3pPr marL="491399" indent="0">
              <a:buNone/>
              <a:defRPr sz="967">
                <a:solidFill>
                  <a:schemeClr val="tx1">
                    <a:tint val="82000"/>
                  </a:schemeClr>
                </a:solidFill>
              </a:defRPr>
            </a:lvl3pPr>
            <a:lvl4pPr marL="737098" indent="0">
              <a:buNone/>
              <a:defRPr sz="860">
                <a:solidFill>
                  <a:schemeClr val="tx1">
                    <a:tint val="82000"/>
                  </a:schemeClr>
                </a:solidFill>
              </a:defRPr>
            </a:lvl4pPr>
            <a:lvl5pPr marL="982797" indent="0">
              <a:buNone/>
              <a:defRPr sz="860">
                <a:solidFill>
                  <a:schemeClr val="tx1">
                    <a:tint val="82000"/>
                  </a:schemeClr>
                </a:solidFill>
              </a:defRPr>
            </a:lvl5pPr>
            <a:lvl6pPr marL="1228496" indent="0">
              <a:buNone/>
              <a:defRPr sz="860">
                <a:solidFill>
                  <a:schemeClr val="tx1">
                    <a:tint val="82000"/>
                  </a:schemeClr>
                </a:solidFill>
              </a:defRPr>
            </a:lvl6pPr>
            <a:lvl7pPr marL="1474196" indent="0">
              <a:buNone/>
              <a:defRPr sz="860">
                <a:solidFill>
                  <a:schemeClr val="tx1">
                    <a:tint val="82000"/>
                  </a:schemeClr>
                </a:solidFill>
              </a:defRPr>
            </a:lvl7pPr>
            <a:lvl8pPr marL="1719895" indent="0">
              <a:buNone/>
              <a:defRPr sz="860">
                <a:solidFill>
                  <a:schemeClr val="tx1">
                    <a:tint val="82000"/>
                  </a:schemeClr>
                </a:solidFill>
              </a:defRPr>
            </a:lvl8pPr>
            <a:lvl9pPr marL="1965594" indent="0">
              <a:buNone/>
              <a:defRPr sz="8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181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1025223"/>
            <a:ext cx="2784436" cy="2443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1025223"/>
            <a:ext cx="2784436" cy="2443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73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205045"/>
            <a:ext cx="5650766" cy="7444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944097"/>
            <a:ext cx="2771639" cy="462688"/>
          </a:xfrm>
        </p:spPr>
        <p:txBody>
          <a:bodyPr anchor="b"/>
          <a:lstStyle>
            <a:lvl1pPr marL="0" indent="0">
              <a:buNone/>
              <a:defRPr sz="1290" b="1"/>
            </a:lvl1pPr>
            <a:lvl2pPr marL="245699" indent="0">
              <a:buNone/>
              <a:defRPr sz="1075" b="1"/>
            </a:lvl2pPr>
            <a:lvl3pPr marL="491399" indent="0">
              <a:buNone/>
              <a:defRPr sz="967" b="1"/>
            </a:lvl3pPr>
            <a:lvl4pPr marL="737098" indent="0">
              <a:buNone/>
              <a:defRPr sz="860" b="1"/>
            </a:lvl4pPr>
            <a:lvl5pPr marL="982797" indent="0">
              <a:buNone/>
              <a:defRPr sz="860" b="1"/>
            </a:lvl5pPr>
            <a:lvl6pPr marL="1228496" indent="0">
              <a:buNone/>
              <a:defRPr sz="860" b="1"/>
            </a:lvl6pPr>
            <a:lvl7pPr marL="1474196" indent="0">
              <a:buNone/>
              <a:defRPr sz="860" b="1"/>
            </a:lvl7pPr>
            <a:lvl8pPr marL="1719895" indent="0">
              <a:buNone/>
              <a:defRPr sz="860" b="1"/>
            </a:lvl8pPr>
            <a:lvl9pPr marL="1965594" indent="0">
              <a:buNone/>
              <a:defRPr sz="8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1406785"/>
            <a:ext cx="2771639" cy="2069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944097"/>
            <a:ext cx="2785289" cy="462688"/>
          </a:xfrm>
        </p:spPr>
        <p:txBody>
          <a:bodyPr anchor="b"/>
          <a:lstStyle>
            <a:lvl1pPr marL="0" indent="0">
              <a:buNone/>
              <a:defRPr sz="1290" b="1"/>
            </a:lvl1pPr>
            <a:lvl2pPr marL="245699" indent="0">
              <a:buNone/>
              <a:defRPr sz="1075" b="1"/>
            </a:lvl2pPr>
            <a:lvl3pPr marL="491399" indent="0">
              <a:buNone/>
              <a:defRPr sz="967" b="1"/>
            </a:lvl3pPr>
            <a:lvl4pPr marL="737098" indent="0">
              <a:buNone/>
              <a:defRPr sz="860" b="1"/>
            </a:lvl4pPr>
            <a:lvl5pPr marL="982797" indent="0">
              <a:buNone/>
              <a:defRPr sz="860" b="1"/>
            </a:lvl5pPr>
            <a:lvl6pPr marL="1228496" indent="0">
              <a:buNone/>
              <a:defRPr sz="860" b="1"/>
            </a:lvl6pPr>
            <a:lvl7pPr marL="1474196" indent="0">
              <a:buNone/>
              <a:defRPr sz="860" b="1"/>
            </a:lvl7pPr>
            <a:lvl8pPr marL="1719895" indent="0">
              <a:buNone/>
              <a:defRPr sz="860" b="1"/>
            </a:lvl8pPr>
            <a:lvl9pPr marL="1965594" indent="0">
              <a:buNone/>
              <a:defRPr sz="8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1406785"/>
            <a:ext cx="2785289" cy="2069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96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59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36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256752"/>
            <a:ext cx="2113066" cy="898631"/>
          </a:xfrm>
        </p:spPr>
        <p:txBody>
          <a:bodyPr anchor="b"/>
          <a:lstStyle>
            <a:lvl1pPr>
              <a:defRPr sz="1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554513"/>
            <a:ext cx="3316754" cy="2736901"/>
          </a:xfrm>
        </p:spPr>
        <p:txBody>
          <a:bodyPr/>
          <a:lstStyle>
            <a:lvl1pPr>
              <a:defRPr sz="1720"/>
            </a:lvl1pPr>
            <a:lvl2pPr>
              <a:defRPr sz="1505"/>
            </a:lvl2pPr>
            <a:lvl3pPr>
              <a:defRPr sz="1290"/>
            </a:lvl3pPr>
            <a:lvl4pPr>
              <a:defRPr sz="1075"/>
            </a:lvl4pPr>
            <a:lvl5pPr>
              <a:defRPr sz="1075"/>
            </a:lvl5pPr>
            <a:lvl6pPr>
              <a:defRPr sz="1075"/>
            </a:lvl6pPr>
            <a:lvl7pPr>
              <a:defRPr sz="1075"/>
            </a:lvl7pPr>
            <a:lvl8pPr>
              <a:defRPr sz="1075"/>
            </a:lvl8pPr>
            <a:lvl9pPr>
              <a:defRPr sz="10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1155383"/>
            <a:ext cx="2113066" cy="2140489"/>
          </a:xfrm>
        </p:spPr>
        <p:txBody>
          <a:bodyPr/>
          <a:lstStyle>
            <a:lvl1pPr marL="0" indent="0">
              <a:buNone/>
              <a:defRPr sz="860"/>
            </a:lvl1pPr>
            <a:lvl2pPr marL="245699" indent="0">
              <a:buNone/>
              <a:defRPr sz="752"/>
            </a:lvl2pPr>
            <a:lvl3pPr marL="491399" indent="0">
              <a:buNone/>
              <a:defRPr sz="645"/>
            </a:lvl3pPr>
            <a:lvl4pPr marL="737098" indent="0">
              <a:buNone/>
              <a:defRPr sz="537"/>
            </a:lvl4pPr>
            <a:lvl5pPr marL="982797" indent="0">
              <a:buNone/>
              <a:defRPr sz="537"/>
            </a:lvl5pPr>
            <a:lvl6pPr marL="1228496" indent="0">
              <a:buNone/>
              <a:defRPr sz="537"/>
            </a:lvl6pPr>
            <a:lvl7pPr marL="1474196" indent="0">
              <a:buNone/>
              <a:defRPr sz="537"/>
            </a:lvl7pPr>
            <a:lvl8pPr marL="1719895" indent="0">
              <a:buNone/>
              <a:defRPr sz="537"/>
            </a:lvl8pPr>
            <a:lvl9pPr marL="1965594" indent="0">
              <a:buNone/>
              <a:defRPr sz="5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88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256752"/>
            <a:ext cx="2113066" cy="898631"/>
          </a:xfrm>
        </p:spPr>
        <p:txBody>
          <a:bodyPr anchor="b"/>
          <a:lstStyle>
            <a:lvl1pPr>
              <a:defRPr sz="1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554513"/>
            <a:ext cx="3316754" cy="2736901"/>
          </a:xfrm>
        </p:spPr>
        <p:txBody>
          <a:bodyPr anchor="t"/>
          <a:lstStyle>
            <a:lvl1pPr marL="0" indent="0">
              <a:buNone/>
              <a:defRPr sz="1720"/>
            </a:lvl1pPr>
            <a:lvl2pPr marL="245699" indent="0">
              <a:buNone/>
              <a:defRPr sz="1505"/>
            </a:lvl2pPr>
            <a:lvl3pPr marL="491399" indent="0">
              <a:buNone/>
              <a:defRPr sz="1290"/>
            </a:lvl3pPr>
            <a:lvl4pPr marL="737098" indent="0">
              <a:buNone/>
              <a:defRPr sz="1075"/>
            </a:lvl4pPr>
            <a:lvl5pPr marL="982797" indent="0">
              <a:buNone/>
              <a:defRPr sz="1075"/>
            </a:lvl5pPr>
            <a:lvl6pPr marL="1228496" indent="0">
              <a:buNone/>
              <a:defRPr sz="1075"/>
            </a:lvl6pPr>
            <a:lvl7pPr marL="1474196" indent="0">
              <a:buNone/>
              <a:defRPr sz="1075"/>
            </a:lvl7pPr>
            <a:lvl8pPr marL="1719895" indent="0">
              <a:buNone/>
              <a:defRPr sz="1075"/>
            </a:lvl8pPr>
            <a:lvl9pPr marL="1965594" indent="0">
              <a:buNone/>
              <a:defRPr sz="10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1155383"/>
            <a:ext cx="2113066" cy="2140489"/>
          </a:xfrm>
        </p:spPr>
        <p:txBody>
          <a:bodyPr/>
          <a:lstStyle>
            <a:lvl1pPr marL="0" indent="0">
              <a:buNone/>
              <a:defRPr sz="860"/>
            </a:lvl1pPr>
            <a:lvl2pPr marL="245699" indent="0">
              <a:buNone/>
              <a:defRPr sz="752"/>
            </a:lvl2pPr>
            <a:lvl3pPr marL="491399" indent="0">
              <a:buNone/>
              <a:defRPr sz="645"/>
            </a:lvl3pPr>
            <a:lvl4pPr marL="737098" indent="0">
              <a:buNone/>
              <a:defRPr sz="537"/>
            </a:lvl4pPr>
            <a:lvl5pPr marL="982797" indent="0">
              <a:buNone/>
              <a:defRPr sz="537"/>
            </a:lvl5pPr>
            <a:lvl6pPr marL="1228496" indent="0">
              <a:buNone/>
              <a:defRPr sz="537"/>
            </a:lvl6pPr>
            <a:lvl7pPr marL="1474196" indent="0">
              <a:buNone/>
              <a:defRPr sz="537"/>
            </a:lvl7pPr>
            <a:lvl8pPr marL="1719895" indent="0">
              <a:buNone/>
              <a:defRPr sz="537"/>
            </a:lvl8pPr>
            <a:lvl9pPr marL="1965594" indent="0">
              <a:buNone/>
              <a:defRPr sz="5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52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24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205045"/>
            <a:ext cx="1412692" cy="32637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205045"/>
            <a:ext cx="4156179" cy="3263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50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205045"/>
            <a:ext cx="5650766" cy="744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1025223"/>
            <a:ext cx="5650766" cy="244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3569562"/>
            <a:ext cx="1474113" cy="205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2334F-977D-4A43-BDB9-11086BF63D6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3569562"/>
            <a:ext cx="2211169" cy="205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3569562"/>
            <a:ext cx="1474113" cy="205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E97EE-43F3-41A8-9A37-C43232DDA7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23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91399" rtl="0" eaLnBrk="1" latinLnBrk="0" hangingPunct="1">
        <a:lnSpc>
          <a:spcPct val="90000"/>
        </a:lnSpc>
        <a:spcBef>
          <a:spcPct val="0"/>
        </a:spcBef>
        <a:buNone/>
        <a:defRPr sz="23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2850" indent="-122850" algn="l" defTabSz="491399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1pPr>
      <a:lvl2pPr marL="368549" indent="-122850" algn="l" defTabSz="491399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14248" indent="-122850" algn="l" defTabSz="491399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3pPr>
      <a:lvl4pPr marL="859947" indent="-122850" algn="l" defTabSz="491399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sz="967" kern="1200">
          <a:solidFill>
            <a:schemeClr val="tx1"/>
          </a:solidFill>
          <a:latin typeface="+mn-lt"/>
          <a:ea typeface="+mn-ea"/>
          <a:cs typeface="+mn-cs"/>
        </a:defRPr>
      </a:lvl4pPr>
      <a:lvl5pPr marL="1105647" indent="-122850" algn="l" defTabSz="491399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sz="967" kern="1200">
          <a:solidFill>
            <a:schemeClr val="tx1"/>
          </a:solidFill>
          <a:latin typeface="+mn-lt"/>
          <a:ea typeface="+mn-ea"/>
          <a:cs typeface="+mn-cs"/>
        </a:defRPr>
      </a:lvl5pPr>
      <a:lvl6pPr marL="1351346" indent="-122850" algn="l" defTabSz="491399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sz="967" kern="1200">
          <a:solidFill>
            <a:schemeClr val="tx1"/>
          </a:solidFill>
          <a:latin typeface="+mn-lt"/>
          <a:ea typeface="+mn-ea"/>
          <a:cs typeface="+mn-cs"/>
        </a:defRPr>
      </a:lvl6pPr>
      <a:lvl7pPr marL="1597045" indent="-122850" algn="l" defTabSz="491399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sz="967" kern="1200">
          <a:solidFill>
            <a:schemeClr val="tx1"/>
          </a:solidFill>
          <a:latin typeface="+mn-lt"/>
          <a:ea typeface="+mn-ea"/>
          <a:cs typeface="+mn-cs"/>
        </a:defRPr>
      </a:lvl7pPr>
      <a:lvl8pPr marL="1842745" indent="-122850" algn="l" defTabSz="491399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sz="967" kern="1200">
          <a:solidFill>
            <a:schemeClr val="tx1"/>
          </a:solidFill>
          <a:latin typeface="+mn-lt"/>
          <a:ea typeface="+mn-ea"/>
          <a:cs typeface="+mn-cs"/>
        </a:defRPr>
      </a:lvl8pPr>
      <a:lvl9pPr marL="2088444" indent="-122850" algn="l" defTabSz="491399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sz="9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1pPr>
      <a:lvl2pPr marL="245699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2pPr>
      <a:lvl3pPr marL="491399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3pPr>
      <a:lvl4pPr marL="737098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4pPr>
      <a:lvl5pPr marL="982797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5pPr>
      <a:lvl6pPr marL="1228496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6pPr>
      <a:lvl7pPr marL="1474196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7pPr>
      <a:lvl8pPr marL="1719895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8pPr>
      <a:lvl9pPr marL="1965594" algn="l" defTabSz="491399" rtl="0" eaLnBrk="1" latinLnBrk="0" hangingPunct="1">
        <a:defRPr sz="9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 descr="A map of the united states&#10;&#10;Description automatically generated">
            <a:extLst>
              <a:ext uri="{FF2B5EF4-FFF2-40B4-BE49-F238E27FC236}">
                <a16:creationId xmlns:a16="http://schemas.microsoft.com/office/drawing/2014/main" id="{5576DFB5-07C9-9C7F-52D6-98F487E933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9" t="29083" r="7659" b="5539"/>
          <a:stretch/>
        </p:blipFill>
        <p:spPr>
          <a:xfrm>
            <a:off x="292905" y="511478"/>
            <a:ext cx="5810250" cy="3169920"/>
          </a:xfrm>
          <a:prstGeom prst="rect">
            <a:avLst/>
          </a:prstGeom>
          <a:ln w="3175">
            <a:solidFill>
              <a:schemeClr val="bg2">
                <a:lumMod val="50000"/>
              </a:schemeClr>
            </a:solidFill>
          </a:ln>
        </p:spPr>
      </p:pic>
      <p:pic>
        <p:nvPicPr>
          <p:cNvPr id="93" name="Picture 92" descr="A map of the united states&#10;&#10;Description automatically generated">
            <a:extLst>
              <a:ext uri="{FF2B5EF4-FFF2-40B4-BE49-F238E27FC236}">
                <a16:creationId xmlns:a16="http://schemas.microsoft.com/office/drawing/2014/main" id="{C0EA9BA7-9BA3-87E1-85A9-F8ACC1C32D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5" t="22826" r="11578" b="73841"/>
          <a:stretch/>
        </p:blipFill>
        <p:spPr>
          <a:xfrm rot="16200000">
            <a:off x="4806071" y="2213399"/>
            <a:ext cx="2824625" cy="864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384D6C06-DC18-FF34-E84C-3BC146A8D3F9}"/>
              </a:ext>
            </a:extLst>
          </p:cNvPr>
          <p:cNvSpPr txBox="1"/>
          <p:nvPr/>
        </p:nvSpPr>
        <p:spPr>
          <a:xfrm>
            <a:off x="-195580" y="64635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83AEDDC-E5EB-E07A-CF91-E947C367E6C5}"/>
              </a:ext>
            </a:extLst>
          </p:cNvPr>
          <p:cNvSpPr txBox="1"/>
          <p:nvPr/>
        </p:nvSpPr>
        <p:spPr>
          <a:xfrm>
            <a:off x="-195580" y="182143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EAFBB19-EFE8-1704-7506-55700BFD22E4}"/>
              </a:ext>
            </a:extLst>
          </p:cNvPr>
          <p:cNvSpPr txBox="1"/>
          <p:nvPr/>
        </p:nvSpPr>
        <p:spPr>
          <a:xfrm>
            <a:off x="-195580" y="284298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8E525C9-8B8B-856F-6464-CD2A9FEC19DD}"/>
              </a:ext>
            </a:extLst>
          </p:cNvPr>
          <p:cNvSpPr txBox="1"/>
          <p:nvPr/>
        </p:nvSpPr>
        <p:spPr>
          <a:xfrm>
            <a:off x="855980" y="366423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23987BF-6FA7-EC5E-C5ED-325313D2AE59}"/>
              </a:ext>
            </a:extLst>
          </p:cNvPr>
          <p:cNvSpPr txBox="1"/>
          <p:nvPr/>
        </p:nvSpPr>
        <p:spPr>
          <a:xfrm>
            <a:off x="2549214" y="366423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6903909-39B6-BA49-59C4-AF4507DF29BF}"/>
              </a:ext>
            </a:extLst>
          </p:cNvPr>
          <p:cNvSpPr txBox="1"/>
          <p:nvPr/>
        </p:nvSpPr>
        <p:spPr>
          <a:xfrm>
            <a:off x="4183082" y="366423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C834787-FEEB-B977-952A-288699762B58}"/>
              </a:ext>
            </a:extLst>
          </p:cNvPr>
          <p:cNvSpPr txBox="1"/>
          <p:nvPr/>
        </p:nvSpPr>
        <p:spPr>
          <a:xfrm>
            <a:off x="5688653" y="603987"/>
            <a:ext cx="13718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m.a.s.l.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1400BA6-3D3A-1190-AD65-CF1147A3BCBC}"/>
              </a:ext>
            </a:extLst>
          </p:cNvPr>
          <p:cNvSpPr txBox="1"/>
          <p:nvPr/>
        </p:nvSpPr>
        <p:spPr>
          <a:xfrm>
            <a:off x="6209426" y="353848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7F9084-F223-ED65-669A-F6F51F897BA2}"/>
              </a:ext>
            </a:extLst>
          </p:cNvPr>
          <p:cNvSpPr txBox="1"/>
          <p:nvPr/>
        </p:nvSpPr>
        <p:spPr>
          <a:xfrm>
            <a:off x="6209426" y="107650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2500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58B7622-486E-AF0A-77FA-6A257F911DE9}"/>
              </a:ext>
            </a:extLst>
          </p:cNvPr>
          <p:cNvSpPr txBox="1"/>
          <p:nvPr/>
        </p:nvSpPr>
        <p:spPr>
          <a:xfrm>
            <a:off x="6209426" y="138424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2000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3D672B0-A6EA-4276-A5B9-C5164A9A326F}"/>
              </a:ext>
            </a:extLst>
          </p:cNvPr>
          <p:cNvSpPr txBox="1"/>
          <p:nvPr/>
        </p:nvSpPr>
        <p:spPr>
          <a:xfrm>
            <a:off x="6209426" y="169199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1500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C073318-9596-D679-740B-BA408BA68B78}"/>
              </a:ext>
            </a:extLst>
          </p:cNvPr>
          <p:cNvSpPr txBox="1"/>
          <p:nvPr/>
        </p:nvSpPr>
        <p:spPr>
          <a:xfrm>
            <a:off x="6209426" y="199974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5D8CFCC-5F17-C4D6-6F70-8501F37736D8}"/>
              </a:ext>
            </a:extLst>
          </p:cNvPr>
          <p:cNvSpPr txBox="1"/>
          <p:nvPr/>
        </p:nvSpPr>
        <p:spPr>
          <a:xfrm>
            <a:off x="6209426" y="230749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750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06CF797-8451-574D-21F0-384E8A3452B7}"/>
              </a:ext>
            </a:extLst>
          </p:cNvPr>
          <p:cNvSpPr txBox="1"/>
          <p:nvPr/>
        </p:nvSpPr>
        <p:spPr>
          <a:xfrm>
            <a:off x="6209426" y="261524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FB3D8FA-6A39-82FF-7103-9C3B87E3F64B}"/>
              </a:ext>
            </a:extLst>
          </p:cNvPr>
          <p:cNvSpPr txBox="1"/>
          <p:nvPr/>
        </p:nvSpPr>
        <p:spPr>
          <a:xfrm>
            <a:off x="6209426" y="292298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B2D0398-5206-B218-FB65-5E89CE52B185}"/>
              </a:ext>
            </a:extLst>
          </p:cNvPr>
          <p:cNvSpPr txBox="1"/>
          <p:nvPr/>
        </p:nvSpPr>
        <p:spPr>
          <a:xfrm>
            <a:off x="6209426" y="323073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8F93690-0FC3-3203-F616-27D0636BD86D}"/>
              </a:ext>
            </a:extLst>
          </p:cNvPr>
          <p:cNvSpPr txBox="1"/>
          <p:nvPr/>
        </p:nvSpPr>
        <p:spPr>
          <a:xfrm>
            <a:off x="6209426" y="76875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5000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8EE0CB6-A0DD-61DA-6B6B-D4EC8957FF3D}"/>
              </a:ext>
            </a:extLst>
          </p:cNvPr>
          <p:cNvSpPr txBox="1"/>
          <p:nvPr/>
        </p:nvSpPr>
        <p:spPr>
          <a:xfrm>
            <a:off x="4950991" y="1759936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YORK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C604597-7B68-19A8-35F6-C8E80447309D}"/>
              </a:ext>
            </a:extLst>
          </p:cNvPr>
          <p:cNvSpPr txBox="1"/>
          <p:nvPr/>
        </p:nvSpPr>
        <p:spPr>
          <a:xfrm>
            <a:off x="2816152" y="1639736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CHICAGO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7EBCA7E-9713-7AE3-638B-C84D5A1C2253}"/>
              </a:ext>
            </a:extLst>
          </p:cNvPr>
          <p:cNvSpPr txBox="1"/>
          <p:nvPr/>
        </p:nvSpPr>
        <p:spPr>
          <a:xfrm>
            <a:off x="1259208" y="2408379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PHOENIX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5B70626-067E-1AE7-11BD-EC7DA8DABC28}"/>
              </a:ext>
            </a:extLst>
          </p:cNvPr>
          <p:cNvSpPr txBox="1"/>
          <p:nvPr/>
        </p:nvSpPr>
        <p:spPr>
          <a:xfrm>
            <a:off x="2959000" y="2943691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HOUSTON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7BCE81D-7A63-8764-295C-1A6242CC4274}"/>
              </a:ext>
            </a:extLst>
          </p:cNvPr>
          <p:cNvSpPr txBox="1"/>
          <p:nvPr/>
        </p:nvSpPr>
        <p:spPr>
          <a:xfrm>
            <a:off x="300910" y="2521776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 ANGELES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6515F5F-2E20-7D13-537C-F772A00535F4}"/>
              </a:ext>
            </a:extLst>
          </p:cNvPr>
          <p:cNvSpPr txBox="1"/>
          <p:nvPr/>
        </p:nvSpPr>
        <p:spPr>
          <a:xfrm>
            <a:off x="429636" y="2688597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 DIEGO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0B578E0-62E1-B8F6-ECD2-2E7AA0CF70F9}"/>
              </a:ext>
            </a:extLst>
          </p:cNvPr>
          <p:cNvSpPr txBox="1"/>
          <p:nvPr/>
        </p:nvSpPr>
        <p:spPr>
          <a:xfrm>
            <a:off x="-326371" y="2109956"/>
            <a:ext cx="1284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 FRANCISCO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4D19594-8958-5678-A91A-D009CFEE0A3F}"/>
              </a:ext>
            </a:extLst>
          </p:cNvPr>
          <p:cNvSpPr txBox="1"/>
          <p:nvPr/>
        </p:nvSpPr>
        <p:spPr>
          <a:xfrm>
            <a:off x="-209334" y="2225372"/>
            <a:ext cx="1284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 JOSE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ED4F7E3-EC48-9668-BA84-2D97CF23BD85}"/>
              </a:ext>
            </a:extLst>
          </p:cNvPr>
          <p:cNvSpPr txBox="1"/>
          <p:nvPr/>
        </p:nvSpPr>
        <p:spPr>
          <a:xfrm>
            <a:off x="2356701" y="1863307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DENVER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ECA7152-99C7-A2F4-E83D-4F855AAFA37C}"/>
              </a:ext>
            </a:extLst>
          </p:cNvPr>
          <p:cNvSpPr txBox="1"/>
          <p:nvPr/>
        </p:nvSpPr>
        <p:spPr>
          <a:xfrm>
            <a:off x="3025486" y="2584665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DALLAS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FA7FCAD-7DCD-492E-33EA-E8EA0A4B7A03}"/>
              </a:ext>
            </a:extLst>
          </p:cNvPr>
          <p:cNvSpPr txBox="1"/>
          <p:nvPr/>
        </p:nvSpPr>
        <p:spPr>
          <a:xfrm>
            <a:off x="2073420" y="2500343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FORTH WORTH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7112713-98E8-0868-E1E6-C5213A18CDB4}"/>
              </a:ext>
            </a:extLst>
          </p:cNvPr>
          <p:cNvSpPr txBox="1"/>
          <p:nvPr/>
        </p:nvSpPr>
        <p:spPr>
          <a:xfrm>
            <a:off x="2235370" y="2749490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AUSTIN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9DF4E4E-4BD6-4A43-6D8D-57FA7E5B4C8A}"/>
              </a:ext>
            </a:extLst>
          </p:cNvPr>
          <p:cNvSpPr txBox="1"/>
          <p:nvPr/>
        </p:nvSpPr>
        <p:spPr>
          <a:xfrm>
            <a:off x="2096606" y="3014863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 ANTONIO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880BE35-27AF-2DCD-5D81-D484CE796AE1}"/>
              </a:ext>
            </a:extLst>
          </p:cNvPr>
          <p:cNvSpPr txBox="1"/>
          <p:nvPr/>
        </p:nvSpPr>
        <p:spPr>
          <a:xfrm>
            <a:off x="4301509" y="2825669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JACKSONVILLE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A8BFD8B-1858-9531-2319-F3352B9FCE3E}"/>
              </a:ext>
            </a:extLst>
          </p:cNvPr>
          <p:cNvSpPr txBox="1"/>
          <p:nvPr/>
        </p:nvSpPr>
        <p:spPr>
          <a:xfrm>
            <a:off x="4368264" y="2333700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CHARLOTTE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04E7FEC-AF83-FD28-4A16-70D6430EB6E5}"/>
              </a:ext>
            </a:extLst>
          </p:cNvPr>
          <p:cNvSpPr txBox="1"/>
          <p:nvPr/>
        </p:nvSpPr>
        <p:spPr>
          <a:xfrm>
            <a:off x="4669611" y="2029578"/>
            <a:ext cx="1284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WASHINGTON D.C.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1AE0BC5-794B-D23C-A945-2D48666A380B}"/>
              </a:ext>
            </a:extLst>
          </p:cNvPr>
          <p:cNvSpPr txBox="1"/>
          <p:nvPr/>
        </p:nvSpPr>
        <p:spPr>
          <a:xfrm>
            <a:off x="3918446" y="1735667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COLUMBUS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848180B-A357-5916-14AE-BEBA0E61C958}"/>
              </a:ext>
            </a:extLst>
          </p:cNvPr>
          <p:cNvSpPr txBox="1"/>
          <p:nvPr/>
        </p:nvSpPr>
        <p:spPr>
          <a:xfrm>
            <a:off x="3083944" y="1962393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INDIANAPOLIS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88C8933-F6FB-E197-23C5-6A6AC1467788}"/>
              </a:ext>
            </a:extLst>
          </p:cNvPr>
          <p:cNvSpPr txBox="1"/>
          <p:nvPr/>
        </p:nvSpPr>
        <p:spPr>
          <a:xfrm>
            <a:off x="-72174" y="945149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SEATTLE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08DFDE3-CB83-C412-EE9B-B89348B18975}"/>
              </a:ext>
            </a:extLst>
          </p:cNvPr>
          <p:cNvSpPr txBox="1"/>
          <p:nvPr/>
        </p:nvSpPr>
        <p:spPr>
          <a:xfrm>
            <a:off x="4850274" y="1884819"/>
            <a:ext cx="1284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PHILADELPHIA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A4512A2-4DC0-76EB-1C78-328A3FA136E0}"/>
              </a:ext>
            </a:extLst>
          </p:cNvPr>
          <p:cNvSpPr txBox="1"/>
          <p:nvPr/>
        </p:nvSpPr>
        <p:spPr>
          <a:xfrm>
            <a:off x="1025259" y="2124123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 VEGAS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C1F07BA-7A38-7AE9-D91C-D217054E2654}"/>
              </a:ext>
            </a:extLst>
          </p:cNvPr>
          <p:cNvSpPr txBox="1"/>
          <p:nvPr/>
        </p:nvSpPr>
        <p:spPr>
          <a:xfrm>
            <a:off x="3504763" y="2359485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NASHVILLE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DD94525-DBC6-1FC2-0B07-84FAFBA131A8}"/>
              </a:ext>
            </a:extLst>
          </p:cNvPr>
          <p:cNvSpPr txBox="1"/>
          <p:nvPr/>
        </p:nvSpPr>
        <p:spPr>
          <a:xfrm>
            <a:off x="5207193" y="1582056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BOSTON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0D9BC42-F1FE-87AB-F083-5C2242BD4E51}"/>
              </a:ext>
            </a:extLst>
          </p:cNvPr>
          <p:cNvSpPr txBox="1"/>
          <p:nvPr/>
        </p:nvSpPr>
        <p:spPr>
          <a:xfrm>
            <a:off x="2435570" y="2197371"/>
            <a:ext cx="11108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OKLAHOMA CITY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A271F21-2E92-827F-B5C7-9933695D1A74}"/>
              </a:ext>
            </a:extLst>
          </p:cNvPr>
          <p:cNvSpPr txBox="1"/>
          <p:nvPr/>
        </p:nvSpPr>
        <p:spPr>
          <a:xfrm>
            <a:off x="1351214" y="2777885"/>
            <a:ext cx="1010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PASO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9680ED7-98A4-DB3B-A978-A16B331182BF}"/>
              </a:ext>
            </a:extLst>
          </p:cNvPr>
          <p:cNvSpPr txBox="1"/>
          <p:nvPr/>
        </p:nvSpPr>
        <p:spPr>
          <a:xfrm>
            <a:off x="-83151" y="-39988"/>
            <a:ext cx="6634764" cy="443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CONUS domain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Orography </a:t>
            </a:r>
            <a:r>
              <a:rPr lang="en-US" sz="100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at 1 km </a:t>
            </a:r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and location of the 25 most populated cities</a:t>
            </a:r>
            <a:endParaRPr lang="en-GB" sz="1000" u="sng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666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Pillosu</dc:creator>
  <cp:lastModifiedBy>Fatima Maria Pillosu</cp:lastModifiedBy>
  <cp:revision>1</cp:revision>
  <dcterms:created xsi:type="dcterms:W3CDTF">2024-03-26T14:42:50Z</dcterms:created>
  <dcterms:modified xsi:type="dcterms:W3CDTF">2026-01-19T16:01:31Z</dcterms:modified>
</cp:coreProperties>
</file>