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4140200" cy="38877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724C"/>
    <a:srgbClr val="8F704A"/>
    <a:srgbClr val="AD5252"/>
    <a:srgbClr val="A35C4F"/>
    <a:srgbClr val="7A8545"/>
    <a:srgbClr val="E07A1A"/>
    <a:srgbClr val="E46A24"/>
    <a:srgbClr val="806266"/>
    <a:srgbClr val="6B5280"/>
    <a:srgbClr val="2185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61CCDA-CA71-4734-AE8B-A76D60A46F58}" v="5" dt="2026-01-20T00:06:27.9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202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modSld">
      <pc:chgData name="Fatima Pillosu" userId="a6295d4dc9e22643" providerId="LiveId" clId="{87453732-75AC-4426-B5D3-B7C69C2D4F54}" dt="2026-01-20T00:06:27.992" v="144"/>
      <pc:docMkLst>
        <pc:docMk/>
      </pc:docMkLst>
      <pc:sldChg chg="addSp delSp modSp mod">
        <pc:chgData name="Fatima Pillosu" userId="a6295d4dc9e22643" providerId="LiveId" clId="{87453732-75AC-4426-B5D3-B7C69C2D4F54}" dt="2026-01-20T00:06:27.992" v="144"/>
        <pc:sldMkLst>
          <pc:docMk/>
          <pc:sldMk cId="1573992039" sldId="256"/>
        </pc:sldMkLst>
        <pc:spChg chg="add mod">
          <ac:chgData name="Fatima Pillosu" userId="a6295d4dc9e22643" providerId="LiveId" clId="{87453732-75AC-4426-B5D3-B7C69C2D4F54}" dt="2026-01-20T00:05:39.999" v="136"/>
          <ac:spMkLst>
            <pc:docMk/>
            <pc:sldMk cId="1573992039" sldId="256"/>
            <ac:spMk id="6" creationId="{FC8A0FEF-66FE-1C68-EB02-B9A8261D28D5}"/>
          </ac:spMkLst>
        </pc:spChg>
        <pc:spChg chg="add mod">
          <ac:chgData name="Fatima Pillosu" userId="a6295d4dc9e22643" providerId="LiveId" clId="{87453732-75AC-4426-B5D3-B7C69C2D4F54}" dt="2026-01-20T00:05:39.999" v="136"/>
          <ac:spMkLst>
            <pc:docMk/>
            <pc:sldMk cId="1573992039" sldId="256"/>
            <ac:spMk id="8" creationId="{7D3B445C-4D45-D1B7-A808-C0572C18F2CB}"/>
          </ac:spMkLst>
        </pc:spChg>
        <pc:spChg chg="add mod">
          <ac:chgData name="Fatima Pillosu" userId="a6295d4dc9e22643" providerId="LiveId" clId="{87453732-75AC-4426-B5D3-B7C69C2D4F54}" dt="2026-01-20T00:05:39.999" v="136"/>
          <ac:spMkLst>
            <pc:docMk/>
            <pc:sldMk cId="1573992039" sldId="256"/>
            <ac:spMk id="9" creationId="{98319AE6-6B9C-9D1C-25F5-EE1EC5B53DAB}"/>
          </ac:spMkLst>
        </pc:spChg>
        <pc:spChg chg="add mod">
          <ac:chgData name="Fatima Pillosu" userId="a6295d4dc9e22643" providerId="LiveId" clId="{87453732-75AC-4426-B5D3-B7C69C2D4F54}" dt="2026-01-20T00:05:39.999" v="136"/>
          <ac:spMkLst>
            <pc:docMk/>
            <pc:sldMk cId="1573992039" sldId="256"/>
            <ac:spMk id="13" creationId="{1511EE9F-F00D-67F2-9E31-C3BAC385D471}"/>
          </ac:spMkLst>
        </pc:spChg>
        <pc:spChg chg="add mod">
          <ac:chgData name="Fatima Pillosu" userId="a6295d4dc9e22643" providerId="LiveId" clId="{87453732-75AC-4426-B5D3-B7C69C2D4F54}" dt="2026-01-20T00:05:39.999" v="136"/>
          <ac:spMkLst>
            <pc:docMk/>
            <pc:sldMk cId="1573992039" sldId="256"/>
            <ac:spMk id="19" creationId="{C50DA8F2-67C7-C5D0-B56C-395E6FF51C3E}"/>
          </ac:spMkLst>
        </pc:spChg>
        <pc:spChg chg="add mod">
          <ac:chgData name="Fatima Pillosu" userId="a6295d4dc9e22643" providerId="LiveId" clId="{87453732-75AC-4426-B5D3-B7C69C2D4F54}" dt="2026-01-20T00:05:39.999" v="136"/>
          <ac:spMkLst>
            <pc:docMk/>
            <pc:sldMk cId="1573992039" sldId="256"/>
            <ac:spMk id="23" creationId="{76D1E4F0-E7AC-C3C5-ED97-F61560C1E1EF}"/>
          </ac:spMkLst>
        </pc:spChg>
        <pc:spChg chg="add mod">
          <ac:chgData name="Fatima Pillosu" userId="a6295d4dc9e22643" providerId="LiveId" clId="{87453732-75AC-4426-B5D3-B7C69C2D4F54}" dt="2026-01-20T00:05:39.999" v="136"/>
          <ac:spMkLst>
            <pc:docMk/>
            <pc:sldMk cId="1573992039" sldId="256"/>
            <ac:spMk id="25" creationId="{BB524B6D-71E2-956C-FE4D-0B746ECED834}"/>
          </ac:spMkLst>
        </pc:spChg>
        <pc:spChg chg="add mod">
          <ac:chgData name="Fatima Pillosu" userId="a6295d4dc9e22643" providerId="LiveId" clId="{87453732-75AC-4426-B5D3-B7C69C2D4F54}" dt="2026-01-20T00:05:39.999" v="136"/>
          <ac:spMkLst>
            <pc:docMk/>
            <pc:sldMk cId="1573992039" sldId="256"/>
            <ac:spMk id="31" creationId="{04ED0870-FE31-534A-4A90-FEA9E48D713B}"/>
          </ac:spMkLst>
        </pc:spChg>
        <pc:spChg chg="add mod">
          <ac:chgData name="Fatima Pillosu" userId="a6295d4dc9e22643" providerId="LiveId" clId="{87453732-75AC-4426-B5D3-B7C69C2D4F54}" dt="2026-01-20T00:05:39.999" v="136"/>
          <ac:spMkLst>
            <pc:docMk/>
            <pc:sldMk cId="1573992039" sldId="256"/>
            <ac:spMk id="33" creationId="{A68038B2-BD41-6560-B7A7-78304543B5F8}"/>
          </ac:spMkLst>
        </pc:spChg>
        <pc:spChg chg="add mod">
          <ac:chgData name="Fatima Pillosu" userId="a6295d4dc9e22643" providerId="LiveId" clId="{87453732-75AC-4426-B5D3-B7C69C2D4F54}" dt="2026-01-20T00:05:39.999" v="136"/>
          <ac:spMkLst>
            <pc:docMk/>
            <pc:sldMk cId="1573992039" sldId="256"/>
            <ac:spMk id="35" creationId="{1021A99F-85BA-873F-B850-AC7FFDE717BC}"/>
          </ac:spMkLst>
        </pc:spChg>
        <pc:spChg chg="mod">
          <ac:chgData name="Fatima Pillosu" userId="a6295d4dc9e22643" providerId="LiveId" clId="{87453732-75AC-4426-B5D3-B7C69C2D4F54}" dt="2026-01-20T00:05:54.951" v="140" actId="1076"/>
          <ac:spMkLst>
            <pc:docMk/>
            <pc:sldMk cId="1573992039" sldId="256"/>
            <ac:spMk id="47" creationId="{5CA4D6A9-0792-5E29-DA62-A5DBF037B22B}"/>
          </ac:spMkLst>
        </pc:spChg>
        <pc:spChg chg="add mod">
          <ac:chgData name="Fatima Pillosu" userId="a6295d4dc9e22643" providerId="LiveId" clId="{87453732-75AC-4426-B5D3-B7C69C2D4F54}" dt="2026-01-20T00:05:54.951" v="140" actId="1076"/>
          <ac:spMkLst>
            <pc:docMk/>
            <pc:sldMk cId="1573992039" sldId="256"/>
            <ac:spMk id="49" creationId="{94B0C2B1-31E6-1978-E467-2D3B669EA695}"/>
          </ac:spMkLst>
        </pc:spChg>
        <pc:spChg chg="mod">
          <ac:chgData name="Fatima Pillosu" userId="a6295d4dc9e22643" providerId="LiveId" clId="{87453732-75AC-4426-B5D3-B7C69C2D4F54}" dt="2026-01-20T00:05:54.951" v="140" actId="1076"/>
          <ac:spMkLst>
            <pc:docMk/>
            <pc:sldMk cId="1573992039" sldId="256"/>
            <ac:spMk id="50" creationId="{0D756F47-6773-61EE-FBB2-2FD6EA2404A7}"/>
          </ac:spMkLst>
        </pc:spChg>
        <pc:spChg chg="mod">
          <ac:chgData name="Fatima Pillosu" userId="a6295d4dc9e22643" providerId="LiveId" clId="{87453732-75AC-4426-B5D3-B7C69C2D4F54}" dt="2026-01-20T00:05:54.951" v="140" actId="1076"/>
          <ac:spMkLst>
            <pc:docMk/>
            <pc:sldMk cId="1573992039" sldId="256"/>
            <ac:spMk id="53" creationId="{D255BC9A-40E1-A5E2-0559-0A7205B39793}"/>
          </ac:spMkLst>
        </pc:spChg>
        <pc:spChg chg="add mod">
          <ac:chgData name="Fatima Pillosu" userId="a6295d4dc9e22643" providerId="LiveId" clId="{87453732-75AC-4426-B5D3-B7C69C2D4F54}" dt="2026-01-20T00:05:54.951" v="140" actId="1076"/>
          <ac:spMkLst>
            <pc:docMk/>
            <pc:sldMk cId="1573992039" sldId="256"/>
            <ac:spMk id="63" creationId="{E51641AA-6F79-6900-66D4-9E8509B65255}"/>
          </ac:spMkLst>
        </pc:spChg>
        <pc:spChg chg="mod">
          <ac:chgData name="Fatima Pillosu" userId="a6295d4dc9e22643" providerId="LiveId" clId="{87453732-75AC-4426-B5D3-B7C69C2D4F54}" dt="2026-01-20T00:06:27.992" v="144"/>
          <ac:spMkLst>
            <pc:docMk/>
            <pc:sldMk cId="1573992039" sldId="256"/>
            <ac:spMk id="832" creationId="{DEE113C7-80D8-F2A4-39D3-70B57205EC60}"/>
          </ac:spMkLst>
        </pc:spChg>
        <pc:spChg chg="add mod">
          <ac:chgData name="Fatima Pillosu" userId="a6295d4dc9e22643" providerId="LiveId" clId="{87453732-75AC-4426-B5D3-B7C69C2D4F54}" dt="2026-01-20T00:06:27.992" v="144"/>
          <ac:spMkLst>
            <pc:docMk/>
            <pc:sldMk cId="1573992039" sldId="256"/>
            <ac:spMk id="834" creationId="{255FCF48-52E3-4492-E94D-63EC8B3349BF}"/>
          </ac:spMkLst>
        </pc:spChg>
        <pc:spChg chg="del">
          <ac:chgData name="Fatima Pillosu" userId="a6295d4dc9e22643" providerId="LiveId" clId="{87453732-75AC-4426-B5D3-B7C69C2D4F54}" dt="2026-01-20T00:04:50.384" v="2" actId="478"/>
          <ac:spMkLst>
            <pc:docMk/>
            <pc:sldMk cId="1573992039" sldId="256"/>
            <ac:spMk id="838" creationId="{863D7830-3EC5-1488-4779-4B842624939D}"/>
          </ac:spMkLst>
        </pc:spChg>
        <pc:spChg chg="add mod">
          <ac:chgData name="Fatima Pillosu" userId="a6295d4dc9e22643" providerId="LiveId" clId="{87453732-75AC-4426-B5D3-B7C69C2D4F54}" dt="2026-01-20T00:06:27.992" v="144"/>
          <ac:spMkLst>
            <pc:docMk/>
            <pc:sldMk cId="1573992039" sldId="256"/>
            <ac:spMk id="840" creationId="{32FBFAAE-FDB5-9C28-E4FB-9767C60AD9AD}"/>
          </ac:spMkLst>
        </pc:spChg>
        <pc:spChg chg="mod">
          <ac:chgData name="Fatima Pillosu" userId="a6295d4dc9e22643" providerId="LiveId" clId="{87453732-75AC-4426-B5D3-B7C69C2D4F54}" dt="2026-01-20T00:05:18.392" v="91" actId="20577"/>
          <ac:spMkLst>
            <pc:docMk/>
            <pc:sldMk cId="1573992039" sldId="256"/>
            <ac:spMk id="862" creationId="{F4E1EB47-FB49-B221-8F40-6FAAC8188E34}"/>
          </ac:spMkLst>
        </pc:spChg>
        <pc:spChg chg="del">
          <ac:chgData name="Fatima Pillosu" userId="a6295d4dc9e22643" providerId="LiveId" clId="{87453732-75AC-4426-B5D3-B7C69C2D4F54}" dt="2026-01-20T00:04:48.915" v="1" actId="478"/>
          <ac:spMkLst>
            <pc:docMk/>
            <pc:sldMk cId="1573992039" sldId="256"/>
            <ac:spMk id="863" creationId="{1BD78840-0564-22E5-B26D-C7ADAF54B12C}"/>
          </ac:spMkLst>
        </pc:spChg>
        <pc:spChg chg="del">
          <ac:chgData name="Fatima Pillosu" userId="a6295d4dc9e22643" providerId="LiveId" clId="{87453732-75AC-4426-B5D3-B7C69C2D4F54}" dt="2026-01-20T00:04:47.387" v="0" actId="478"/>
          <ac:spMkLst>
            <pc:docMk/>
            <pc:sldMk cId="1573992039" sldId="256"/>
            <ac:spMk id="866" creationId="{31526C8F-65EA-4AE2-A6F7-E27D64A802EA}"/>
          </ac:spMkLst>
        </pc:spChg>
        <pc:spChg chg="del">
          <ac:chgData name="Fatima Pillosu" userId="a6295d4dc9e22643" providerId="LiveId" clId="{87453732-75AC-4426-B5D3-B7C69C2D4F54}" dt="2026-01-20T00:04:47.387" v="0" actId="478"/>
          <ac:spMkLst>
            <pc:docMk/>
            <pc:sldMk cId="1573992039" sldId="256"/>
            <ac:spMk id="867" creationId="{ADEEF2B1-EBC8-9F1F-6B1F-DD1E6A4ADDB0}"/>
          </ac:spMkLst>
        </pc:spChg>
        <pc:spChg chg="del">
          <ac:chgData name="Fatima Pillosu" userId="a6295d4dc9e22643" providerId="LiveId" clId="{87453732-75AC-4426-B5D3-B7C69C2D4F54}" dt="2026-01-20T00:04:47.387" v="0" actId="478"/>
          <ac:spMkLst>
            <pc:docMk/>
            <pc:sldMk cId="1573992039" sldId="256"/>
            <ac:spMk id="868" creationId="{CDB02FB9-7686-55B5-2237-CE34FE7138F4}"/>
          </ac:spMkLst>
        </pc:spChg>
        <pc:spChg chg="del">
          <ac:chgData name="Fatima Pillosu" userId="a6295d4dc9e22643" providerId="LiveId" clId="{87453732-75AC-4426-B5D3-B7C69C2D4F54}" dt="2026-01-20T00:04:47.387" v="0" actId="478"/>
          <ac:spMkLst>
            <pc:docMk/>
            <pc:sldMk cId="1573992039" sldId="256"/>
            <ac:spMk id="870" creationId="{F1CE41FF-7B22-BB87-5437-9C5A6D9C40EA}"/>
          </ac:spMkLst>
        </pc:spChg>
        <pc:spChg chg="del">
          <ac:chgData name="Fatima Pillosu" userId="a6295d4dc9e22643" providerId="LiveId" clId="{87453732-75AC-4426-B5D3-B7C69C2D4F54}" dt="2026-01-20T00:04:50.384" v="2" actId="478"/>
          <ac:spMkLst>
            <pc:docMk/>
            <pc:sldMk cId="1573992039" sldId="256"/>
            <ac:spMk id="872" creationId="{9D4C28E0-97DE-3DC8-9344-F610BE62157D}"/>
          </ac:spMkLst>
        </pc:spChg>
        <pc:spChg chg="del">
          <ac:chgData name="Fatima Pillosu" userId="a6295d4dc9e22643" providerId="LiveId" clId="{87453732-75AC-4426-B5D3-B7C69C2D4F54}" dt="2026-01-20T00:04:47.387" v="0" actId="478"/>
          <ac:spMkLst>
            <pc:docMk/>
            <pc:sldMk cId="1573992039" sldId="256"/>
            <ac:spMk id="876" creationId="{1B78CC36-883D-5957-AD5C-423198EA1845}"/>
          </ac:spMkLst>
        </pc:spChg>
        <pc:spChg chg="del">
          <ac:chgData name="Fatima Pillosu" userId="a6295d4dc9e22643" providerId="LiveId" clId="{87453732-75AC-4426-B5D3-B7C69C2D4F54}" dt="2026-01-20T00:04:47.387" v="0" actId="478"/>
          <ac:spMkLst>
            <pc:docMk/>
            <pc:sldMk cId="1573992039" sldId="256"/>
            <ac:spMk id="880" creationId="{843DCFB4-D832-CE14-33FD-22FE10682A05}"/>
          </ac:spMkLst>
        </pc:spChg>
        <pc:spChg chg="del">
          <ac:chgData name="Fatima Pillosu" userId="a6295d4dc9e22643" providerId="LiveId" clId="{87453732-75AC-4426-B5D3-B7C69C2D4F54}" dt="2026-01-20T00:04:47.387" v="0" actId="478"/>
          <ac:spMkLst>
            <pc:docMk/>
            <pc:sldMk cId="1573992039" sldId="256"/>
            <ac:spMk id="890" creationId="{E3F5F678-30B9-E5A6-EDA8-349820A25D9E}"/>
          </ac:spMkLst>
        </pc:spChg>
        <pc:spChg chg="del">
          <ac:chgData name="Fatima Pillosu" userId="a6295d4dc9e22643" providerId="LiveId" clId="{87453732-75AC-4426-B5D3-B7C69C2D4F54}" dt="2026-01-20T00:04:47.387" v="0" actId="478"/>
          <ac:spMkLst>
            <pc:docMk/>
            <pc:sldMk cId="1573992039" sldId="256"/>
            <ac:spMk id="893" creationId="{9B7BC31B-AF25-6343-17FE-7E9A8F8B73EB}"/>
          </ac:spMkLst>
        </pc:spChg>
        <pc:spChg chg="del">
          <ac:chgData name="Fatima Pillosu" userId="a6295d4dc9e22643" providerId="LiveId" clId="{87453732-75AC-4426-B5D3-B7C69C2D4F54}" dt="2026-01-20T00:04:47.387" v="0" actId="478"/>
          <ac:spMkLst>
            <pc:docMk/>
            <pc:sldMk cId="1573992039" sldId="256"/>
            <ac:spMk id="894" creationId="{2D87FE8A-4BD4-D2C0-4981-4C00E52C4C21}"/>
          </ac:spMkLst>
        </pc:spChg>
        <pc:spChg chg="del">
          <ac:chgData name="Fatima Pillosu" userId="a6295d4dc9e22643" providerId="LiveId" clId="{87453732-75AC-4426-B5D3-B7C69C2D4F54}" dt="2026-01-20T00:04:47.387" v="0" actId="478"/>
          <ac:spMkLst>
            <pc:docMk/>
            <pc:sldMk cId="1573992039" sldId="256"/>
            <ac:spMk id="901" creationId="{16D7E8D5-094D-0801-2477-66BD27467E33}"/>
          </ac:spMkLst>
        </pc:spChg>
        <pc:spChg chg="del">
          <ac:chgData name="Fatima Pillosu" userId="a6295d4dc9e22643" providerId="LiveId" clId="{87453732-75AC-4426-B5D3-B7C69C2D4F54}" dt="2026-01-20T00:05:28.200" v="92" actId="478"/>
          <ac:spMkLst>
            <pc:docMk/>
            <pc:sldMk cId="1573992039" sldId="256"/>
            <ac:spMk id="902" creationId="{5E7D516C-6098-CA78-A68A-A60E91A03B8B}"/>
          </ac:spMkLst>
        </pc:spChg>
        <pc:spChg chg="del">
          <ac:chgData name="Fatima Pillosu" userId="a6295d4dc9e22643" providerId="LiveId" clId="{87453732-75AC-4426-B5D3-B7C69C2D4F54}" dt="2026-01-20T00:06:17.408" v="143" actId="21"/>
          <ac:spMkLst>
            <pc:docMk/>
            <pc:sldMk cId="1573992039" sldId="256"/>
            <ac:spMk id="903" creationId="{28602834-4445-244F-EBAA-6A145FEF4FE1}"/>
          </ac:spMkLst>
        </pc:spChg>
        <pc:spChg chg="mod">
          <ac:chgData name="Fatima Pillosu" userId="a6295d4dc9e22643" providerId="LiveId" clId="{87453732-75AC-4426-B5D3-B7C69C2D4F54}" dt="2026-01-20T00:05:36.133" v="135" actId="1035"/>
          <ac:spMkLst>
            <pc:docMk/>
            <pc:sldMk cId="1573992039" sldId="256"/>
            <ac:spMk id="904" creationId="{6398BBB5-C5B7-3FA0-2762-675850631296}"/>
          </ac:spMkLst>
        </pc:spChg>
        <pc:spChg chg="del mod">
          <ac:chgData name="Fatima Pillosu" userId="a6295d4dc9e22643" providerId="LiveId" clId="{87453732-75AC-4426-B5D3-B7C69C2D4F54}" dt="2026-01-20T00:06:17.408" v="143" actId="21"/>
          <ac:spMkLst>
            <pc:docMk/>
            <pc:sldMk cId="1573992039" sldId="256"/>
            <ac:spMk id="909" creationId="{964EC952-07EF-AA5F-815E-D6BF5819DB79}"/>
          </ac:spMkLst>
        </pc:spChg>
        <pc:spChg chg="del">
          <ac:chgData name="Fatima Pillosu" userId="a6295d4dc9e22643" providerId="LiveId" clId="{87453732-75AC-4426-B5D3-B7C69C2D4F54}" dt="2026-01-20T00:06:17.408" v="143" actId="21"/>
          <ac:spMkLst>
            <pc:docMk/>
            <pc:sldMk cId="1573992039" sldId="256"/>
            <ac:spMk id="920" creationId="{609B895C-8C96-00FC-B186-7A3C7A3E9132}"/>
          </ac:spMkLst>
        </pc:spChg>
        <pc:spChg chg="mod">
          <ac:chgData name="Fatima Pillosu" userId="a6295d4dc9e22643" providerId="LiveId" clId="{87453732-75AC-4426-B5D3-B7C69C2D4F54}" dt="2026-01-20T00:05:36.133" v="135" actId="1035"/>
          <ac:spMkLst>
            <pc:docMk/>
            <pc:sldMk cId="1573992039" sldId="256"/>
            <ac:spMk id="927" creationId="{78EFBCC5-7C3E-9B4A-372C-36A98A9D7290}"/>
          </ac:spMkLst>
        </pc:spChg>
        <pc:spChg chg="del">
          <ac:chgData name="Fatima Pillosu" userId="a6295d4dc9e22643" providerId="LiveId" clId="{87453732-75AC-4426-B5D3-B7C69C2D4F54}" dt="2026-01-20T00:06:17.408" v="143" actId="21"/>
          <ac:spMkLst>
            <pc:docMk/>
            <pc:sldMk cId="1573992039" sldId="256"/>
            <ac:spMk id="931" creationId="{6C363CBB-B56A-F312-7FA8-51FFC4BAD1BC}"/>
          </ac:spMkLst>
        </pc:spChg>
        <pc:spChg chg="del">
          <ac:chgData name="Fatima Pillosu" userId="a6295d4dc9e22643" providerId="LiveId" clId="{87453732-75AC-4426-B5D3-B7C69C2D4F54}" dt="2026-01-20T00:06:17.408" v="143" actId="21"/>
          <ac:spMkLst>
            <pc:docMk/>
            <pc:sldMk cId="1573992039" sldId="256"/>
            <ac:spMk id="954" creationId="{32FBFAAE-FDB5-9C28-E4FB-9767C60AD9AD}"/>
          </ac:spMkLst>
        </pc:spChg>
        <pc:spChg chg="mod">
          <ac:chgData name="Fatima Pillosu" userId="a6295d4dc9e22643" providerId="LiveId" clId="{87453732-75AC-4426-B5D3-B7C69C2D4F54}" dt="2026-01-20T00:05:36.133" v="135" actId="1035"/>
          <ac:spMkLst>
            <pc:docMk/>
            <pc:sldMk cId="1573992039" sldId="256"/>
            <ac:spMk id="957" creationId="{C9F997BA-C09E-F977-2962-97E5EC2E4278}"/>
          </ac:spMkLst>
        </pc:spChg>
        <pc:spChg chg="mod">
          <ac:chgData name="Fatima Pillosu" userId="a6295d4dc9e22643" providerId="LiveId" clId="{87453732-75AC-4426-B5D3-B7C69C2D4F54}" dt="2026-01-20T00:05:36.133" v="135" actId="1035"/>
          <ac:spMkLst>
            <pc:docMk/>
            <pc:sldMk cId="1573992039" sldId="256"/>
            <ac:spMk id="962" creationId="{C17130AE-9C84-70A6-B5E3-D8C639C2F071}"/>
          </ac:spMkLst>
        </pc:spChg>
        <pc:spChg chg="add mod">
          <ac:chgData name="Fatima Pillosu" userId="a6295d4dc9e22643" providerId="LiveId" clId="{87453732-75AC-4426-B5D3-B7C69C2D4F54}" dt="2026-01-20T00:05:54.951" v="140" actId="1076"/>
          <ac:spMkLst>
            <pc:docMk/>
            <pc:sldMk cId="1573992039" sldId="256"/>
            <ac:spMk id="972" creationId="{C8C4BEE6-6376-0E74-4150-BF74DE0D27C7}"/>
          </ac:spMkLst>
        </pc:spChg>
        <pc:spChg chg="mod">
          <ac:chgData name="Fatima Pillosu" userId="a6295d4dc9e22643" providerId="LiveId" clId="{87453732-75AC-4426-B5D3-B7C69C2D4F54}" dt="2026-01-20T00:05:36.133" v="135" actId="1035"/>
          <ac:spMkLst>
            <pc:docMk/>
            <pc:sldMk cId="1573992039" sldId="256"/>
            <ac:spMk id="974" creationId="{6D8A9C3F-217E-9DEA-31D3-F668D73532C6}"/>
          </ac:spMkLst>
        </pc:spChg>
        <pc:spChg chg="mod">
          <ac:chgData name="Fatima Pillosu" userId="a6295d4dc9e22643" providerId="LiveId" clId="{87453732-75AC-4426-B5D3-B7C69C2D4F54}" dt="2026-01-20T00:05:36.133" v="135" actId="1035"/>
          <ac:spMkLst>
            <pc:docMk/>
            <pc:sldMk cId="1573992039" sldId="256"/>
            <ac:spMk id="976" creationId="{0CF803A3-4BEB-9400-7B38-57E687183C6D}"/>
          </ac:spMkLst>
        </pc:spChg>
        <pc:spChg chg="del">
          <ac:chgData name="Fatima Pillosu" userId="a6295d4dc9e22643" providerId="LiveId" clId="{87453732-75AC-4426-B5D3-B7C69C2D4F54}" dt="2026-01-20T00:06:17.408" v="143" actId="21"/>
          <ac:spMkLst>
            <pc:docMk/>
            <pc:sldMk cId="1573992039" sldId="256"/>
            <ac:spMk id="982" creationId="{05F40DB0-4698-E06C-0A8E-89913B152B5D}"/>
          </ac:spMkLst>
        </pc:spChg>
        <pc:spChg chg="del">
          <ac:chgData name="Fatima Pillosu" userId="a6295d4dc9e22643" providerId="LiveId" clId="{87453732-75AC-4426-B5D3-B7C69C2D4F54}" dt="2026-01-20T00:06:17.408" v="143" actId="21"/>
          <ac:spMkLst>
            <pc:docMk/>
            <pc:sldMk cId="1573992039" sldId="256"/>
            <ac:spMk id="990" creationId="{3E1A0180-88A4-FC9F-9519-D1D7BDCA0811}"/>
          </ac:spMkLst>
        </pc:spChg>
        <pc:spChg chg="del">
          <ac:chgData name="Fatima Pillosu" userId="a6295d4dc9e22643" providerId="LiveId" clId="{87453732-75AC-4426-B5D3-B7C69C2D4F54}" dt="2026-01-20T00:06:17.408" v="143" actId="21"/>
          <ac:spMkLst>
            <pc:docMk/>
            <pc:sldMk cId="1573992039" sldId="256"/>
            <ac:spMk id="992" creationId="{6294855B-E047-F82E-4381-14F2D4005F14}"/>
          </ac:spMkLst>
        </pc:spChg>
        <pc:spChg chg="add mod">
          <ac:chgData name="Fatima Pillosu" userId="a6295d4dc9e22643" providerId="LiveId" clId="{87453732-75AC-4426-B5D3-B7C69C2D4F54}" dt="2026-01-20T00:05:54.951" v="140" actId="1076"/>
          <ac:spMkLst>
            <pc:docMk/>
            <pc:sldMk cId="1573992039" sldId="256"/>
            <ac:spMk id="999" creationId="{54066B8D-FAB6-E393-A31E-DBD9964AA0F3}"/>
          </ac:spMkLst>
        </pc:spChg>
        <pc:spChg chg="add mod">
          <ac:chgData name="Fatima Pillosu" userId="a6295d4dc9e22643" providerId="LiveId" clId="{87453732-75AC-4426-B5D3-B7C69C2D4F54}" dt="2026-01-20T00:05:54.951" v="140" actId="1076"/>
          <ac:spMkLst>
            <pc:docMk/>
            <pc:sldMk cId="1573992039" sldId="256"/>
            <ac:spMk id="1000" creationId="{696A8281-B551-088A-C0CF-AD4F0B2FA950}"/>
          </ac:spMkLst>
        </pc:spChg>
        <pc:spChg chg="mod">
          <ac:chgData name="Fatima Pillosu" userId="a6295d4dc9e22643" providerId="LiveId" clId="{87453732-75AC-4426-B5D3-B7C69C2D4F54}" dt="2026-01-20T00:05:48.706" v="139"/>
          <ac:spMkLst>
            <pc:docMk/>
            <pc:sldMk cId="1573992039" sldId="256"/>
            <ac:spMk id="1004" creationId="{A098E57B-0652-A815-08A9-56D8F2C9CDCD}"/>
          </ac:spMkLst>
        </pc:spChg>
        <pc:spChg chg="mod">
          <ac:chgData name="Fatima Pillosu" userId="a6295d4dc9e22643" providerId="LiveId" clId="{87453732-75AC-4426-B5D3-B7C69C2D4F54}" dt="2026-01-20T00:05:48.706" v="139"/>
          <ac:spMkLst>
            <pc:docMk/>
            <pc:sldMk cId="1573992039" sldId="256"/>
            <ac:spMk id="1010" creationId="{F1600633-11EB-EEC9-9740-B7E5BF570822}"/>
          </ac:spMkLst>
        </pc:spChg>
        <pc:spChg chg="mod">
          <ac:chgData name="Fatima Pillosu" userId="a6295d4dc9e22643" providerId="LiveId" clId="{87453732-75AC-4426-B5D3-B7C69C2D4F54}" dt="2026-01-20T00:05:48.706" v="139"/>
          <ac:spMkLst>
            <pc:docMk/>
            <pc:sldMk cId="1573992039" sldId="256"/>
            <ac:spMk id="1016" creationId="{6EE340B6-D3A0-2A6E-B601-69A883FF0350}"/>
          </ac:spMkLst>
        </pc:spChg>
        <pc:spChg chg="add mod">
          <ac:chgData name="Fatima Pillosu" userId="a6295d4dc9e22643" providerId="LiveId" clId="{87453732-75AC-4426-B5D3-B7C69C2D4F54}" dt="2026-01-20T00:05:54.951" v="140" actId="1076"/>
          <ac:spMkLst>
            <pc:docMk/>
            <pc:sldMk cId="1573992039" sldId="256"/>
            <ac:spMk id="1017" creationId="{181CF5A4-A6E8-DE3E-D312-EF059C34A5F1}"/>
          </ac:spMkLst>
        </pc:spChg>
        <pc:spChg chg="mod">
          <ac:chgData name="Fatima Pillosu" userId="a6295d4dc9e22643" providerId="LiveId" clId="{87453732-75AC-4426-B5D3-B7C69C2D4F54}" dt="2026-01-20T00:05:36.133" v="135" actId="1035"/>
          <ac:spMkLst>
            <pc:docMk/>
            <pc:sldMk cId="1573992039" sldId="256"/>
            <ac:spMk id="1022" creationId="{551F3E36-7EC4-F8B9-3B05-22579CD90230}"/>
          </ac:spMkLst>
        </pc:spChg>
        <pc:spChg chg="del">
          <ac:chgData name="Fatima Pillosu" userId="a6295d4dc9e22643" providerId="LiveId" clId="{87453732-75AC-4426-B5D3-B7C69C2D4F54}" dt="2026-01-20T00:06:17.408" v="143" actId="21"/>
          <ac:spMkLst>
            <pc:docMk/>
            <pc:sldMk cId="1573992039" sldId="256"/>
            <ac:spMk id="1023" creationId="{B7776DAF-AB8C-150D-9732-CC67560B199A}"/>
          </ac:spMkLst>
        </pc:spChg>
        <pc:spChg chg="del">
          <ac:chgData name="Fatima Pillosu" userId="a6295d4dc9e22643" providerId="LiveId" clId="{87453732-75AC-4426-B5D3-B7C69C2D4F54}" dt="2026-01-20T00:06:17.408" v="143" actId="21"/>
          <ac:spMkLst>
            <pc:docMk/>
            <pc:sldMk cId="1573992039" sldId="256"/>
            <ac:spMk id="1024" creationId="{5A29D75E-81FE-2F24-F24E-E7FF79731679}"/>
          </ac:spMkLst>
        </pc:spChg>
        <pc:spChg chg="mod">
          <ac:chgData name="Fatima Pillosu" userId="a6295d4dc9e22643" providerId="LiveId" clId="{87453732-75AC-4426-B5D3-B7C69C2D4F54}" dt="2026-01-20T00:05:36.133" v="135" actId="1035"/>
          <ac:spMkLst>
            <pc:docMk/>
            <pc:sldMk cId="1573992039" sldId="256"/>
            <ac:spMk id="1026" creationId="{F6D48A6B-C064-E9C2-ABC9-C06729342EA6}"/>
          </ac:spMkLst>
        </pc:spChg>
        <pc:spChg chg="mod">
          <ac:chgData name="Fatima Pillosu" userId="a6295d4dc9e22643" providerId="LiveId" clId="{87453732-75AC-4426-B5D3-B7C69C2D4F54}" dt="2026-01-20T00:05:36.133" v="135" actId="1035"/>
          <ac:spMkLst>
            <pc:docMk/>
            <pc:sldMk cId="1573992039" sldId="256"/>
            <ac:spMk id="1034" creationId="{EEE42CED-F621-12CD-E62E-637B87C9AF4B}"/>
          </ac:spMkLst>
        </pc:spChg>
        <pc:spChg chg="add mod">
          <ac:chgData name="Fatima Pillosu" userId="a6295d4dc9e22643" providerId="LiveId" clId="{87453732-75AC-4426-B5D3-B7C69C2D4F54}" dt="2026-01-20T00:05:54.951" v="140" actId="1076"/>
          <ac:spMkLst>
            <pc:docMk/>
            <pc:sldMk cId="1573992039" sldId="256"/>
            <ac:spMk id="1037" creationId="{090F0BD1-9587-ABAE-9C45-FC88C5817D07}"/>
          </ac:spMkLst>
        </pc:spChg>
        <pc:spChg chg="add del">
          <ac:chgData name="Fatima Pillosu" userId="a6295d4dc9e22643" providerId="LiveId" clId="{87453732-75AC-4426-B5D3-B7C69C2D4F54}" dt="2026-01-20T00:06:15.228" v="142" actId="478"/>
          <ac:spMkLst>
            <pc:docMk/>
            <pc:sldMk cId="1573992039" sldId="256"/>
            <ac:spMk id="1041" creationId="{1E5D66FA-EFC0-033C-8CCA-7AD9A29FE854}"/>
          </ac:spMkLst>
        </pc:spChg>
        <pc:spChg chg="add mod">
          <ac:chgData name="Fatima Pillosu" userId="a6295d4dc9e22643" providerId="LiveId" clId="{87453732-75AC-4426-B5D3-B7C69C2D4F54}" dt="2026-01-20T00:06:27.992" v="144"/>
          <ac:spMkLst>
            <pc:docMk/>
            <pc:sldMk cId="1573992039" sldId="256"/>
            <ac:spMk id="1051" creationId="{0EB5DAC0-7D5E-19E0-EF75-D601AE5E3294}"/>
          </ac:spMkLst>
        </pc:spChg>
        <pc:spChg chg="add mod">
          <ac:chgData name="Fatima Pillosu" userId="a6295d4dc9e22643" providerId="LiveId" clId="{87453732-75AC-4426-B5D3-B7C69C2D4F54}" dt="2026-01-20T00:06:27.992" v="144"/>
          <ac:spMkLst>
            <pc:docMk/>
            <pc:sldMk cId="1573992039" sldId="256"/>
            <ac:spMk id="1052" creationId="{964EC952-07EF-AA5F-815E-D6BF5819DB79}"/>
          </ac:spMkLst>
        </pc:spChg>
        <pc:spChg chg="add mod">
          <ac:chgData name="Fatima Pillosu" userId="a6295d4dc9e22643" providerId="LiveId" clId="{87453732-75AC-4426-B5D3-B7C69C2D4F54}" dt="2026-01-20T00:06:27.992" v="144"/>
          <ac:spMkLst>
            <pc:docMk/>
            <pc:sldMk cId="1573992039" sldId="256"/>
            <ac:spMk id="1056" creationId="{6C660C77-D465-82E3-BFA2-7CB49265F32B}"/>
          </ac:spMkLst>
        </pc:spChg>
        <pc:spChg chg="add mod">
          <ac:chgData name="Fatima Pillosu" userId="a6295d4dc9e22643" providerId="LiveId" clId="{87453732-75AC-4426-B5D3-B7C69C2D4F54}" dt="2026-01-20T00:06:27.992" v="144"/>
          <ac:spMkLst>
            <pc:docMk/>
            <pc:sldMk cId="1573992039" sldId="256"/>
            <ac:spMk id="1101" creationId="{AEF79955-9585-5CF1-C444-DDF210469501}"/>
          </ac:spMkLst>
        </pc:spChg>
        <pc:spChg chg="add mod">
          <ac:chgData name="Fatima Pillosu" userId="a6295d4dc9e22643" providerId="LiveId" clId="{87453732-75AC-4426-B5D3-B7C69C2D4F54}" dt="2026-01-20T00:06:27.992" v="144"/>
          <ac:spMkLst>
            <pc:docMk/>
            <pc:sldMk cId="1573992039" sldId="256"/>
            <ac:spMk id="1108" creationId="{B2394BC8-687D-D688-2D19-7127147A70A1}"/>
          </ac:spMkLst>
        </pc:spChg>
        <pc:spChg chg="add mod">
          <ac:chgData name="Fatima Pillosu" userId="a6295d4dc9e22643" providerId="LiveId" clId="{87453732-75AC-4426-B5D3-B7C69C2D4F54}" dt="2026-01-20T00:06:27.992" v="144"/>
          <ac:spMkLst>
            <pc:docMk/>
            <pc:sldMk cId="1573992039" sldId="256"/>
            <ac:spMk id="1124" creationId="{B7776DAF-AB8C-150D-9732-CC67560B199A}"/>
          </ac:spMkLst>
        </pc:spChg>
        <pc:spChg chg="add mod">
          <ac:chgData name="Fatima Pillosu" userId="a6295d4dc9e22643" providerId="LiveId" clId="{87453732-75AC-4426-B5D3-B7C69C2D4F54}" dt="2026-01-20T00:06:27.992" v="144"/>
          <ac:spMkLst>
            <pc:docMk/>
            <pc:sldMk cId="1573992039" sldId="256"/>
            <ac:spMk id="1145" creationId="{0D756F47-6773-61EE-FBB2-2FD6EA2404A7}"/>
          </ac:spMkLst>
        </pc:spChg>
        <pc:grpChg chg="mod">
          <ac:chgData name="Fatima Pillosu" userId="a6295d4dc9e22643" providerId="LiveId" clId="{87453732-75AC-4426-B5D3-B7C69C2D4F54}" dt="2026-01-20T00:05:42.919" v="138" actId="1076"/>
          <ac:grpSpMkLst>
            <pc:docMk/>
            <pc:sldMk cId="1573992039" sldId="256"/>
            <ac:grpSpMk id="937" creationId="{F05C852A-D7BE-F512-A142-B8804CE3138D}"/>
          </ac:grpSpMkLst>
        </pc:grpChg>
        <pc:cxnChg chg="del">
          <ac:chgData name="Fatima Pillosu" userId="a6295d4dc9e22643" providerId="LiveId" clId="{87453732-75AC-4426-B5D3-B7C69C2D4F54}" dt="2026-01-20T00:04:50.384" v="2" actId="478"/>
          <ac:cxnSpMkLst>
            <pc:docMk/>
            <pc:sldMk cId="1573992039" sldId="256"/>
            <ac:cxnSpMk id="855" creationId="{A9EAFB7D-EF2C-3FE3-1553-F2A5789D0B0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15" y="636266"/>
            <a:ext cx="3519170" cy="1353526"/>
          </a:xfrm>
        </p:spPr>
        <p:txBody>
          <a:bodyPr anchor="b"/>
          <a:lstStyle>
            <a:lvl1pPr algn="ctr"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2041989"/>
            <a:ext cx="3105150" cy="938649"/>
          </a:xfrm>
        </p:spPr>
        <p:txBody>
          <a:bodyPr/>
          <a:lstStyle>
            <a:lvl1pPr marL="0" indent="0" algn="ctr">
              <a:buNone/>
              <a:defRPr sz="1087"/>
            </a:lvl1pPr>
            <a:lvl2pPr marL="207020" indent="0" algn="ctr">
              <a:buNone/>
              <a:defRPr sz="906"/>
            </a:lvl2pPr>
            <a:lvl3pPr marL="414040" indent="0" algn="ctr">
              <a:buNone/>
              <a:defRPr sz="815"/>
            </a:lvl3pPr>
            <a:lvl4pPr marL="621060" indent="0" algn="ctr">
              <a:buNone/>
              <a:defRPr sz="724"/>
            </a:lvl4pPr>
            <a:lvl5pPr marL="828081" indent="0" algn="ctr">
              <a:buNone/>
              <a:defRPr sz="724"/>
            </a:lvl5pPr>
            <a:lvl6pPr marL="1035101" indent="0" algn="ctr">
              <a:buNone/>
              <a:defRPr sz="724"/>
            </a:lvl6pPr>
            <a:lvl7pPr marL="1242121" indent="0" algn="ctr">
              <a:buNone/>
              <a:defRPr sz="724"/>
            </a:lvl7pPr>
            <a:lvl8pPr marL="1449141" indent="0" algn="ctr">
              <a:buNone/>
              <a:defRPr sz="724"/>
            </a:lvl8pPr>
            <a:lvl9pPr marL="1656161" indent="0" algn="ctr">
              <a:buNone/>
              <a:defRPr sz="7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10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944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969248"/>
            <a:ext cx="3570923" cy="1617212"/>
          </a:xfrm>
        </p:spPr>
        <p:txBody>
          <a:bodyPr anchor="b"/>
          <a:lstStyle>
            <a:lvl1pPr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2601759"/>
            <a:ext cx="3570923" cy="850453"/>
          </a:xfrm>
        </p:spPr>
        <p:txBody>
          <a:bodyPr/>
          <a:lstStyle>
            <a:lvl1pPr marL="0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1pPr>
            <a:lvl2pPr marL="207020" indent="0">
              <a:buNone/>
              <a:defRPr sz="906">
                <a:solidFill>
                  <a:schemeClr val="tx1">
                    <a:tint val="82000"/>
                  </a:schemeClr>
                </a:solidFill>
              </a:defRPr>
            </a:lvl2pPr>
            <a:lvl3pPr marL="414040" indent="0">
              <a:buNone/>
              <a:defRPr sz="815">
                <a:solidFill>
                  <a:schemeClr val="tx1">
                    <a:tint val="82000"/>
                  </a:schemeClr>
                </a:solidFill>
              </a:defRPr>
            </a:lvl3pPr>
            <a:lvl4pPr marL="621060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4pPr>
            <a:lvl5pPr marL="82808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5pPr>
            <a:lvl6pPr marL="103510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6pPr>
            <a:lvl7pPr marL="124212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7pPr>
            <a:lvl8pPr marL="144914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8pPr>
            <a:lvl9pPr marL="165616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358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1034943"/>
            <a:ext cx="1759585" cy="24667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1034943"/>
            <a:ext cx="1759585" cy="24667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00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06990"/>
            <a:ext cx="3570923" cy="7514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9" y="953048"/>
            <a:ext cx="1751498" cy="467074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9" y="1420123"/>
            <a:ext cx="1751498" cy="20887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7" y="953048"/>
            <a:ext cx="1760124" cy="467074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7" y="1420123"/>
            <a:ext cx="1760124" cy="20887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3369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4949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46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59186"/>
            <a:ext cx="1335322" cy="907151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559770"/>
            <a:ext cx="2095976" cy="2762849"/>
          </a:xfrm>
        </p:spPr>
        <p:txBody>
          <a:bodyPr/>
          <a:lstStyle>
            <a:lvl1pPr>
              <a:defRPr sz="1449"/>
            </a:lvl1pPr>
            <a:lvl2pPr>
              <a:defRPr sz="1268"/>
            </a:lvl2pPr>
            <a:lvl3pPr>
              <a:defRPr sz="1087"/>
            </a:lvl3pPr>
            <a:lvl4pPr>
              <a:defRPr sz="906"/>
            </a:lvl4pPr>
            <a:lvl5pPr>
              <a:defRPr sz="906"/>
            </a:lvl5pPr>
            <a:lvl6pPr>
              <a:defRPr sz="906"/>
            </a:lvl6pPr>
            <a:lvl7pPr>
              <a:defRPr sz="906"/>
            </a:lvl7pPr>
            <a:lvl8pPr>
              <a:defRPr sz="906"/>
            </a:lvl8pPr>
            <a:lvl9pPr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166337"/>
            <a:ext cx="1335322" cy="2160782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143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59186"/>
            <a:ext cx="1335322" cy="907151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559770"/>
            <a:ext cx="2095976" cy="2762849"/>
          </a:xfrm>
        </p:spPr>
        <p:txBody>
          <a:bodyPr anchor="t"/>
          <a:lstStyle>
            <a:lvl1pPr marL="0" indent="0">
              <a:buNone/>
              <a:defRPr sz="1449"/>
            </a:lvl1pPr>
            <a:lvl2pPr marL="207020" indent="0">
              <a:buNone/>
              <a:defRPr sz="1268"/>
            </a:lvl2pPr>
            <a:lvl3pPr marL="414040" indent="0">
              <a:buNone/>
              <a:defRPr sz="1087"/>
            </a:lvl3pPr>
            <a:lvl4pPr marL="621060" indent="0">
              <a:buNone/>
              <a:defRPr sz="906"/>
            </a:lvl4pPr>
            <a:lvl5pPr marL="828081" indent="0">
              <a:buNone/>
              <a:defRPr sz="906"/>
            </a:lvl5pPr>
            <a:lvl6pPr marL="1035101" indent="0">
              <a:buNone/>
              <a:defRPr sz="906"/>
            </a:lvl6pPr>
            <a:lvl7pPr marL="1242121" indent="0">
              <a:buNone/>
              <a:defRPr sz="906"/>
            </a:lvl7pPr>
            <a:lvl8pPr marL="1449141" indent="0">
              <a:buNone/>
              <a:defRPr sz="906"/>
            </a:lvl8pPr>
            <a:lvl9pPr marL="1656161" indent="0">
              <a:buNone/>
              <a:defRPr sz="9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166337"/>
            <a:ext cx="1335322" cy="2160782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346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114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1" y="206989"/>
            <a:ext cx="892731" cy="32947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206989"/>
            <a:ext cx="2626439" cy="32947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611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206990"/>
            <a:ext cx="3570923" cy="751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1034943"/>
            <a:ext cx="3570923" cy="2466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3603404"/>
            <a:ext cx="931545" cy="206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3603404"/>
            <a:ext cx="1397318" cy="206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3603404"/>
            <a:ext cx="931545" cy="206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1497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414040" rtl="0" eaLnBrk="1" latinLnBrk="0" hangingPunct="1">
        <a:lnSpc>
          <a:spcPct val="90000"/>
        </a:lnSpc>
        <a:spcBef>
          <a:spcPct val="0"/>
        </a:spcBef>
        <a:buNone/>
        <a:defRPr sz="1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510" indent="-103510" algn="l" defTabSz="414040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268" kern="1200">
          <a:solidFill>
            <a:schemeClr val="tx1"/>
          </a:solidFill>
          <a:latin typeface="+mn-lt"/>
          <a:ea typeface="+mn-ea"/>
          <a:cs typeface="+mn-cs"/>
        </a:defRPr>
      </a:lvl1pPr>
      <a:lvl2pPr marL="31053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1755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906" kern="1200">
          <a:solidFill>
            <a:schemeClr val="tx1"/>
          </a:solidFill>
          <a:latin typeface="+mn-lt"/>
          <a:ea typeface="+mn-ea"/>
          <a:cs typeface="+mn-cs"/>
        </a:defRPr>
      </a:lvl3pPr>
      <a:lvl4pPr marL="7245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93159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13861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34563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55265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7596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1pPr>
      <a:lvl2pPr marL="20702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2pPr>
      <a:lvl3pPr marL="41404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2106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82808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03510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24212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44914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65616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968EEE52-4EB8-C466-7DEB-ABB9361631DF}"/>
              </a:ext>
            </a:extLst>
          </p:cNvPr>
          <p:cNvCxnSpPr>
            <a:cxnSpLocks/>
          </p:cNvCxnSpPr>
          <p:nvPr/>
        </p:nvCxnSpPr>
        <p:spPr>
          <a:xfrm>
            <a:off x="320270" y="1914148"/>
            <a:ext cx="54179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3" name="Freeform: Shape 1042">
            <a:extLst>
              <a:ext uri="{FF2B5EF4-FFF2-40B4-BE49-F238E27FC236}">
                <a16:creationId xmlns:a16="http://schemas.microsoft.com/office/drawing/2014/main" id="{1CC68D49-F510-1250-0884-6934B89FDF60}"/>
              </a:ext>
            </a:extLst>
          </p:cNvPr>
          <p:cNvSpPr/>
          <p:nvPr/>
        </p:nvSpPr>
        <p:spPr>
          <a:xfrm>
            <a:off x="2434562" y="1916644"/>
            <a:ext cx="528597" cy="520390"/>
          </a:xfrm>
          <a:custGeom>
            <a:avLst/>
            <a:gdLst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09550 w 3219450"/>
              <a:gd name="connsiteY2" fmla="*/ 85090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9450" h="3225800">
                <a:moveTo>
                  <a:pt x="0" y="3225800"/>
                </a:moveTo>
                <a:cubicBezTo>
                  <a:pt x="17462" y="2795058"/>
                  <a:pt x="31750" y="2380192"/>
                  <a:pt x="69850" y="1968500"/>
                </a:cubicBezTo>
                <a:cubicBezTo>
                  <a:pt x="107950" y="1556808"/>
                  <a:pt x="191558" y="880533"/>
                  <a:pt x="228600" y="755650"/>
                </a:cubicBezTo>
                <a:cubicBezTo>
                  <a:pt x="265642" y="630767"/>
                  <a:pt x="285750" y="370417"/>
                  <a:pt x="787400" y="228600"/>
                </a:cubicBezTo>
                <a:cubicBezTo>
                  <a:pt x="1289050" y="86783"/>
                  <a:pt x="3219450" y="0"/>
                  <a:pt x="3219450" y="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AD3B3658-4BC9-9FAA-2D37-FE2130FD529F}"/>
              </a:ext>
            </a:extLst>
          </p:cNvPr>
          <p:cNvCxnSpPr>
            <a:cxnSpLocks/>
          </p:cNvCxnSpPr>
          <p:nvPr/>
        </p:nvCxnSpPr>
        <p:spPr>
          <a:xfrm flipH="1">
            <a:off x="336832" y="1903070"/>
            <a:ext cx="0" cy="5370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9071342F-327C-FC04-2FAA-4274C25CBC1B}"/>
              </a:ext>
            </a:extLst>
          </p:cNvPr>
          <p:cNvCxnSpPr>
            <a:cxnSpLocks/>
          </p:cNvCxnSpPr>
          <p:nvPr/>
        </p:nvCxnSpPr>
        <p:spPr>
          <a:xfrm flipV="1">
            <a:off x="1373994" y="1903070"/>
            <a:ext cx="535340" cy="5344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6" name="TextBox 1045">
            <a:extLst>
              <a:ext uri="{FF2B5EF4-FFF2-40B4-BE49-F238E27FC236}">
                <a16:creationId xmlns:a16="http://schemas.microsoft.com/office/drawing/2014/main" id="{F4E1EB47-FB49-B221-8F40-6FAAC8188E34}"/>
              </a:ext>
            </a:extLst>
          </p:cNvPr>
          <p:cNvSpPr txBox="1"/>
          <p:nvPr/>
        </p:nvSpPr>
        <p:spPr>
          <a:xfrm>
            <a:off x="-82463" y="-71328"/>
            <a:ext cx="43826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Break down scores</a:t>
            </a:r>
          </a:p>
          <a:p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Reliability diagrams, ROC curves, and Precision-Recall curves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6398BBB5-C5B7-3FA0-2762-675850631296}"/>
              </a:ext>
            </a:extLst>
          </p:cNvPr>
          <p:cNvSpPr txBox="1"/>
          <p:nvPr/>
        </p:nvSpPr>
        <p:spPr>
          <a:xfrm>
            <a:off x="142249" y="2520454"/>
            <a:ext cx="8819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False Alarm Rate</a:t>
            </a: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D58BBFDB-39D2-B492-5A75-D30A9FDDAEE4}"/>
              </a:ext>
            </a:extLst>
          </p:cNvPr>
          <p:cNvSpPr txBox="1"/>
          <p:nvPr/>
        </p:nvSpPr>
        <p:spPr>
          <a:xfrm rot="16200000">
            <a:off x="-267653" y="2059469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Hit Rate</a:t>
            </a:r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059E6EB5-4540-D3FE-63A3-DC776774CD1C}"/>
              </a:ext>
            </a:extLst>
          </p:cNvPr>
          <p:cNvSpPr/>
          <p:nvPr/>
        </p:nvSpPr>
        <p:spPr>
          <a:xfrm>
            <a:off x="316313" y="1897191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A11800D9-3F69-3F1B-27AC-21058F8BAEF3}"/>
              </a:ext>
            </a:extLst>
          </p:cNvPr>
          <p:cNvSpPr txBox="1"/>
          <p:nvPr/>
        </p:nvSpPr>
        <p:spPr>
          <a:xfrm>
            <a:off x="440579" y="2390133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0EB5DAC0-7D5E-19E0-EF75-D601AE5E3294}"/>
              </a:ext>
            </a:extLst>
          </p:cNvPr>
          <p:cNvSpPr txBox="1"/>
          <p:nvPr/>
        </p:nvSpPr>
        <p:spPr>
          <a:xfrm>
            <a:off x="209385" y="2390133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964EC952-07EF-AA5F-815E-D6BF5819DB79}"/>
              </a:ext>
            </a:extLst>
          </p:cNvPr>
          <p:cNvSpPr txBox="1"/>
          <p:nvPr/>
        </p:nvSpPr>
        <p:spPr>
          <a:xfrm>
            <a:off x="740701" y="2390133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85A8627E-3C7F-50C1-44FD-2648ACF7F65D}"/>
              </a:ext>
            </a:extLst>
          </p:cNvPr>
          <p:cNvCxnSpPr>
            <a:cxnSpLocks/>
          </p:cNvCxnSpPr>
          <p:nvPr/>
        </p:nvCxnSpPr>
        <p:spPr>
          <a:xfrm flipV="1">
            <a:off x="316909" y="1909228"/>
            <a:ext cx="538064" cy="524471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4" name="TextBox 1053">
            <a:extLst>
              <a:ext uri="{FF2B5EF4-FFF2-40B4-BE49-F238E27FC236}">
                <a16:creationId xmlns:a16="http://schemas.microsoft.com/office/drawing/2014/main" id="{C10D4363-0ACF-905C-8B81-8DD86D3AEA90}"/>
              </a:ext>
            </a:extLst>
          </p:cNvPr>
          <p:cNvSpPr txBox="1"/>
          <p:nvPr/>
        </p:nvSpPr>
        <p:spPr>
          <a:xfrm>
            <a:off x="141545" y="2319819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93B456C6-CC24-93CB-C4C5-CED60A17A518}"/>
              </a:ext>
            </a:extLst>
          </p:cNvPr>
          <p:cNvSpPr txBox="1"/>
          <p:nvPr/>
        </p:nvSpPr>
        <p:spPr>
          <a:xfrm>
            <a:off x="141545" y="1792269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6C660C77-D465-82E3-BFA2-7CB49265F32B}"/>
              </a:ext>
            </a:extLst>
          </p:cNvPr>
          <p:cNvSpPr txBox="1"/>
          <p:nvPr/>
        </p:nvSpPr>
        <p:spPr>
          <a:xfrm>
            <a:off x="72617" y="2056044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623AE8A3-7B4D-1507-5807-46EC67FA9068}"/>
              </a:ext>
            </a:extLst>
          </p:cNvPr>
          <p:cNvSpPr txBox="1"/>
          <p:nvPr/>
        </p:nvSpPr>
        <p:spPr>
          <a:xfrm>
            <a:off x="312729" y="1694667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Perfect</a:t>
            </a:r>
          </a:p>
        </p:txBody>
      </p:sp>
      <p:cxnSp>
        <p:nvCxnSpPr>
          <p:cNvPr id="1058" name="Straight Connector 1057">
            <a:extLst>
              <a:ext uri="{FF2B5EF4-FFF2-40B4-BE49-F238E27FC236}">
                <a16:creationId xmlns:a16="http://schemas.microsoft.com/office/drawing/2014/main" id="{234D5710-BE72-4C88-AB1A-092CA23C29CF}"/>
              </a:ext>
            </a:extLst>
          </p:cNvPr>
          <p:cNvCxnSpPr>
            <a:cxnSpLocks/>
          </p:cNvCxnSpPr>
          <p:nvPr/>
        </p:nvCxnSpPr>
        <p:spPr>
          <a:xfrm flipV="1">
            <a:off x="1367353" y="1903070"/>
            <a:ext cx="537613" cy="539823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9" name="TextBox 1058">
            <a:extLst>
              <a:ext uri="{FF2B5EF4-FFF2-40B4-BE49-F238E27FC236}">
                <a16:creationId xmlns:a16="http://schemas.microsoft.com/office/drawing/2014/main" id="{3D37103F-47C7-BE7F-806C-5E4BECD03EA9}"/>
              </a:ext>
            </a:extLst>
          </p:cNvPr>
          <p:cNvSpPr txBox="1"/>
          <p:nvPr/>
        </p:nvSpPr>
        <p:spPr>
          <a:xfrm>
            <a:off x="1188566" y="2520454"/>
            <a:ext cx="8819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False Alarm Rate</a:t>
            </a:r>
          </a:p>
        </p:txBody>
      </p:sp>
      <p:sp>
        <p:nvSpPr>
          <p:cNvPr id="1060" name="Rectangle 1059">
            <a:extLst>
              <a:ext uri="{FF2B5EF4-FFF2-40B4-BE49-F238E27FC236}">
                <a16:creationId xmlns:a16="http://schemas.microsoft.com/office/drawing/2014/main" id="{691E9E90-7DD7-6CD0-11D1-3ED706626DD0}"/>
              </a:ext>
            </a:extLst>
          </p:cNvPr>
          <p:cNvSpPr/>
          <p:nvPr/>
        </p:nvSpPr>
        <p:spPr>
          <a:xfrm>
            <a:off x="1370868" y="1897191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DCB1B907-5B6C-8E3C-DD69-3607F5EC5EE4}"/>
              </a:ext>
            </a:extLst>
          </p:cNvPr>
          <p:cNvSpPr txBox="1"/>
          <p:nvPr/>
        </p:nvSpPr>
        <p:spPr>
          <a:xfrm>
            <a:off x="1495134" y="2390133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09211612-F072-5BD6-1D9B-15C6F9A838C8}"/>
              </a:ext>
            </a:extLst>
          </p:cNvPr>
          <p:cNvSpPr txBox="1"/>
          <p:nvPr/>
        </p:nvSpPr>
        <p:spPr>
          <a:xfrm>
            <a:off x="1263940" y="2390133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609B895C-8C96-00FC-B186-7A3C7A3E9132}"/>
              </a:ext>
            </a:extLst>
          </p:cNvPr>
          <p:cNvSpPr txBox="1"/>
          <p:nvPr/>
        </p:nvSpPr>
        <p:spPr>
          <a:xfrm>
            <a:off x="1795256" y="2390133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3BD7B3DC-F3A9-B413-076C-142F462DB31E}"/>
              </a:ext>
            </a:extLst>
          </p:cNvPr>
          <p:cNvSpPr txBox="1"/>
          <p:nvPr/>
        </p:nvSpPr>
        <p:spPr>
          <a:xfrm>
            <a:off x="1196100" y="2319819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8E6B5854-5F10-ED6E-F1FA-25BC5AF5C263}"/>
              </a:ext>
            </a:extLst>
          </p:cNvPr>
          <p:cNvSpPr txBox="1"/>
          <p:nvPr/>
        </p:nvSpPr>
        <p:spPr>
          <a:xfrm>
            <a:off x="1196100" y="1792269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C8CCCD2D-0089-69E8-21C0-CB0AD3AEB27C}"/>
              </a:ext>
            </a:extLst>
          </p:cNvPr>
          <p:cNvSpPr txBox="1"/>
          <p:nvPr/>
        </p:nvSpPr>
        <p:spPr>
          <a:xfrm>
            <a:off x="1127172" y="2056044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8AA02093-FA6D-5D59-6CA4-1FF853835A7E}"/>
              </a:ext>
            </a:extLst>
          </p:cNvPr>
          <p:cNvSpPr txBox="1"/>
          <p:nvPr/>
        </p:nvSpPr>
        <p:spPr>
          <a:xfrm>
            <a:off x="1367284" y="1694667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None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78EFBCC5-7C3E-9B4A-372C-36A98A9D7290}"/>
              </a:ext>
            </a:extLst>
          </p:cNvPr>
          <p:cNvSpPr txBox="1"/>
          <p:nvPr/>
        </p:nvSpPr>
        <p:spPr>
          <a:xfrm>
            <a:off x="2251359" y="2520454"/>
            <a:ext cx="8819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False Alarm Rate</a:t>
            </a:r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0A4F13FF-2DF7-6F0C-A0EF-9C67F39AF8D9}"/>
              </a:ext>
            </a:extLst>
          </p:cNvPr>
          <p:cNvSpPr/>
          <p:nvPr/>
        </p:nvSpPr>
        <p:spPr>
          <a:xfrm>
            <a:off x="2425423" y="1897191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8614CC6A-136B-38FE-2788-E0D660940D63}"/>
              </a:ext>
            </a:extLst>
          </p:cNvPr>
          <p:cNvSpPr txBox="1"/>
          <p:nvPr/>
        </p:nvSpPr>
        <p:spPr>
          <a:xfrm>
            <a:off x="2549689" y="2390133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11D73049-044A-996F-62DF-A3CA868D106B}"/>
              </a:ext>
            </a:extLst>
          </p:cNvPr>
          <p:cNvSpPr txBox="1"/>
          <p:nvPr/>
        </p:nvSpPr>
        <p:spPr>
          <a:xfrm>
            <a:off x="2318495" y="2390133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6C363CBB-B56A-F312-7FA8-51FFC4BAD1BC}"/>
              </a:ext>
            </a:extLst>
          </p:cNvPr>
          <p:cNvSpPr txBox="1"/>
          <p:nvPr/>
        </p:nvSpPr>
        <p:spPr>
          <a:xfrm>
            <a:off x="2849811" y="2390133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1073" name="Straight Connector 1072">
            <a:extLst>
              <a:ext uri="{FF2B5EF4-FFF2-40B4-BE49-F238E27FC236}">
                <a16:creationId xmlns:a16="http://schemas.microsoft.com/office/drawing/2014/main" id="{A324DFE3-3090-DC4D-E514-0D35E1A94172}"/>
              </a:ext>
            </a:extLst>
          </p:cNvPr>
          <p:cNvCxnSpPr>
            <a:cxnSpLocks/>
          </p:cNvCxnSpPr>
          <p:nvPr/>
        </p:nvCxnSpPr>
        <p:spPr>
          <a:xfrm flipV="1">
            <a:off x="2426019" y="1903070"/>
            <a:ext cx="537140" cy="524471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4" name="TextBox 1073">
            <a:extLst>
              <a:ext uri="{FF2B5EF4-FFF2-40B4-BE49-F238E27FC236}">
                <a16:creationId xmlns:a16="http://schemas.microsoft.com/office/drawing/2014/main" id="{2BAE837D-32FC-97CF-019E-838E27B3CC29}"/>
              </a:ext>
            </a:extLst>
          </p:cNvPr>
          <p:cNvSpPr txBox="1"/>
          <p:nvPr/>
        </p:nvSpPr>
        <p:spPr>
          <a:xfrm>
            <a:off x="2250655" y="2319819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9958E352-CA91-7654-2E99-B1A4B437CC31}"/>
              </a:ext>
            </a:extLst>
          </p:cNvPr>
          <p:cNvSpPr txBox="1"/>
          <p:nvPr/>
        </p:nvSpPr>
        <p:spPr>
          <a:xfrm>
            <a:off x="2250655" y="1792269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E318B0CD-B389-D58D-3EAB-C464FDE2BBDF}"/>
              </a:ext>
            </a:extLst>
          </p:cNvPr>
          <p:cNvSpPr txBox="1"/>
          <p:nvPr/>
        </p:nvSpPr>
        <p:spPr>
          <a:xfrm>
            <a:off x="2181727" y="2056044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AAE01415-D4C9-E837-A004-72122191A783}"/>
              </a:ext>
            </a:extLst>
          </p:cNvPr>
          <p:cNvSpPr txBox="1"/>
          <p:nvPr/>
        </p:nvSpPr>
        <p:spPr>
          <a:xfrm>
            <a:off x="2421839" y="1694667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Good</a:t>
            </a:r>
          </a:p>
        </p:txBody>
      </p:sp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F05C852A-D7BE-F512-A142-B8804CE3138D}"/>
              </a:ext>
            </a:extLst>
          </p:cNvPr>
          <p:cNvGrpSpPr/>
          <p:nvPr/>
        </p:nvGrpSpPr>
        <p:grpSpPr>
          <a:xfrm>
            <a:off x="3171575" y="1671783"/>
            <a:ext cx="1089914" cy="1064115"/>
            <a:chOff x="84110" y="4513412"/>
            <a:chExt cx="1089914" cy="1064115"/>
          </a:xfrm>
        </p:grpSpPr>
        <p:sp>
          <p:nvSpPr>
            <p:cNvPr id="1079" name="TextBox 1078">
              <a:extLst>
                <a:ext uri="{FF2B5EF4-FFF2-40B4-BE49-F238E27FC236}">
                  <a16:creationId xmlns:a16="http://schemas.microsoft.com/office/drawing/2014/main" id="{E903366D-B3C9-00D2-51AA-F750AAB456D3}"/>
                </a:ext>
              </a:extLst>
            </p:cNvPr>
            <p:cNvSpPr txBox="1"/>
            <p:nvPr/>
          </p:nvSpPr>
          <p:spPr>
            <a:xfrm>
              <a:off x="226687" y="5362083"/>
              <a:ext cx="88197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False Alarm Rate</a:t>
              </a:r>
            </a:p>
          </p:txBody>
        </p:sp>
        <p:sp>
          <p:nvSpPr>
            <p:cNvPr id="1080" name="Rectangle 1079">
              <a:extLst>
                <a:ext uri="{FF2B5EF4-FFF2-40B4-BE49-F238E27FC236}">
                  <a16:creationId xmlns:a16="http://schemas.microsoft.com/office/drawing/2014/main" id="{79B9B473-88AC-6A23-92E7-D046B14F4C76}"/>
                </a:ext>
              </a:extLst>
            </p:cNvPr>
            <p:cNvSpPr/>
            <p:nvPr/>
          </p:nvSpPr>
          <p:spPr>
            <a:xfrm>
              <a:off x="392513" y="473882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1" name="TextBox 1080">
              <a:extLst>
                <a:ext uri="{FF2B5EF4-FFF2-40B4-BE49-F238E27FC236}">
                  <a16:creationId xmlns:a16="http://schemas.microsoft.com/office/drawing/2014/main" id="{A8E03514-EE6D-3FE2-AF9C-5F1472E42874}"/>
                </a:ext>
              </a:extLst>
            </p:cNvPr>
            <p:cNvSpPr txBox="1"/>
            <p:nvPr/>
          </p:nvSpPr>
          <p:spPr>
            <a:xfrm>
              <a:off x="516779" y="5231762"/>
              <a:ext cx="3129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0.5</a:t>
              </a:r>
            </a:p>
          </p:txBody>
        </p:sp>
        <p:sp>
          <p:nvSpPr>
            <p:cNvPr id="1082" name="TextBox 1081">
              <a:extLst>
                <a:ext uri="{FF2B5EF4-FFF2-40B4-BE49-F238E27FC236}">
                  <a16:creationId xmlns:a16="http://schemas.microsoft.com/office/drawing/2014/main" id="{818A754F-7E58-12C6-7E03-06D4F99CBA08}"/>
                </a:ext>
              </a:extLst>
            </p:cNvPr>
            <p:cNvSpPr txBox="1"/>
            <p:nvPr/>
          </p:nvSpPr>
          <p:spPr>
            <a:xfrm>
              <a:off x="285585" y="5231762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</a:p>
          </p:txBody>
        </p:sp>
        <p:sp>
          <p:nvSpPr>
            <p:cNvPr id="1083" name="TextBox 1082">
              <a:extLst>
                <a:ext uri="{FF2B5EF4-FFF2-40B4-BE49-F238E27FC236}">
                  <a16:creationId xmlns:a16="http://schemas.microsoft.com/office/drawing/2014/main" id="{8D6B30EE-260C-C9D8-C8CD-94897BF3131D}"/>
                </a:ext>
              </a:extLst>
            </p:cNvPr>
            <p:cNvSpPr txBox="1"/>
            <p:nvPr/>
          </p:nvSpPr>
          <p:spPr>
            <a:xfrm>
              <a:off x="816901" y="5231762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cxnSp>
          <p:nvCxnSpPr>
            <p:cNvPr id="1084" name="Straight Connector 1083">
              <a:extLst>
                <a:ext uri="{FF2B5EF4-FFF2-40B4-BE49-F238E27FC236}">
                  <a16:creationId xmlns:a16="http://schemas.microsoft.com/office/drawing/2014/main" id="{B5B783DA-F629-8AD4-A489-BE0E53B71C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109" y="4729862"/>
              <a:ext cx="539404" cy="539308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5" name="TextBox 1084">
              <a:extLst>
                <a:ext uri="{FF2B5EF4-FFF2-40B4-BE49-F238E27FC236}">
                  <a16:creationId xmlns:a16="http://schemas.microsoft.com/office/drawing/2014/main" id="{0B66C4B3-B615-0306-9199-9E48F4B726C8}"/>
                </a:ext>
              </a:extLst>
            </p:cNvPr>
            <p:cNvSpPr txBox="1"/>
            <p:nvPr/>
          </p:nvSpPr>
          <p:spPr>
            <a:xfrm>
              <a:off x="217745" y="5161448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</a:p>
          </p:txBody>
        </p:sp>
        <p:sp>
          <p:nvSpPr>
            <p:cNvPr id="1086" name="TextBox 1085">
              <a:extLst>
                <a:ext uri="{FF2B5EF4-FFF2-40B4-BE49-F238E27FC236}">
                  <a16:creationId xmlns:a16="http://schemas.microsoft.com/office/drawing/2014/main" id="{2B6A930B-B490-7A7D-9C5B-C6083C305C6B}"/>
                </a:ext>
              </a:extLst>
            </p:cNvPr>
            <p:cNvSpPr txBox="1"/>
            <p:nvPr/>
          </p:nvSpPr>
          <p:spPr>
            <a:xfrm>
              <a:off x="217745" y="4633898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87" name="TextBox 1086">
              <a:extLst>
                <a:ext uri="{FF2B5EF4-FFF2-40B4-BE49-F238E27FC236}">
                  <a16:creationId xmlns:a16="http://schemas.microsoft.com/office/drawing/2014/main" id="{7F392EB9-1237-B399-D1F1-E3E339B026E6}"/>
                </a:ext>
              </a:extLst>
            </p:cNvPr>
            <p:cNvSpPr txBox="1"/>
            <p:nvPr/>
          </p:nvSpPr>
          <p:spPr>
            <a:xfrm>
              <a:off x="148817" y="4897673"/>
              <a:ext cx="3129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0.5</a:t>
              </a:r>
            </a:p>
          </p:txBody>
        </p:sp>
        <p:sp>
          <p:nvSpPr>
            <p:cNvPr id="832" name="TextBox 831">
              <a:extLst>
                <a:ext uri="{FF2B5EF4-FFF2-40B4-BE49-F238E27FC236}">
                  <a16:creationId xmlns:a16="http://schemas.microsoft.com/office/drawing/2014/main" id="{DEE113C7-80D8-F2A4-39D3-70B57205EC60}"/>
                </a:ext>
              </a:extLst>
            </p:cNvPr>
            <p:cNvSpPr txBox="1"/>
            <p:nvPr/>
          </p:nvSpPr>
          <p:spPr>
            <a:xfrm>
              <a:off x="84110" y="4513412"/>
              <a:ext cx="108991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Calibri" panose="020F0502020204030204" pitchFamily="34" charset="0"/>
                  <a:cs typeface="Calibri" panose="020F0502020204030204" pitchFamily="34" charset="0"/>
                </a:rPr>
                <a:t>Imbalanced dataset</a:t>
              </a:r>
            </a:p>
          </p:txBody>
        </p:sp>
      </p:grpSp>
      <p:sp>
        <p:nvSpPr>
          <p:cNvPr id="833" name="TextBox 832">
            <a:extLst>
              <a:ext uri="{FF2B5EF4-FFF2-40B4-BE49-F238E27FC236}">
                <a16:creationId xmlns:a16="http://schemas.microsoft.com/office/drawing/2014/main" id="{C8C3D13A-BFDD-54C1-8A04-DD3BB24773C4}"/>
              </a:ext>
            </a:extLst>
          </p:cNvPr>
          <p:cNvSpPr txBox="1"/>
          <p:nvPr/>
        </p:nvSpPr>
        <p:spPr>
          <a:xfrm>
            <a:off x="-76874" y="1556706"/>
            <a:ext cx="421707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b) ROC curves</a:t>
            </a:r>
            <a:r>
              <a:rPr 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(class-balanced) 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discrimination ability (better for balanced datasets)</a:t>
            </a:r>
          </a:p>
        </p:txBody>
      </p:sp>
      <p:sp>
        <p:nvSpPr>
          <p:cNvPr id="834" name="TextBox 833">
            <a:extLst>
              <a:ext uri="{FF2B5EF4-FFF2-40B4-BE49-F238E27FC236}">
                <a16:creationId xmlns:a16="http://schemas.microsoft.com/office/drawing/2014/main" id="{255FCF48-52E3-4492-E94D-63EC8B3349BF}"/>
              </a:ext>
            </a:extLst>
          </p:cNvPr>
          <p:cNvSpPr txBox="1"/>
          <p:nvPr/>
        </p:nvSpPr>
        <p:spPr>
          <a:xfrm>
            <a:off x="344831" y="3673935"/>
            <a:ext cx="4331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Recall</a:t>
            </a:r>
          </a:p>
        </p:txBody>
      </p:sp>
      <p:sp>
        <p:nvSpPr>
          <p:cNvPr id="835" name="TextBox 834">
            <a:extLst>
              <a:ext uri="{FF2B5EF4-FFF2-40B4-BE49-F238E27FC236}">
                <a16:creationId xmlns:a16="http://schemas.microsoft.com/office/drawing/2014/main" id="{8DD953F0-D574-7288-6232-DB349985D1C7}"/>
              </a:ext>
            </a:extLst>
          </p:cNvPr>
          <p:cNvSpPr txBox="1"/>
          <p:nvPr/>
        </p:nvSpPr>
        <p:spPr>
          <a:xfrm rot="16200000">
            <a:off x="-290639" y="3227470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Precision</a:t>
            </a:r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0770A906-9CF0-0CA7-E0F3-6CE28EFD5D88}"/>
              </a:ext>
            </a:extLst>
          </p:cNvPr>
          <p:cNvSpPr/>
          <p:nvPr/>
        </p:nvSpPr>
        <p:spPr>
          <a:xfrm>
            <a:off x="293327" y="3065192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9" name="TextBox 838">
            <a:extLst>
              <a:ext uri="{FF2B5EF4-FFF2-40B4-BE49-F238E27FC236}">
                <a16:creationId xmlns:a16="http://schemas.microsoft.com/office/drawing/2014/main" id="{F86498FD-11B7-6E9F-93AC-A2EA1AAF283D}"/>
              </a:ext>
            </a:extLst>
          </p:cNvPr>
          <p:cNvSpPr txBox="1"/>
          <p:nvPr/>
        </p:nvSpPr>
        <p:spPr>
          <a:xfrm>
            <a:off x="417593" y="3558134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840" name="TextBox 839">
            <a:extLst>
              <a:ext uri="{FF2B5EF4-FFF2-40B4-BE49-F238E27FC236}">
                <a16:creationId xmlns:a16="http://schemas.microsoft.com/office/drawing/2014/main" id="{32FBFAAE-FDB5-9C28-E4FB-9767C60AD9AD}"/>
              </a:ext>
            </a:extLst>
          </p:cNvPr>
          <p:cNvSpPr txBox="1"/>
          <p:nvPr/>
        </p:nvSpPr>
        <p:spPr>
          <a:xfrm>
            <a:off x="186399" y="3558134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841" name="TextBox 840">
            <a:extLst>
              <a:ext uri="{FF2B5EF4-FFF2-40B4-BE49-F238E27FC236}">
                <a16:creationId xmlns:a16="http://schemas.microsoft.com/office/drawing/2014/main" id="{1245B2E3-697E-EF7F-6DE7-398837E648D8}"/>
              </a:ext>
            </a:extLst>
          </p:cNvPr>
          <p:cNvSpPr txBox="1"/>
          <p:nvPr/>
        </p:nvSpPr>
        <p:spPr>
          <a:xfrm>
            <a:off x="717715" y="3558134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844" name="Straight Connector 843">
            <a:extLst>
              <a:ext uri="{FF2B5EF4-FFF2-40B4-BE49-F238E27FC236}">
                <a16:creationId xmlns:a16="http://schemas.microsoft.com/office/drawing/2014/main" id="{F6AE0A53-5537-0BEB-0D7E-587C0BED06FB}"/>
              </a:ext>
            </a:extLst>
          </p:cNvPr>
          <p:cNvCxnSpPr>
            <a:cxnSpLocks/>
          </p:cNvCxnSpPr>
          <p:nvPr/>
        </p:nvCxnSpPr>
        <p:spPr>
          <a:xfrm rot="5400000" flipV="1">
            <a:off x="290454" y="3068506"/>
            <a:ext cx="539404" cy="539308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5" name="TextBox 844">
            <a:extLst>
              <a:ext uri="{FF2B5EF4-FFF2-40B4-BE49-F238E27FC236}">
                <a16:creationId xmlns:a16="http://schemas.microsoft.com/office/drawing/2014/main" id="{C9F997BA-C09E-F977-2962-97E5EC2E4278}"/>
              </a:ext>
            </a:extLst>
          </p:cNvPr>
          <p:cNvSpPr txBox="1"/>
          <p:nvPr/>
        </p:nvSpPr>
        <p:spPr>
          <a:xfrm>
            <a:off x="118559" y="3487820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846" name="TextBox 845">
            <a:extLst>
              <a:ext uri="{FF2B5EF4-FFF2-40B4-BE49-F238E27FC236}">
                <a16:creationId xmlns:a16="http://schemas.microsoft.com/office/drawing/2014/main" id="{FB02B0F6-DBE2-75A9-BE9E-2017ED295806}"/>
              </a:ext>
            </a:extLst>
          </p:cNvPr>
          <p:cNvSpPr txBox="1"/>
          <p:nvPr/>
        </p:nvSpPr>
        <p:spPr>
          <a:xfrm>
            <a:off x="118559" y="2960270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847" name="TextBox 846">
            <a:extLst>
              <a:ext uri="{FF2B5EF4-FFF2-40B4-BE49-F238E27FC236}">
                <a16:creationId xmlns:a16="http://schemas.microsoft.com/office/drawing/2014/main" id="{5CA2A36E-AB3C-E4C2-E36B-5896CE1876A3}"/>
              </a:ext>
            </a:extLst>
          </p:cNvPr>
          <p:cNvSpPr txBox="1"/>
          <p:nvPr/>
        </p:nvSpPr>
        <p:spPr>
          <a:xfrm>
            <a:off x="49631" y="3224045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848" name="TextBox 847">
            <a:extLst>
              <a:ext uri="{FF2B5EF4-FFF2-40B4-BE49-F238E27FC236}">
                <a16:creationId xmlns:a16="http://schemas.microsoft.com/office/drawing/2014/main" id="{4BE5230C-F284-DA67-6488-204B230E83EC}"/>
              </a:ext>
            </a:extLst>
          </p:cNvPr>
          <p:cNvSpPr txBox="1"/>
          <p:nvPr/>
        </p:nvSpPr>
        <p:spPr>
          <a:xfrm>
            <a:off x="289743" y="2862668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Perfect</a:t>
            </a:r>
          </a:p>
        </p:txBody>
      </p:sp>
      <p:sp>
        <p:nvSpPr>
          <p:cNvPr id="849" name="TextBox 848">
            <a:extLst>
              <a:ext uri="{FF2B5EF4-FFF2-40B4-BE49-F238E27FC236}">
                <a16:creationId xmlns:a16="http://schemas.microsoft.com/office/drawing/2014/main" id="{C17130AE-9C84-70A6-B5E3-D8C639C2F071}"/>
              </a:ext>
            </a:extLst>
          </p:cNvPr>
          <p:cNvSpPr txBox="1"/>
          <p:nvPr/>
        </p:nvSpPr>
        <p:spPr>
          <a:xfrm>
            <a:off x="1401586" y="3680071"/>
            <a:ext cx="4331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Recall</a:t>
            </a: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B2A59DDD-285A-7034-B1F5-70C3236EEB8E}"/>
              </a:ext>
            </a:extLst>
          </p:cNvPr>
          <p:cNvSpPr/>
          <p:nvPr/>
        </p:nvSpPr>
        <p:spPr>
          <a:xfrm>
            <a:off x="1347882" y="3065192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3" name="TextBox 852">
            <a:extLst>
              <a:ext uri="{FF2B5EF4-FFF2-40B4-BE49-F238E27FC236}">
                <a16:creationId xmlns:a16="http://schemas.microsoft.com/office/drawing/2014/main" id="{4FD4C487-6A2F-D1A5-8C60-2E89034A0BCF}"/>
              </a:ext>
            </a:extLst>
          </p:cNvPr>
          <p:cNvSpPr txBox="1"/>
          <p:nvPr/>
        </p:nvSpPr>
        <p:spPr>
          <a:xfrm>
            <a:off x="1472148" y="3558134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854" name="TextBox 853">
            <a:extLst>
              <a:ext uri="{FF2B5EF4-FFF2-40B4-BE49-F238E27FC236}">
                <a16:creationId xmlns:a16="http://schemas.microsoft.com/office/drawing/2014/main" id="{C7497309-3825-8F73-491C-1F065C389560}"/>
              </a:ext>
            </a:extLst>
          </p:cNvPr>
          <p:cNvSpPr txBox="1"/>
          <p:nvPr/>
        </p:nvSpPr>
        <p:spPr>
          <a:xfrm>
            <a:off x="1240954" y="3558134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0B7447C1-71A7-53DA-FA4A-60695C6142B4}"/>
              </a:ext>
            </a:extLst>
          </p:cNvPr>
          <p:cNvSpPr txBox="1"/>
          <p:nvPr/>
        </p:nvSpPr>
        <p:spPr>
          <a:xfrm>
            <a:off x="1772270" y="3558134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1089" name="Straight Connector 1088">
            <a:extLst>
              <a:ext uri="{FF2B5EF4-FFF2-40B4-BE49-F238E27FC236}">
                <a16:creationId xmlns:a16="http://schemas.microsoft.com/office/drawing/2014/main" id="{82598C5A-D9D6-C729-4217-96ADE0D324AF}"/>
              </a:ext>
            </a:extLst>
          </p:cNvPr>
          <p:cNvCxnSpPr>
            <a:cxnSpLocks/>
          </p:cNvCxnSpPr>
          <p:nvPr/>
        </p:nvCxnSpPr>
        <p:spPr>
          <a:xfrm rot="5400000" flipV="1">
            <a:off x="1348639" y="3068506"/>
            <a:ext cx="539404" cy="539308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0" name="TextBox 1089">
            <a:extLst>
              <a:ext uri="{FF2B5EF4-FFF2-40B4-BE49-F238E27FC236}">
                <a16:creationId xmlns:a16="http://schemas.microsoft.com/office/drawing/2014/main" id="{4B572820-B33D-97E7-3F9A-1E53270FD862}"/>
              </a:ext>
            </a:extLst>
          </p:cNvPr>
          <p:cNvSpPr txBox="1"/>
          <p:nvPr/>
        </p:nvSpPr>
        <p:spPr>
          <a:xfrm>
            <a:off x="1173114" y="3487820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0559E9B8-ED2A-B7C5-CD99-FCCACB55B247}"/>
              </a:ext>
            </a:extLst>
          </p:cNvPr>
          <p:cNvSpPr txBox="1"/>
          <p:nvPr/>
        </p:nvSpPr>
        <p:spPr>
          <a:xfrm>
            <a:off x="1173114" y="2960270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3E9A054A-1E9C-43D8-1A4D-7AC5D9228D29}"/>
              </a:ext>
            </a:extLst>
          </p:cNvPr>
          <p:cNvSpPr txBox="1"/>
          <p:nvPr/>
        </p:nvSpPr>
        <p:spPr>
          <a:xfrm>
            <a:off x="1104186" y="3224045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093" name="TextBox 1092">
            <a:extLst>
              <a:ext uri="{FF2B5EF4-FFF2-40B4-BE49-F238E27FC236}">
                <a16:creationId xmlns:a16="http://schemas.microsoft.com/office/drawing/2014/main" id="{00472CBD-CB17-A7EF-5FDC-A2F6815385EA}"/>
              </a:ext>
            </a:extLst>
          </p:cNvPr>
          <p:cNvSpPr txBox="1"/>
          <p:nvPr/>
        </p:nvSpPr>
        <p:spPr>
          <a:xfrm>
            <a:off x="1344298" y="2862668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None</a:t>
            </a: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06FE1007-0DAE-599E-2214-69669DEB30C2}"/>
              </a:ext>
            </a:extLst>
          </p:cNvPr>
          <p:cNvSpPr txBox="1"/>
          <p:nvPr/>
        </p:nvSpPr>
        <p:spPr>
          <a:xfrm>
            <a:off x="2448271" y="3671274"/>
            <a:ext cx="4331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Recall</a:t>
            </a:r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6D8A9C3F-217E-9DEA-31D3-F668D73532C6}"/>
              </a:ext>
            </a:extLst>
          </p:cNvPr>
          <p:cNvSpPr/>
          <p:nvPr/>
        </p:nvSpPr>
        <p:spPr>
          <a:xfrm>
            <a:off x="2402437" y="3065192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DC726D64-1E53-9623-8AEB-CDFEBC54B3A2}"/>
              </a:ext>
            </a:extLst>
          </p:cNvPr>
          <p:cNvSpPr txBox="1"/>
          <p:nvPr/>
        </p:nvSpPr>
        <p:spPr>
          <a:xfrm>
            <a:off x="2526703" y="3558134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0CF803A3-4BEB-9400-7B38-57E687183C6D}"/>
              </a:ext>
            </a:extLst>
          </p:cNvPr>
          <p:cNvSpPr txBox="1"/>
          <p:nvPr/>
        </p:nvSpPr>
        <p:spPr>
          <a:xfrm>
            <a:off x="2295509" y="3558134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098" name="TextBox 1097">
            <a:extLst>
              <a:ext uri="{FF2B5EF4-FFF2-40B4-BE49-F238E27FC236}">
                <a16:creationId xmlns:a16="http://schemas.microsoft.com/office/drawing/2014/main" id="{B9FD6C18-DBDE-1EE4-FADB-2B22F8257AA8}"/>
              </a:ext>
            </a:extLst>
          </p:cNvPr>
          <p:cNvSpPr txBox="1"/>
          <p:nvPr/>
        </p:nvSpPr>
        <p:spPr>
          <a:xfrm>
            <a:off x="2826825" y="3558134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1099" name="Straight Connector 1098">
            <a:extLst>
              <a:ext uri="{FF2B5EF4-FFF2-40B4-BE49-F238E27FC236}">
                <a16:creationId xmlns:a16="http://schemas.microsoft.com/office/drawing/2014/main" id="{65EA298F-0D64-5654-88B6-2A2F7068B6E6}"/>
              </a:ext>
            </a:extLst>
          </p:cNvPr>
          <p:cNvCxnSpPr>
            <a:cxnSpLocks/>
          </p:cNvCxnSpPr>
          <p:nvPr/>
        </p:nvCxnSpPr>
        <p:spPr>
          <a:xfrm rot="5400000" flipV="1">
            <a:off x="2407166" y="3069104"/>
            <a:ext cx="539404" cy="539308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0" name="TextBox 1099">
            <a:extLst>
              <a:ext uri="{FF2B5EF4-FFF2-40B4-BE49-F238E27FC236}">
                <a16:creationId xmlns:a16="http://schemas.microsoft.com/office/drawing/2014/main" id="{3A123093-7B31-331E-36C8-0D76F6297454}"/>
              </a:ext>
            </a:extLst>
          </p:cNvPr>
          <p:cNvSpPr txBox="1"/>
          <p:nvPr/>
        </p:nvSpPr>
        <p:spPr>
          <a:xfrm>
            <a:off x="2227669" y="3487820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AEF79955-9585-5CF1-C444-DDF210469501}"/>
              </a:ext>
            </a:extLst>
          </p:cNvPr>
          <p:cNvSpPr txBox="1"/>
          <p:nvPr/>
        </p:nvSpPr>
        <p:spPr>
          <a:xfrm>
            <a:off x="2227669" y="2960270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8ACFC326-BACC-6902-14F7-BFEEE6666E1E}"/>
              </a:ext>
            </a:extLst>
          </p:cNvPr>
          <p:cNvSpPr txBox="1"/>
          <p:nvPr/>
        </p:nvSpPr>
        <p:spPr>
          <a:xfrm>
            <a:off x="2158741" y="3224045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05F40DB0-4698-E06C-0A8E-89913B152B5D}"/>
              </a:ext>
            </a:extLst>
          </p:cNvPr>
          <p:cNvSpPr txBox="1"/>
          <p:nvPr/>
        </p:nvSpPr>
        <p:spPr>
          <a:xfrm>
            <a:off x="2398853" y="2862668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Good</a:t>
            </a: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1522668D-8253-2DF2-841F-181CA4892F52}"/>
              </a:ext>
            </a:extLst>
          </p:cNvPr>
          <p:cNvSpPr txBox="1"/>
          <p:nvPr/>
        </p:nvSpPr>
        <p:spPr>
          <a:xfrm>
            <a:off x="3505892" y="3672815"/>
            <a:ext cx="4331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Recall</a:t>
            </a:r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0DA10788-F022-5F4F-7E6A-BC6318793D52}"/>
              </a:ext>
            </a:extLst>
          </p:cNvPr>
          <p:cNvSpPr/>
          <p:nvPr/>
        </p:nvSpPr>
        <p:spPr>
          <a:xfrm>
            <a:off x="3456992" y="3065192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6" name="TextBox 1105">
            <a:extLst>
              <a:ext uri="{FF2B5EF4-FFF2-40B4-BE49-F238E27FC236}">
                <a16:creationId xmlns:a16="http://schemas.microsoft.com/office/drawing/2014/main" id="{0F9E7280-5D40-9558-A401-287F029CE5A4}"/>
              </a:ext>
            </a:extLst>
          </p:cNvPr>
          <p:cNvSpPr txBox="1"/>
          <p:nvPr/>
        </p:nvSpPr>
        <p:spPr>
          <a:xfrm>
            <a:off x="3581258" y="3558134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107" name="TextBox 1106">
            <a:extLst>
              <a:ext uri="{FF2B5EF4-FFF2-40B4-BE49-F238E27FC236}">
                <a16:creationId xmlns:a16="http://schemas.microsoft.com/office/drawing/2014/main" id="{3F9004C2-032E-AE52-1A5E-5FEED9C5F2DC}"/>
              </a:ext>
            </a:extLst>
          </p:cNvPr>
          <p:cNvSpPr txBox="1"/>
          <p:nvPr/>
        </p:nvSpPr>
        <p:spPr>
          <a:xfrm>
            <a:off x="3350064" y="3558134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B2394BC8-687D-D688-2D19-7127147A70A1}"/>
              </a:ext>
            </a:extLst>
          </p:cNvPr>
          <p:cNvSpPr txBox="1"/>
          <p:nvPr/>
        </p:nvSpPr>
        <p:spPr>
          <a:xfrm>
            <a:off x="3881380" y="3558134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1109" name="Straight Connector 1108">
            <a:extLst>
              <a:ext uri="{FF2B5EF4-FFF2-40B4-BE49-F238E27FC236}">
                <a16:creationId xmlns:a16="http://schemas.microsoft.com/office/drawing/2014/main" id="{3FF89A01-C26A-9C57-05E8-1FB4A07BE5F9}"/>
              </a:ext>
            </a:extLst>
          </p:cNvPr>
          <p:cNvCxnSpPr>
            <a:cxnSpLocks/>
          </p:cNvCxnSpPr>
          <p:nvPr/>
        </p:nvCxnSpPr>
        <p:spPr>
          <a:xfrm rot="16200000" flipV="1">
            <a:off x="3463871" y="3068506"/>
            <a:ext cx="539404" cy="539308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0" name="TextBox 1109">
            <a:extLst>
              <a:ext uri="{FF2B5EF4-FFF2-40B4-BE49-F238E27FC236}">
                <a16:creationId xmlns:a16="http://schemas.microsoft.com/office/drawing/2014/main" id="{3E1A0180-88A4-FC9F-9519-D1D7BDCA0811}"/>
              </a:ext>
            </a:extLst>
          </p:cNvPr>
          <p:cNvSpPr txBox="1"/>
          <p:nvPr/>
        </p:nvSpPr>
        <p:spPr>
          <a:xfrm>
            <a:off x="3282224" y="3487820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59FE1138-74BE-8717-2261-54DC19AC021C}"/>
              </a:ext>
            </a:extLst>
          </p:cNvPr>
          <p:cNvSpPr txBox="1"/>
          <p:nvPr/>
        </p:nvSpPr>
        <p:spPr>
          <a:xfrm>
            <a:off x="3282224" y="2960270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6294855B-E047-F82E-4381-14F2D4005F14}"/>
              </a:ext>
            </a:extLst>
          </p:cNvPr>
          <p:cNvSpPr txBox="1"/>
          <p:nvPr/>
        </p:nvSpPr>
        <p:spPr>
          <a:xfrm>
            <a:off x="3213296" y="3224045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96350757-4EAD-7E70-7E51-6A44C861C034}"/>
              </a:ext>
            </a:extLst>
          </p:cNvPr>
          <p:cNvSpPr txBox="1"/>
          <p:nvPr/>
        </p:nvSpPr>
        <p:spPr>
          <a:xfrm>
            <a:off x="3142551" y="2850488"/>
            <a:ext cx="11129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Imbalanced dataset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7439BC8B-CAC0-9D56-378A-90AA4CF80489}"/>
              </a:ext>
            </a:extLst>
          </p:cNvPr>
          <p:cNvSpPr txBox="1"/>
          <p:nvPr/>
        </p:nvSpPr>
        <p:spPr>
          <a:xfrm>
            <a:off x="-76874" y="2705473"/>
            <a:ext cx="421707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c) Precision-Recall curves: class-conditional discrimination ability (better for imbalanced datasets)</a:t>
            </a:r>
          </a:p>
        </p:txBody>
      </p:sp>
      <p:sp>
        <p:nvSpPr>
          <p:cNvPr id="1115" name="Freeform: Shape 1114">
            <a:extLst>
              <a:ext uri="{FF2B5EF4-FFF2-40B4-BE49-F238E27FC236}">
                <a16:creationId xmlns:a16="http://schemas.microsoft.com/office/drawing/2014/main" id="{A37FEFDC-7E94-BA80-1E13-1445CE82CED8}"/>
              </a:ext>
            </a:extLst>
          </p:cNvPr>
          <p:cNvSpPr/>
          <p:nvPr/>
        </p:nvSpPr>
        <p:spPr>
          <a:xfrm>
            <a:off x="3492755" y="1912143"/>
            <a:ext cx="528597" cy="520390"/>
          </a:xfrm>
          <a:custGeom>
            <a:avLst/>
            <a:gdLst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09550 w 3219450"/>
              <a:gd name="connsiteY2" fmla="*/ 85090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367833 w 3219450"/>
              <a:gd name="connsiteY2" fmla="*/ 1133527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367833 w 3219450"/>
              <a:gd name="connsiteY2" fmla="*/ 1133527 h 3225800"/>
              <a:gd name="connsiteX3" fmla="*/ 1158680 w 3219450"/>
              <a:gd name="connsiteY3" fmla="*/ 441157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367833 w 3219450"/>
              <a:gd name="connsiteY2" fmla="*/ 1133527 h 3225800"/>
              <a:gd name="connsiteX3" fmla="*/ 1158680 w 3219450"/>
              <a:gd name="connsiteY3" fmla="*/ 441157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367833 w 3219450"/>
              <a:gd name="connsiteY2" fmla="*/ 1133527 h 3225800"/>
              <a:gd name="connsiteX3" fmla="*/ 1158680 w 3219450"/>
              <a:gd name="connsiteY3" fmla="*/ 441157 h 3225800"/>
              <a:gd name="connsiteX4" fmla="*/ 3219450 w 3219450"/>
              <a:gd name="connsiteY4" fmla="*/ 0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9450" h="3225800">
                <a:moveTo>
                  <a:pt x="0" y="3225800"/>
                </a:moveTo>
                <a:cubicBezTo>
                  <a:pt x="17462" y="2795058"/>
                  <a:pt x="8545" y="2317212"/>
                  <a:pt x="69850" y="1968500"/>
                </a:cubicBezTo>
                <a:cubicBezTo>
                  <a:pt x="131155" y="1619788"/>
                  <a:pt x="186361" y="1388084"/>
                  <a:pt x="367833" y="1133527"/>
                </a:cubicBezTo>
                <a:cubicBezTo>
                  <a:pt x="549305" y="878970"/>
                  <a:pt x="657030" y="582974"/>
                  <a:pt x="1158680" y="441157"/>
                </a:cubicBezTo>
                <a:cubicBezTo>
                  <a:pt x="1497893" y="181253"/>
                  <a:pt x="3219450" y="0"/>
                  <a:pt x="3219450" y="0"/>
                </a:cubicBez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16" name="Straight Connector 1115">
            <a:extLst>
              <a:ext uri="{FF2B5EF4-FFF2-40B4-BE49-F238E27FC236}">
                <a16:creationId xmlns:a16="http://schemas.microsoft.com/office/drawing/2014/main" id="{53220B4C-3EE9-79D0-5CC3-92E14004DE32}"/>
              </a:ext>
            </a:extLst>
          </p:cNvPr>
          <p:cNvCxnSpPr>
            <a:cxnSpLocks/>
          </p:cNvCxnSpPr>
          <p:nvPr/>
        </p:nvCxnSpPr>
        <p:spPr>
          <a:xfrm>
            <a:off x="290502" y="3081157"/>
            <a:ext cx="54179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7" name="Straight Connector 1116">
            <a:extLst>
              <a:ext uri="{FF2B5EF4-FFF2-40B4-BE49-F238E27FC236}">
                <a16:creationId xmlns:a16="http://schemas.microsoft.com/office/drawing/2014/main" id="{CF1DEC7A-0060-1A4C-6A16-0B710C05E940}"/>
              </a:ext>
            </a:extLst>
          </p:cNvPr>
          <p:cNvCxnSpPr>
            <a:cxnSpLocks/>
          </p:cNvCxnSpPr>
          <p:nvPr/>
        </p:nvCxnSpPr>
        <p:spPr>
          <a:xfrm>
            <a:off x="1349130" y="3325676"/>
            <a:ext cx="54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8" name="Freeform: Shape 1117">
            <a:extLst>
              <a:ext uri="{FF2B5EF4-FFF2-40B4-BE49-F238E27FC236}">
                <a16:creationId xmlns:a16="http://schemas.microsoft.com/office/drawing/2014/main" id="{5F39F989-143E-1301-D39A-44FA87B8671D}"/>
              </a:ext>
            </a:extLst>
          </p:cNvPr>
          <p:cNvSpPr/>
          <p:nvPr/>
        </p:nvSpPr>
        <p:spPr>
          <a:xfrm rot="5400000">
            <a:off x="2614889" y="2874229"/>
            <a:ext cx="106550" cy="520390"/>
          </a:xfrm>
          <a:custGeom>
            <a:avLst/>
            <a:gdLst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09550 w 3219450"/>
              <a:gd name="connsiteY2" fmla="*/ 85090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9450" h="3225800">
                <a:moveTo>
                  <a:pt x="0" y="3225800"/>
                </a:moveTo>
                <a:cubicBezTo>
                  <a:pt x="17462" y="2795058"/>
                  <a:pt x="31750" y="2380192"/>
                  <a:pt x="69850" y="1968500"/>
                </a:cubicBezTo>
                <a:cubicBezTo>
                  <a:pt x="107950" y="1556808"/>
                  <a:pt x="191558" y="880533"/>
                  <a:pt x="228600" y="755650"/>
                </a:cubicBezTo>
                <a:cubicBezTo>
                  <a:pt x="265642" y="630767"/>
                  <a:pt x="285750" y="370417"/>
                  <a:pt x="787400" y="228600"/>
                </a:cubicBezTo>
                <a:cubicBezTo>
                  <a:pt x="1289050" y="86783"/>
                  <a:pt x="3219450" y="0"/>
                  <a:pt x="3219450" y="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9" name="Freeform: Shape 1118">
            <a:extLst>
              <a:ext uri="{FF2B5EF4-FFF2-40B4-BE49-F238E27FC236}">
                <a16:creationId xmlns:a16="http://schemas.microsoft.com/office/drawing/2014/main" id="{45E4B854-239B-9566-3B89-532971E9DBFD}"/>
              </a:ext>
            </a:extLst>
          </p:cNvPr>
          <p:cNvSpPr/>
          <p:nvPr/>
        </p:nvSpPr>
        <p:spPr>
          <a:xfrm rot="5400000">
            <a:off x="3465741" y="3065697"/>
            <a:ext cx="528159" cy="531532"/>
          </a:xfrm>
          <a:custGeom>
            <a:avLst/>
            <a:gdLst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09550 w 3219450"/>
              <a:gd name="connsiteY2" fmla="*/ 85090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03395 w 3219450"/>
              <a:gd name="connsiteY2" fmla="*/ 2121249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03395 w 3219450"/>
              <a:gd name="connsiteY2" fmla="*/ 2121249 h 3225800"/>
              <a:gd name="connsiteX3" fmla="*/ 24783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03395 w 3219450"/>
              <a:gd name="connsiteY2" fmla="*/ 2121249 h 3225800"/>
              <a:gd name="connsiteX3" fmla="*/ 24783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03395 w 3219450"/>
              <a:gd name="connsiteY2" fmla="*/ 2121249 h 3225800"/>
              <a:gd name="connsiteX3" fmla="*/ 24783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03395 w 3219450"/>
              <a:gd name="connsiteY2" fmla="*/ 2121249 h 3225800"/>
              <a:gd name="connsiteX3" fmla="*/ 24783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76932 w 3219450"/>
              <a:gd name="connsiteY2" fmla="*/ 2495378 h 3225800"/>
              <a:gd name="connsiteX3" fmla="*/ 24783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76932 w 3219450"/>
              <a:gd name="connsiteY2" fmla="*/ 2495378 h 3225800"/>
              <a:gd name="connsiteX3" fmla="*/ 24783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76932 w 3219450"/>
              <a:gd name="connsiteY2" fmla="*/ 2495378 h 3225800"/>
              <a:gd name="connsiteX3" fmla="*/ 26805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729037 w 3219450"/>
              <a:gd name="connsiteY1" fmla="*/ 2900799 h 3225800"/>
              <a:gd name="connsiteX2" fmla="*/ 2176932 w 3219450"/>
              <a:gd name="connsiteY2" fmla="*/ 2495378 h 3225800"/>
              <a:gd name="connsiteX3" fmla="*/ 26805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958921 w 3219450"/>
              <a:gd name="connsiteY1" fmla="*/ 2853558 h 3225800"/>
              <a:gd name="connsiteX2" fmla="*/ 2176932 w 3219450"/>
              <a:gd name="connsiteY2" fmla="*/ 2495378 h 3225800"/>
              <a:gd name="connsiteX3" fmla="*/ 26805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958921 w 3219450"/>
              <a:gd name="connsiteY1" fmla="*/ 2853558 h 3225800"/>
              <a:gd name="connsiteX2" fmla="*/ 2501815 w 3219450"/>
              <a:gd name="connsiteY2" fmla="*/ 2589842 h 3225800"/>
              <a:gd name="connsiteX3" fmla="*/ 26805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958921 w 3219450"/>
              <a:gd name="connsiteY1" fmla="*/ 2853558 h 3225800"/>
              <a:gd name="connsiteX2" fmla="*/ 2501815 w 3219450"/>
              <a:gd name="connsiteY2" fmla="*/ 2589842 h 3225800"/>
              <a:gd name="connsiteX3" fmla="*/ 2680591 w 3219450"/>
              <a:gd name="connsiteY3" fmla="*/ 1968343 h 3225800"/>
              <a:gd name="connsiteX4" fmla="*/ 3219450 w 3219450"/>
              <a:gd name="connsiteY4" fmla="*/ 0 h 3225800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617828 w 3335463"/>
              <a:gd name="connsiteY2" fmla="*/ 2589842 h 3178565"/>
              <a:gd name="connsiteX3" fmla="*/ 2796604 w 3335463"/>
              <a:gd name="connsiteY3" fmla="*/ 1968343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617828 w 3335463"/>
              <a:gd name="connsiteY2" fmla="*/ 2589842 h 3178565"/>
              <a:gd name="connsiteX3" fmla="*/ 2796604 w 3335463"/>
              <a:gd name="connsiteY3" fmla="*/ 1968343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617828 w 3335463"/>
              <a:gd name="connsiteY2" fmla="*/ 2589842 h 3178565"/>
              <a:gd name="connsiteX3" fmla="*/ 2935852 w 3335463"/>
              <a:gd name="connsiteY3" fmla="*/ 1944725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617828 w 3335463"/>
              <a:gd name="connsiteY2" fmla="*/ 2589842 h 3178565"/>
              <a:gd name="connsiteX3" fmla="*/ 2935852 w 3335463"/>
              <a:gd name="connsiteY3" fmla="*/ 1944725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617828 w 3335463"/>
              <a:gd name="connsiteY2" fmla="*/ 2589842 h 3178565"/>
              <a:gd name="connsiteX3" fmla="*/ 3051890 w 3335463"/>
              <a:gd name="connsiteY3" fmla="*/ 1991954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10666 w 3335463"/>
              <a:gd name="connsiteY2" fmla="*/ 2660688 h 3178565"/>
              <a:gd name="connsiteX3" fmla="*/ 3051890 w 3335463"/>
              <a:gd name="connsiteY3" fmla="*/ 1991954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57088 w 3335463"/>
              <a:gd name="connsiteY2" fmla="*/ 2660682 h 3178565"/>
              <a:gd name="connsiteX3" fmla="*/ 3051890 w 3335463"/>
              <a:gd name="connsiteY3" fmla="*/ 1991954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57088 w 3335463"/>
              <a:gd name="connsiteY2" fmla="*/ 2660682 h 3178565"/>
              <a:gd name="connsiteX3" fmla="*/ 3051890 w 3335463"/>
              <a:gd name="connsiteY3" fmla="*/ 1991954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57088 w 3335463"/>
              <a:gd name="connsiteY2" fmla="*/ 2660682 h 3178565"/>
              <a:gd name="connsiteX3" fmla="*/ 3051890 w 3335463"/>
              <a:gd name="connsiteY3" fmla="*/ 1991954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57088 w 3335463"/>
              <a:gd name="connsiteY2" fmla="*/ 2660682 h 3178565"/>
              <a:gd name="connsiteX3" fmla="*/ 3075113 w 3335463"/>
              <a:gd name="connsiteY3" fmla="*/ 1732156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57088 w 3335463"/>
              <a:gd name="connsiteY2" fmla="*/ 2660682 h 3178565"/>
              <a:gd name="connsiteX3" fmla="*/ 3075113 w 3335463"/>
              <a:gd name="connsiteY3" fmla="*/ 1732156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57088 w 3335463"/>
              <a:gd name="connsiteY2" fmla="*/ 2660682 h 3178565"/>
              <a:gd name="connsiteX3" fmla="*/ 3075113 w 3335463"/>
              <a:gd name="connsiteY3" fmla="*/ 1732156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57088 w 3335463"/>
              <a:gd name="connsiteY2" fmla="*/ 2660682 h 3178565"/>
              <a:gd name="connsiteX3" fmla="*/ 3075113 w 3335463"/>
              <a:gd name="connsiteY3" fmla="*/ 1732156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1935722 w 3335463"/>
              <a:gd name="connsiteY1" fmla="*/ 2900787 h 3178565"/>
              <a:gd name="connsiteX2" fmla="*/ 2757088 w 3335463"/>
              <a:gd name="connsiteY2" fmla="*/ 2660682 h 3178565"/>
              <a:gd name="connsiteX3" fmla="*/ 3075113 w 3335463"/>
              <a:gd name="connsiteY3" fmla="*/ 1732156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1935722 w 3335463"/>
              <a:gd name="connsiteY1" fmla="*/ 2900787 h 3178565"/>
              <a:gd name="connsiteX2" fmla="*/ 2757088 w 3335463"/>
              <a:gd name="connsiteY2" fmla="*/ 2660682 h 3178565"/>
              <a:gd name="connsiteX3" fmla="*/ 3075113 w 3335463"/>
              <a:gd name="connsiteY3" fmla="*/ 1732156 h 3178565"/>
              <a:gd name="connsiteX4" fmla="*/ 3335463 w 3335463"/>
              <a:gd name="connsiteY4" fmla="*/ 0 h 3178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5463" h="3178565">
                <a:moveTo>
                  <a:pt x="3" y="3178562"/>
                </a:moveTo>
                <a:cubicBezTo>
                  <a:pt x="528006" y="2983987"/>
                  <a:pt x="1360170" y="2963488"/>
                  <a:pt x="1935722" y="2900787"/>
                </a:cubicBezTo>
                <a:cubicBezTo>
                  <a:pt x="2511274" y="2838086"/>
                  <a:pt x="2567190" y="2855454"/>
                  <a:pt x="2757088" y="2660682"/>
                </a:cubicBezTo>
                <a:cubicBezTo>
                  <a:pt x="2946987" y="2465910"/>
                  <a:pt x="2954678" y="2115980"/>
                  <a:pt x="3075113" y="1732156"/>
                </a:cubicBezTo>
                <a:cubicBezTo>
                  <a:pt x="3276985" y="961309"/>
                  <a:pt x="3335463" y="0"/>
                  <a:pt x="3335463" y="0"/>
                </a:cubicBez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0" name="TextBox 1119">
            <a:extLst>
              <a:ext uri="{FF2B5EF4-FFF2-40B4-BE49-F238E27FC236}">
                <a16:creationId xmlns:a16="http://schemas.microsoft.com/office/drawing/2014/main" id="{C62D19F3-9A9F-B2C2-2BB9-CB18EFFAADFA}"/>
              </a:ext>
            </a:extLst>
          </p:cNvPr>
          <p:cNvSpPr txBox="1"/>
          <p:nvPr/>
        </p:nvSpPr>
        <p:spPr>
          <a:xfrm rot="16200000">
            <a:off x="811413" y="2069116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Hit Rate</a:t>
            </a: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E400DCAC-CC0F-0CD9-3009-10B18A31A7E3}"/>
              </a:ext>
            </a:extLst>
          </p:cNvPr>
          <p:cNvSpPr txBox="1"/>
          <p:nvPr/>
        </p:nvSpPr>
        <p:spPr>
          <a:xfrm rot="16200000">
            <a:off x="1850209" y="2062557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Hit Rate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4FB22F50-5C99-2B5F-1771-1D302FB37FCD}"/>
              </a:ext>
            </a:extLst>
          </p:cNvPr>
          <p:cNvSpPr txBox="1"/>
          <p:nvPr/>
        </p:nvSpPr>
        <p:spPr>
          <a:xfrm rot="16200000">
            <a:off x="2900421" y="2069117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Hit Rate</a:t>
            </a: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551F3E36-7EC4-F8B9-3B05-22579CD90230}"/>
              </a:ext>
            </a:extLst>
          </p:cNvPr>
          <p:cNvSpPr txBox="1"/>
          <p:nvPr/>
        </p:nvSpPr>
        <p:spPr>
          <a:xfrm rot="16200000">
            <a:off x="805461" y="3230227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Precision</a:t>
            </a: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B7776DAF-AB8C-150D-9732-CC67560B199A}"/>
              </a:ext>
            </a:extLst>
          </p:cNvPr>
          <p:cNvSpPr txBox="1"/>
          <p:nvPr/>
        </p:nvSpPr>
        <p:spPr>
          <a:xfrm rot="16200000">
            <a:off x="1844257" y="3223668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Precision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5A29D75E-81FE-2F24-F24E-E7FF79731679}"/>
              </a:ext>
            </a:extLst>
          </p:cNvPr>
          <p:cNvSpPr txBox="1"/>
          <p:nvPr/>
        </p:nvSpPr>
        <p:spPr>
          <a:xfrm rot="16200000">
            <a:off x="2894469" y="3230228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Precision</a:t>
            </a:r>
          </a:p>
        </p:txBody>
      </p:sp>
      <p:cxnSp>
        <p:nvCxnSpPr>
          <p:cNvPr id="1126" name="Straight Connector 1125">
            <a:extLst>
              <a:ext uri="{FF2B5EF4-FFF2-40B4-BE49-F238E27FC236}">
                <a16:creationId xmlns:a16="http://schemas.microsoft.com/office/drawing/2014/main" id="{CDC92DCB-4D39-DB79-EDD0-A1C8713D8992}"/>
              </a:ext>
            </a:extLst>
          </p:cNvPr>
          <p:cNvCxnSpPr>
            <a:cxnSpLocks/>
          </p:cNvCxnSpPr>
          <p:nvPr/>
        </p:nvCxnSpPr>
        <p:spPr>
          <a:xfrm>
            <a:off x="1349961" y="3595543"/>
            <a:ext cx="54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7" name="Freeform: Shape 1126">
            <a:extLst>
              <a:ext uri="{FF2B5EF4-FFF2-40B4-BE49-F238E27FC236}">
                <a16:creationId xmlns:a16="http://schemas.microsoft.com/office/drawing/2014/main" id="{F6D48A6B-C064-E9C2-ABC9-C06729342EA6}"/>
              </a:ext>
            </a:extLst>
          </p:cNvPr>
          <p:cNvSpPr/>
          <p:nvPr/>
        </p:nvSpPr>
        <p:spPr>
          <a:xfrm rot="5400000">
            <a:off x="3581710" y="2961632"/>
            <a:ext cx="292501" cy="531533"/>
          </a:xfrm>
          <a:custGeom>
            <a:avLst/>
            <a:gdLst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09550 w 3219450"/>
              <a:gd name="connsiteY2" fmla="*/ 85090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423138 w 3219450"/>
              <a:gd name="connsiteY1" fmla="*/ 1989648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423138 w 3219450"/>
              <a:gd name="connsiteY1" fmla="*/ 1989648 h 3225800"/>
              <a:gd name="connsiteX2" fmla="*/ 976721 w 3219450"/>
              <a:gd name="connsiteY2" fmla="*/ 945991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423138 w 3219450"/>
              <a:gd name="connsiteY1" fmla="*/ 1989648 h 3225800"/>
              <a:gd name="connsiteX2" fmla="*/ 976721 w 3219450"/>
              <a:gd name="connsiteY2" fmla="*/ 945991 h 3225800"/>
              <a:gd name="connsiteX3" fmla="*/ 1868007 w 3219450"/>
              <a:gd name="connsiteY3" fmla="*/ 355499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298465 w 3219450"/>
              <a:gd name="connsiteY1" fmla="*/ 2243440 h 3225800"/>
              <a:gd name="connsiteX2" fmla="*/ 976721 w 3219450"/>
              <a:gd name="connsiteY2" fmla="*/ 945991 h 3225800"/>
              <a:gd name="connsiteX3" fmla="*/ 1868007 w 3219450"/>
              <a:gd name="connsiteY3" fmla="*/ 355499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298465 w 3219450"/>
              <a:gd name="connsiteY1" fmla="*/ 2243440 h 3225800"/>
              <a:gd name="connsiteX2" fmla="*/ 1142981 w 3219450"/>
              <a:gd name="connsiteY2" fmla="*/ 1051737 h 3225800"/>
              <a:gd name="connsiteX3" fmla="*/ 1868007 w 3219450"/>
              <a:gd name="connsiteY3" fmla="*/ 355499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298465 w 3219450"/>
              <a:gd name="connsiteY1" fmla="*/ 2243440 h 3225800"/>
              <a:gd name="connsiteX2" fmla="*/ 1142981 w 3219450"/>
              <a:gd name="connsiteY2" fmla="*/ 1051737 h 3225800"/>
              <a:gd name="connsiteX3" fmla="*/ 1930356 w 3219450"/>
              <a:gd name="connsiteY3" fmla="*/ 376649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298465 w 3219450"/>
              <a:gd name="connsiteY1" fmla="*/ 2243440 h 3225800"/>
              <a:gd name="connsiteX2" fmla="*/ 1142981 w 3219450"/>
              <a:gd name="connsiteY2" fmla="*/ 1051737 h 3225800"/>
              <a:gd name="connsiteX3" fmla="*/ 1930356 w 3219450"/>
              <a:gd name="connsiteY3" fmla="*/ 376649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298465 w 3219450"/>
              <a:gd name="connsiteY1" fmla="*/ 2243440 h 3225800"/>
              <a:gd name="connsiteX2" fmla="*/ 1142981 w 3219450"/>
              <a:gd name="connsiteY2" fmla="*/ 1051737 h 3225800"/>
              <a:gd name="connsiteX3" fmla="*/ 2181965 w 3219450"/>
              <a:gd name="connsiteY3" fmla="*/ 630998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298465 w 3219450"/>
              <a:gd name="connsiteY1" fmla="*/ 2243440 h 3225800"/>
              <a:gd name="connsiteX2" fmla="*/ 1142983 w 3219450"/>
              <a:gd name="connsiteY2" fmla="*/ 1421697 h 3225800"/>
              <a:gd name="connsiteX3" fmla="*/ 2181965 w 3219450"/>
              <a:gd name="connsiteY3" fmla="*/ 630998 h 3225800"/>
              <a:gd name="connsiteX4" fmla="*/ 3219450 w 3219450"/>
              <a:gd name="connsiteY4" fmla="*/ 0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9450" h="3225800">
                <a:moveTo>
                  <a:pt x="0" y="3225800"/>
                </a:moveTo>
                <a:cubicBezTo>
                  <a:pt x="17462" y="2795058"/>
                  <a:pt x="107968" y="2544124"/>
                  <a:pt x="298465" y="2243440"/>
                </a:cubicBezTo>
                <a:cubicBezTo>
                  <a:pt x="488962" y="1942756"/>
                  <a:pt x="829066" y="1690437"/>
                  <a:pt x="1142983" y="1421697"/>
                </a:cubicBezTo>
                <a:cubicBezTo>
                  <a:pt x="1456900" y="1152957"/>
                  <a:pt x="1784234" y="899717"/>
                  <a:pt x="2181965" y="630998"/>
                </a:cubicBezTo>
                <a:lnTo>
                  <a:pt x="3219450" y="0"/>
                </a:ln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C28E69EA-3516-A310-AF50-988BB9504572}"/>
              </a:ext>
            </a:extLst>
          </p:cNvPr>
          <p:cNvSpPr txBox="1"/>
          <p:nvPr/>
        </p:nvSpPr>
        <p:spPr>
          <a:xfrm>
            <a:off x="3714693" y="3031356"/>
            <a:ext cx="2904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i-a</a:t>
            </a: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9AFD7136-F527-E69D-7527-B98BDFD517F3}"/>
              </a:ext>
            </a:extLst>
          </p:cNvPr>
          <p:cNvSpPr txBox="1"/>
          <p:nvPr/>
        </p:nvSpPr>
        <p:spPr>
          <a:xfrm>
            <a:off x="3485123" y="3313449"/>
            <a:ext cx="2952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i-b</a:t>
            </a:r>
          </a:p>
        </p:txBody>
      </p:sp>
      <p:sp>
        <p:nvSpPr>
          <p:cNvPr id="1130" name="Oval 1129">
            <a:extLst>
              <a:ext uri="{FF2B5EF4-FFF2-40B4-BE49-F238E27FC236}">
                <a16:creationId xmlns:a16="http://schemas.microsoft.com/office/drawing/2014/main" id="{7B405FDB-437A-E0D9-12DF-F9D7794E6A25}"/>
              </a:ext>
            </a:extLst>
          </p:cNvPr>
          <p:cNvSpPr/>
          <p:nvPr/>
        </p:nvSpPr>
        <p:spPr>
          <a:xfrm>
            <a:off x="2434370" y="2045090"/>
            <a:ext cx="72000" cy="7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31" name="Straight Connector 1130">
            <a:extLst>
              <a:ext uri="{FF2B5EF4-FFF2-40B4-BE49-F238E27FC236}">
                <a16:creationId xmlns:a16="http://schemas.microsoft.com/office/drawing/2014/main" id="{A45691E5-0DBE-8798-0E11-D62DAD69F61A}"/>
              </a:ext>
            </a:extLst>
          </p:cNvPr>
          <p:cNvCxnSpPr>
            <a:cxnSpLocks/>
          </p:cNvCxnSpPr>
          <p:nvPr/>
        </p:nvCxnSpPr>
        <p:spPr>
          <a:xfrm flipH="1">
            <a:off x="817229" y="3067383"/>
            <a:ext cx="0" cy="5370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2" name="Oval 1131">
            <a:extLst>
              <a:ext uri="{FF2B5EF4-FFF2-40B4-BE49-F238E27FC236}">
                <a16:creationId xmlns:a16="http://schemas.microsoft.com/office/drawing/2014/main" id="{24428639-C506-A03B-34DE-5B70BD1EE70B}"/>
              </a:ext>
            </a:extLst>
          </p:cNvPr>
          <p:cNvSpPr/>
          <p:nvPr/>
        </p:nvSpPr>
        <p:spPr>
          <a:xfrm>
            <a:off x="2466291" y="3062424"/>
            <a:ext cx="72000" cy="7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3" name="Oval 1132">
            <a:extLst>
              <a:ext uri="{FF2B5EF4-FFF2-40B4-BE49-F238E27FC236}">
                <a16:creationId xmlns:a16="http://schemas.microsoft.com/office/drawing/2014/main" id="{EEE42CED-F621-12CD-E62E-637B87C9AF4B}"/>
              </a:ext>
            </a:extLst>
          </p:cNvPr>
          <p:cNvSpPr/>
          <p:nvPr/>
        </p:nvSpPr>
        <p:spPr>
          <a:xfrm>
            <a:off x="3516248" y="2048279"/>
            <a:ext cx="72000" cy="7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4" name="Oval 1133">
            <a:extLst>
              <a:ext uri="{FF2B5EF4-FFF2-40B4-BE49-F238E27FC236}">
                <a16:creationId xmlns:a16="http://schemas.microsoft.com/office/drawing/2014/main" id="{89989199-0FD7-8440-4D97-739D75B05086}"/>
              </a:ext>
            </a:extLst>
          </p:cNvPr>
          <p:cNvSpPr/>
          <p:nvPr/>
        </p:nvSpPr>
        <p:spPr>
          <a:xfrm>
            <a:off x="3556113" y="3067383"/>
            <a:ext cx="72000" cy="7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5" name="Oval 1134">
            <a:extLst>
              <a:ext uri="{FF2B5EF4-FFF2-40B4-BE49-F238E27FC236}">
                <a16:creationId xmlns:a16="http://schemas.microsoft.com/office/drawing/2014/main" id="{107BB34A-E1B0-63C0-B492-B989BD5053DB}"/>
              </a:ext>
            </a:extLst>
          </p:cNvPr>
          <p:cNvSpPr/>
          <p:nvPr/>
        </p:nvSpPr>
        <p:spPr>
          <a:xfrm>
            <a:off x="3548781" y="3492893"/>
            <a:ext cx="72000" cy="7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36" name="Straight Connector 1135">
            <a:extLst>
              <a:ext uri="{FF2B5EF4-FFF2-40B4-BE49-F238E27FC236}">
                <a16:creationId xmlns:a16="http://schemas.microsoft.com/office/drawing/2014/main" id="{FF1A36D5-26A9-D5BD-AA4F-6A758B0FDD22}"/>
              </a:ext>
            </a:extLst>
          </p:cNvPr>
          <p:cNvCxnSpPr>
            <a:cxnSpLocks/>
          </p:cNvCxnSpPr>
          <p:nvPr/>
        </p:nvCxnSpPr>
        <p:spPr>
          <a:xfrm>
            <a:off x="314681" y="736116"/>
            <a:ext cx="54179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7" name="Freeform: Shape 1136">
            <a:extLst>
              <a:ext uri="{FF2B5EF4-FFF2-40B4-BE49-F238E27FC236}">
                <a16:creationId xmlns:a16="http://schemas.microsoft.com/office/drawing/2014/main" id="{282A075C-FC14-ED03-372D-F218BF14C255}"/>
              </a:ext>
            </a:extLst>
          </p:cNvPr>
          <p:cNvSpPr/>
          <p:nvPr/>
        </p:nvSpPr>
        <p:spPr>
          <a:xfrm>
            <a:off x="2428973" y="738612"/>
            <a:ext cx="528597" cy="520390"/>
          </a:xfrm>
          <a:custGeom>
            <a:avLst/>
            <a:gdLst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09550 w 3219450"/>
              <a:gd name="connsiteY2" fmla="*/ 85090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9450" h="3225800">
                <a:moveTo>
                  <a:pt x="0" y="3225800"/>
                </a:moveTo>
                <a:cubicBezTo>
                  <a:pt x="17462" y="2795058"/>
                  <a:pt x="31750" y="2380192"/>
                  <a:pt x="69850" y="1968500"/>
                </a:cubicBezTo>
                <a:cubicBezTo>
                  <a:pt x="107950" y="1556808"/>
                  <a:pt x="191558" y="880533"/>
                  <a:pt x="228600" y="755650"/>
                </a:cubicBezTo>
                <a:cubicBezTo>
                  <a:pt x="265642" y="630767"/>
                  <a:pt x="285750" y="370417"/>
                  <a:pt x="787400" y="228600"/>
                </a:cubicBezTo>
                <a:cubicBezTo>
                  <a:pt x="1289050" y="86783"/>
                  <a:pt x="3219450" y="0"/>
                  <a:pt x="3219450" y="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38" name="Straight Connector 1137">
            <a:extLst>
              <a:ext uri="{FF2B5EF4-FFF2-40B4-BE49-F238E27FC236}">
                <a16:creationId xmlns:a16="http://schemas.microsoft.com/office/drawing/2014/main" id="{68B22122-705A-6D54-15DC-30E70B313128}"/>
              </a:ext>
            </a:extLst>
          </p:cNvPr>
          <p:cNvCxnSpPr>
            <a:cxnSpLocks/>
          </p:cNvCxnSpPr>
          <p:nvPr/>
        </p:nvCxnSpPr>
        <p:spPr>
          <a:xfrm flipH="1">
            <a:off x="331243" y="725038"/>
            <a:ext cx="0" cy="5370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9" name="Straight Connector 1138">
            <a:extLst>
              <a:ext uri="{FF2B5EF4-FFF2-40B4-BE49-F238E27FC236}">
                <a16:creationId xmlns:a16="http://schemas.microsoft.com/office/drawing/2014/main" id="{8C280FBD-2607-00B7-E97E-5D110246DB78}"/>
              </a:ext>
            </a:extLst>
          </p:cNvPr>
          <p:cNvCxnSpPr>
            <a:cxnSpLocks/>
          </p:cNvCxnSpPr>
          <p:nvPr/>
        </p:nvCxnSpPr>
        <p:spPr>
          <a:xfrm flipV="1">
            <a:off x="1368405" y="725038"/>
            <a:ext cx="535340" cy="5344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0" name="TextBox 1139">
            <a:extLst>
              <a:ext uri="{FF2B5EF4-FFF2-40B4-BE49-F238E27FC236}">
                <a16:creationId xmlns:a16="http://schemas.microsoft.com/office/drawing/2014/main" id="{BCD7A06A-8268-9635-CFA0-98FB415F69A5}"/>
              </a:ext>
            </a:extLst>
          </p:cNvPr>
          <p:cNvSpPr txBox="1"/>
          <p:nvPr/>
        </p:nvSpPr>
        <p:spPr>
          <a:xfrm>
            <a:off x="136660" y="1342422"/>
            <a:ext cx="8819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False Alarm Rate</a:t>
            </a:r>
          </a:p>
        </p:txBody>
      </p:sp>
      <p:sp>
        <p:nvSpPr>
          <p:cNvPr id="1141" name="TextBox 1140">
            <a:extLst>
              <a:ext uri="{FF2B5EF4-FFF2-40B4-BE49-F238E27FC236}">
                <a16:creationId xmlns:a16="http://schemas.microsoft.com/office/drawing/2014/main" id="{457A7CA8-58DB-333D-A936-865FFAC656B9}"/>
              </a:ext>
            </a:extLst>
          </p:cNvPr>
          <p:cNvSpPr txBox="1"/>
          <p:nvPr/>
        </p:nvSpPr>
        <p:spPr>
          <a:xfrm rot="16200000">
            <a:off x="-273242" y="881437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Hit Rate</a:t>
            </a:r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5CA4D6A9-0792-5E29-DA62-A5DBF037B22B}"/>
              </a:ext>
            </a:extLst>
          </p:cNvPr>
          <p:cNvSpPr/>
          <p:nvPr/>
        </p:nvSpPr>
        <p:spPr>
          <a:xfrm>
            <a:off x="310724" y="719159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3" name="TextBox 1142">
            <a:extLst>
              <a:ext uri="{FF2B5EF4-FFF2-40B4-BE49-F238E27FC236}">
                <a16:creationId xmlns:a16="http://schemas.microsoft.com/office/drawing/2014/main" id="{FBFCFFE0-3901-7793-A62D-7147545489BE}"/>
              </a:ext>
            </a:extLst>
          </p:cNvPr>
          <p:cNvSpPr txBox="1"/>
          <p:nvPr/>
        </p:nvSpPr>
        <p:spPr>
          <a:xfrm>
            <a:off x="434990" y="1212101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94B0C2B1-31E6-1978-E467-2D3B669EA695}"/>
              </a:ext>
            </a:extLst>
          </p:cNvPr>
          <p:cNvSpPr txBox="1"/>
          <p:nvPr/>
        </p:nvSpPr>
        <p:spPr>
          <a:xfrm>
            <a:off x="203796" y="1212101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0D756F47-6773-61EE-FBB2-2FD6EA2404A7}"/>
              </a:ext>
            </a:extLst>
          </p:cNvPr>
          <p:cNvSpPr txBox="1"/>
          <p:nvPr/>
        </p:nvSpPr>
        <p:spPr>
          <a:xfrm>
            <a:off x="735112" y="1212101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1146" name="Straight Connector 1145">
            <a:extLst>
              <a:ext uri="{FF2B5EF4-FFF2-40B4-BE49-F238E27FC236}">
                <a16:creationId xmlns:a16="http://schemas.microsoft.com/office/drawing/2014/main" id="{5DCF44A1-6A7D-3E7F-1195-0EFE8CB59A2A}"/>
              </a:ext>
            </a:extLst>
          </p:cNvPr>
          <p:cNvCxnSpPr>
            <a:cxnSpLocks/>
          </p:cNvCxnSpPr>
          <p:nvPr/>
        </p:nvCxnSpPr>
        <p:spPr>
          <a:xfrm flipV="1">
            <a:off x="311320" y="731196"/>
            <a:ext cx="538064" cy="524471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7" name="TextBox 1146">
            <a:extLst>
              <a:ext uri="{FF2B5EF4-FFF2-40B4-BE49-F238E27FC236}">
                <a16:creationId xmlns:a16="http://schemas.microsoft.com/office/drawing/2014/main" id="{8802879B-B9A8-7464-3859-16BA11BE8AAC}"/>
              </a:ext>
            </a:extLst>
          </p:cNvPr>
          <p:cNvSpPr txBox="1"/>
          <p:nvPr/>
        </p:nvSpPr>
        <p:spPr>
          <a:xfrm>
            <a:off x="135956" y="1141787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D255BC9A-40E1-A5E2-0559-0A7205B39793}"/>
              </a:ext>
            </a:extLst>
          </p:cNvPr>
          <p:cNvSpPr txBox="1"/>
          <p:nvPr/>
        </p:nvSpPr>
        <p:spPr>
          <a:xfrm>
            <a:off x="135956" y="614237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7CCCA3AC-3B8B-DA56-0C7D-D11E0731180C}"/>
              </a:ext>
            </a:extLst>
          </p:cNvPr>
          <p:cNvSpPr txBox="1"/>
          <p:nvPr/>
        </p:nvSpPr>
        <p:spPr>
          <a:xfrm>
            <a:off x="67028" y="878012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E5DB3464-82F8-B511-F8CC-E4499CE0AFE2}"/>
              </a:ext>
            </a:extLst>
          </p:cNvPr>
          <p:cNvSpPr txBox="1"/>
          <p:nvPr/>
        </p:nvSpPr>
        <p:spPr>
          <a:xfrm>
            <a:off x="307140" y="516635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Perfect</a:t>
            </a:r>
          </a:p>
        </p:txBody>
      </p:sp>
      <p:cxnSp>
        <p:nvCxnSpPr>
          <p:cNvPr id="1151" name="Straight Connector 1150">
            <a:extLst>
              <a:ext uri="{FF2B5EF4-FFF2-40B4-BE49-F238E27FC236}">
                <a16:creationId xmlns:a16="http://schemas.microsoft.com/office/drawing/2014/main" id="{DF0DFA06-B349-BFFF-59D7-AF6FCC570731}"/>
              </a:ext>
            </a:extLst>
          </p:cNvPr>
          <p:cNvCxnSpPr>
            <a:cxnSpLocks/>
          </p:cNvCxnSpPr>
          <p:nvPr/>
        </p:nvCxnSpPr>
        <p:spPr>
          <a:xfrm flipV="1">
            <a:off x="1361764" y="725038"/>
            <a:ext cx="537613" cy="539823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2" name="TextBox 1151">
            <a:extLst>
              <a:ext uri="{FF2B5EF4-FFF2-40B4-BE49-F238E27FC236}">
                <a16:creationId xmlns:a16="http://schemas.microsoft.com/office/drawing/2014/main" id="{3DF81A28-CD90-A483-6597-76D5C1E3BBFA}"/>
              </a:ext>
            </a:extLst>
          </p:cNvPr>
          <p:cNvSpPr txBox="1"/>
          <p:nvPr/>
        </p:nvSpPr>
        <p:spPr>
          <a:xfrm>
            <a:off x="1182977" y="1342422"/>
            <a:ext cx="8819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False Alarm Rate</a:t>
            </a:r>
          </a:p>
        </p:txBody>
      </p:sp>
      <p:sp>
        <p:nvSpPr>
          <p:cNvPr id="1153" name="Rectangle 1152">
            <a:extLst>
              <a:ext uri="{FF2B5EF4-FFF2-40B4-BE49-F238E27FC236}">
                <a16:creationId xmlns:a16="http://schemas.microsoft.com/office/drawing/2014/main" id="{854C57C6-B1CB-81E6-BE42-54BBCAEE6F6E}"/>
              </a:ext>
            </a:extLst>
          </p:cNvPr>
          <p:cNvSpPr/>
          <p:nvPr/>
        </p:nvSpPr>
        <p:spPr>
          <a:xfrm>
            <a:off x="1365279" y="719159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4" name="TextBox 1153">
            <a:extLst>
              <a:ext uri="{FF2B5EF4-FFF2-40B4-BE49-F238E27FC236}">
                <a16:creationId xmlns:a16="http://schemas.microsoft.com/office/drawing/2014/main" id="{80787000-C599-E543-34BD-DD0D2598B666}"/>
              </a:ext>
            </a:extLst>
          </p:cNvPr>
          <p:cNvSpPr txBox="1"/>
          <p:nvPr/>
        </p:nvSpPr>
        <p:spPr>
          <a:xfrm>
            <a:off x="1489545" y="1212101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155" name="TextBox 1154">
            <a:extLst>
              <a:ext uri="{FF2B5EF4-FFF2-40B4-BE49-F238E27FC236}">
                <a16:creationId xmlns:a16="http://schemas.microsoft.com/office/drawing/2014/main" id="{76947797-C448-1C55-2DBC-142C727E469F}"/>
              </a:ext>
            </a:extLst>
          </p:cNvPr>
          <p:cNvSpPr txBox="1"/>
          <p:nvPr/>
        </p:nvSpPr>
        <p:spPr>
          <a:xfrm>
            <a:off x="1258351" y="1212101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156" name="TextBox 1155">
            <a:extLst>
              <a:ext uri="{FF2B5EF4-FFF2-40B4-BE49-F238E27FC236}">
                <a16:creationId xmlns:a16="http://schemas.microsoft.com/office/drawing/2014/main" id="{07256CEB-6233-6ADF-9393-C851AE06C283}"/>
              </a:ext>
            </a:extLst>
          </p:cNvPr>
          <p:cNvSpPr txBox="1"/>
          <p:nvPr/>
        </p:nvSpPr>
        <p:spPr>
          <a:xfrm>
            <a:off x="1789667" y="1212101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157" name="TextBox 1156">
            <a:extLst>
              <a:ext uri="{FF2B5EF4-FFF2-40B4-BE49-F238E27FC236}">
                <a16:creationId xmlns:a16="http://schemas.microsoft.com/office/drawing/2014/main" id="{108B4DC9-CA15-ABD1-9E75-1F89C427C22C}"/>
              </a:ext>
            </a:extLst>
          </p:cNvPr>
          <p:cNvSpPr txBox="1"/>
          <p:nvPr/>
        </p:nvSpPr>
        <p:spPr>
          <a:xfrm>
            <a:off x="1190511" y="1141787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158" name="TextBox 1157">
            <a:extLst>
              <a:ext uri="{FF2B5EF4-FFF2-40B4-BE49-F238E27FC236}">
                <a16:creationId xmlns:a16="http://schemas.microsoft.com/office/drawing/2014/main" id="{E51641AA-6F79-6900-66D4-9E8509B65255}"/>
              </a:ext>
            </a:extLst>
          </p:cNvPr>
          <p:cNvSpPr txBox="1"/>
          <p:nvPr/>
        </p:nvSpPr>
        <p:spPr>
          <a:xfrm>
            <a:off x="1190511" y="614237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159" name="TextBox 1158">
            <a:extLst>
              <a:ext uri="{FF2B5EF4-FFF2-40B4-BE49-F238E27FC236}">
                <a16:creationId xmlns:a16="http://schemas.microsoft.com/office/drawing/2014/main" id="{28602834-4445-244F-EBAA-6A145FEF4FE1}"/>
              </a:ext>
            </a:extLst>
          </p:cNvPr>
          <p:cNvSpPr txBox="1"/>
          <p:nvPr/>
        </p:nvSpPr>
        <p:spPr>
          <a:xfrm>
            <a:off x="1121583" y="878012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160" name="TextBox 1159">
            <a:extLst>
              <a:ext uri="{FF2B5EF4-FFF2-40B4-BE49-F238E27FC236}">
                <a16:creationId xmlns:a16="http://schemas.microsoft.com/office/drawing/2014/main" id="{5F81FB1E-F02B-3930-7760-882160F38BA4}"/>
              </a:ext>
            </a:extLst>
          </p:cNvPr>
          <p:cNvSpPr txBox="1"/>
          <p:nvPr/>
        </p:nvSpPr>
        <p:spPr>
          <a:xfrm>
            <a:off x="1361695" y="516635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None</a:t>
            </a:r>
          </a:p>
        </p:txBody>
      </p:sp>
      <p:sp>
        <p:nvSpPr>
          <p:cNvPr id="1161" name="TextBox 1160">
            <a:extLst>
              <a:ext uri="{FF2B5EF4-FFF2-40B4-BE49-F238E27FC236}">
                <a16:creationId xmlns:a16="http://schemas.microsoft.com/office/drawing/2014/main" id="{0215C983-B1C6-6E89-8C74-B7C652941C14}"/>
              </a:ext>
            </a:extLst>
          </p:cNvPr>
          <p:cNvSpPr txBox="1"/>
          <p:nvPr/>
        </p:nvSpPr>
        <p:spPr>
          <a:xfrm>
            <a:off x="2245770" y="1342422"/>
            <a:ext cx="8819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False Alarm Rate</a:t>
            </a:r>
          </a:p>
        </p:txBody>
      </p:sp>
      <p:sp>
        <p:nvSpPr>
          <p:cNvPr id="1162" name="Rectangle 1161">
            <a:extLst>
              <a:ext uri="{FF2B5EF4-FFF2-40B4-BE49-F238E27FC236}">
                <a16:creationId xmlns:a16="http://schemas.microsoft.com/office/drawing/2014/main" id="{C401F5C3-E8F7-BAB8-A8F7-724890C219C7}"/>
              </a:ext>
            </a:extLst>
          </p:cNvPr>
          <p:cNvSpPr/>
          <p:nvPr/>
        </p:nvSpPr>
        <p:spPr>
          <a:xfrm>
            <a:off x="2419834" y="719159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99F67917-9AC9-8FE9-8BA3-F13C15B3B3CD}"/>
              </a:ext>
            </a:extLst>
          </p:cNvPr>
          <p:cNvSpPr txBox="1"/>
          <p:nvPr/>
        </p:nvSpPr>
        <p:spPr>
          <a:xfrm>
            <a:off x="2544100" y="1212101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164" name="TextBox 1163">
            <a:extLst>
              <a:ext uri="{FF2B5EF4-FFF2-40B4-BE49-F238E27FC236}">
                <a16:creationId xmlns:a16="http://schemas.microsoft.com/office/drawing/2014/main" id="{C8C4BEE6-6376-0E74-4150-BF74DE0D27C7}"/>
              </a:ext>
            </a:extLst>
          </p:cNvPr>
          <p:cNvSpPr txBox="1"/>
          <p:nvPr/>
        </p:nvSpPr>
        <p:spPr>
          <a:xfrm>
            <a:off x="2312906" y="1212101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165" name="TextBox 1164">
            <a:extLst>
              <a:ext uri="{FF2B5EF4-FFF2-40B4-BE49-F238E27FC236}">
                <a16:creationId xmlns:a16="http://schemas.microsoft.com/office/drawing/2014/main" id="{31C77472-B4C1-1507-81B9-962B732F7D61}"/>
              </a:ext>
            </a:extLst>
          </p:cNvPr>
          <p:cNvSpPr txBox="1"/>
          <p:nvPr/>
        </p:nvSpPr>
        <p:spPr>
          <a:xfrm>
            <a:off x="2844222" y="1212101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1166" name="Straight Connector 1165">
            <a:extLst>
              <a:ext uri="{FF2B5EF4-FFF2-40B4-BE49-F238E27FC236}">
                <a16:creationId xmlns:a16="http://schemas.microsoft.com/office/drawing/2014/main" id="{2DACF507-9CC2-FE85-77FC-318E64DC8829}"/>
              </a:ext>
            </a:extLst>
          </p:cNvPr>
          <p:cNvCxnSpPr>
            <a:cxnSpLocks/>
          </p:cNvCxnSpPr>
          <p:nvPr/>
        </p:nvCxnSpPr>
        <p:spPr>
          <a:xfrm flipV="1">
            <a:off x="2420430" y="725038"/>
            <a:ext cx="537140" cy="524471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7" name="TextBox 1166">
            <a:extLst>
              <a:ext uri="{FF2B5EF4-FFF2-40B4-BE49-F238E27FC236}">
                <a16:creationId xmlns:a16="http://schemas.microsoft.com/office/drawing/2014/main" id="{38B04327-CBC3-696A-FEE2-E4AA2D314282}"/>
              </a:ext>
            </a:extLst>
          </p:cNvPr>
          <p:cNvSpPr txBox="1"/>
          <p:nvPr/>
        </p:nvSpPr>
        <p:spPr>
          <a:xfrm>
            <a:off x="2245066" y="1141787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168" name="TextBox 1167">
            <a:extLst>
              <a:ext uri="{FF2B5EF4-FFF2-40B4-BE49-F238E27FC236}">
                <a16:creationId xmlns:a16="http://schemas.microsoft.com/office/drawing/2014/main" id="{54066B8D-FAB6-E393-A31E-DBD9964AA0F3}"/>
              </a:ext>
            </a:extLst>
          </p:cNvPr>
          <p:cNvSpPr txBox="1"/>
          <p:nvPr/>
        </p:nvSpPr>
        <p:spPr>
          <a:xfrm>
            <a:off x="2245066" y="614237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169" name="TextBox 1168">
            <a:extLst>
              <a:ext uri="{FF2B5EF4-FFF2-40B4-BE49-F238E27FC236}">
                <a16:creationId xmlns:a16="http://schemas.microsoft.com/office/drawing/2014/main" id="{696A8281-B551-088A-C0CF-AD4F0B2FA950}"/>
              </a:ext>
            </a:extLst>
          </p:cNvPr>
          <p:cNvSpPr txBox="1"/>
          <p:nvPr/>
        </p:nvSpPr>
        <p:spPr>
          <a:xfrm>
            <a:off x="2176138" y="878012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170" name="TextBox 1169">
            <a:extLst>
              <a:ext uri="{FF2B5EF4-FFF2-40B4-BE49-F238E27FC236}">
                <a16:creationId xmlns:a16="http://schemas.microsoft.com/office/drawing/2014/main" id="{89AAB22A-494B-5CBA-B74A-3344AA54BD7D}"/>
              </a:ext>
            </a:extLst>
          </p:cNvPr>
          <p:cNvSpPr txBox="1"/>
          <p:nvPr/>
        </p:nvSpPr>
        <p:spPr>
          <a:xfrm>
            <a:off x="2416250" y="516635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Good</a:t>
            </a:r>
          </a:p>
        </p:txBody>
      </p:sp>
      <p:grpSp>
        <p:nvGrpSpPr>
          <p:cNvPr id="1171" name="Group 1170">
            <a:extLst>
              <a:ext uri="{FF2B5EF4-FFF2-40B4-BE49-F238E27FC236}">
                <a16:creationId xmlns:a16="http://schemas.microsoft.com/office/drawing/2014/main" id="{AA40A703-DE63-D472-F523-55A412DA0AA0}"/>
              </a:ext>
            </a:extLst>
          </p:cNvPr>
          <p:cNvGrpSpPr/>
          <p:nvPr/>
        </p:nvGrpSpPr>
        <p:grpSpPr>
          <a:xfrm>
            <a:off x="3165986" y="493751"/>
            <a:ext cx="1089914" cy="1064115"/>
            <a:chOff x="84110" y="4513412"/>
            <a:chExt cx="1089914" cy="1064115"/>
          </a:xfrm>
        </p:grpSpPr>
        <p:sp>
          <p:nvSpPr>
            <p:cNvPr id="1172" name="TextBox 1171">
              <a:extLst>
                <a:ext uri="{FF2B5EF4-FFF2-40B4-BE49-F238E27FC236}">
                  <a16:creationId xmlns:a16="http://schemas.microsoft.com/office/drawing/2014/main" id="{09613A46-64B5-1920-D6A6-0F69F9FB0517}"/>
                </a:ext>
              </a:extLst>
            </p:cNvPr>
            <p:cNvSpPr txBox="1"/>
            <p:nvPr/>
          </p:nvSpPr>
          <p:spPr>
            <a:xfrm>
              <a:off x="226687" y="5362083"/>
              <a:ext cx="88197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False Alarm Rate</a:t>
              </a:r>
            </a:p>
          </p:txBody>
        </p:sp>
        <p:sp>
          <p:nvSpPr>
            <p:cNvPr id="1173" name="Rectangle 1172">
              <a:extLst>
                <a:ext uri="{FF2B5EF4-FFF2-40B4-BE49-F238E27FC236}">
                  <a16:creationId xmlns:a16="http://schemas.microsoft.com/office/drawing/2014/main" id="{A098E57B-0652-A815-08A9-56D8F2C9CDCD}"/>
                </a:ext>
              </a:extLst>
            </p:cNvPr>
            <p:cNvSpPr/>
            <p:nvPr/>
          </p:nvSpPr>
          <p:spPr>
            <a:xfrm>
              <a:off x="392513" y="473882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74" name="TextBox 1173">
              <a:extLst>
                <a:ext uri="{FF2B5EF4-FFF2-40B4-BE49-F238E27FC236}">
                  <a16:creationId xmlns:a16="http://schemas.microsoft.com/office/drawing/2014/main" id="{8FC75D16-8A7B-0429-CF87-878F8FBF8F66}"/>
                </a:ext>
              </a:extLst>
            </p:cNvPr>
            <p:cNvSpPr txBox="1"/>
            <p:nvPr/>
          </p:nvSpPr>
          <p:spPr>
            <a:xfrm>
              <a:off x="516779" y="5231762"/>
              <a:ext cx="3129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0.5</a:t>
              </a:r>
            </a:p>
          </p:txBody>
        </p:sp>
        <p:sp>
          <p:nvSpPr>
            <p:cNvPr id="1175" name="TextBox 1174">
              <a:extLst>
                <a:ext uri="{FF2B5EF4-FFF2-40B4-BE49-F238E27FC236}">
                  <a16:creationId xmlns:a16="http://schemas.microsoft.com/office/drawing/2014/main" id="{3FA404F0-EA4B-8C45-9D08-760DD029FCD7}"/>
                </a:ext>
              </a:extLst>
            </p:cNvPr>
            <p:cNvSpPr txBox="1"/>
            <p:nvPr/>
          </p:nvSpPr>
          <p:spPr>
            <a:xfrm>
              <a:off x="285585" y="5231762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</a:p>
          </p:txBody>
        </p:sp>
        <p:sp>
          <p:nvSpPr>
            <p:cNvPr id="1176" name="TextBox 1175">
              <a:extLst>
                <a:ext uri="{FF2B5EF4-FFF2-40B4-BE49-F238E27FC236}">
                  <a16:creationId xmlns:a16="http://schemas.microsoft.com/office/drawing/2014/main" id="{4CDDD977-7A0C-B53B-B465-A2D65B487469}"/>
                </a:ext>
              </a:extLst>
            </p:cNvPr>
            <p:cNvSpPr txBox="1"/>
            <p:nvPr/>
          </p:nvSpPr>
          <p:spPr>
            <a:xfrm>
              <a:off x="816901" y="5231762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cxnSp>
          <p:nvCxnSpPr>
            <p:cNvPr id="1177" name="Straight Connector 1176">
              <a:extLst>
                <a:ext uri="{FF2B5EF4-FFF2-40B4-BE49-F238E27FC236}">
                  <a16:creationId xmlns:a16="http://schemas.microsoft.com/office/drawing/2014/main" id="{0F2CF1CB-3013-2017-5848-1FBA01285E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109" y="4729862"/>
              <a:ext cx="539404" cy="539308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8" name="TextBox 1177">
              <a:extLst>
                <a:ext uri="{FF2B5EF4-FFF2-40B4-BE49-F238E27FC236}">
                  <a16:creationId xmlns:a16="http://schemas.microsoft.com/office/drawing/2014/main" id="{F1600633-11EB-EEC9-9740-B7E5BF570822}"/>
                </a:ext>
              </a:extLst>
            </p:cNvPr>
            <p:cNvSpPr txBox="1"/>
            <p:nvPr/>
          </p:nvSpPr>
          <p:spPr>
            <a:xfrm>
              <a:off x="217745" y="5161448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</a:p>
          </p:txBody>
        </p:sp>
        <p:sp>
          <p:nvSpPr>
            <p:cNvPr id="1179" name="TextBox 1178">
              <a:extLst>
                <a:ext uri="{FF2B5EF4-FFF2-40B4-BE49-F238E27FC236}">
                  <a16:creationId xmlns:a16="http://schemas.microsoft.com/office/drawing/2014/main" id="{DF10412A-1778-8D76-C09F-DC36AA9386BC}"/>
                </a:ext>
              </a:extLst>
            </p:cNvPr>
            <p:cNvSpPr txBox="1"/>
            <p:nvPr/>
          </p:nvSpPr>
          <p:spPr>
            <a:xfrm>
              <a:off x="217745" y="4633898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80" name="TextBox 1179">
              <a:extLst>
                <a:ext uri="{FF2B5EF4-FFF2-40B4-BE49-F238E27FC236}">
                  <a16:creationId xmlns:a16="http://schemas.microsoft.com/office/drawing/2014/main" id="{9ADDD38D-2E76-6A5A-5371-9405DD28D677}"/>
                </a:ext>
              </a:extLst>
            </p:cNvPr>
            <p:cNvSpPr txBox="1"/>
            <p:nvPr/>
          </p:nvSpPr>
          <p:spPr>
            <a:xfrm>
              <a:off x="148817" y="4897673"/>
              <a:ext cx="3129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0.5</a:t>
              </a:r>
            </a:p>
          </p:txBody>
        </p:sp>
        <p:sp>
          <p:nvSpPr>
            <p:cNvPr id="1181" name="TextBox 1180">
              <a:extLst>
                <a:ext uri="{FF2B5EF4-FFF2-40B4-BE49-F238E27FC236}">
                  <a16:creationId xmlns:a16="http://schemas.microsoft.com/office/drawing/2014/main" id="{6EE340B6-D3A0-2A6E-B601-69A883FF0350}"/>
                </a:ext>
              </a:extLst>
            </p:cNvPr>
            <p:cNvSpPr txBox="1"/>
            <p:nvPr/>
          </p:nvSpPr>
          <p:spPr>
            <a:xfrm>
              <a:off x="84110" y="4513412"/>
              <a:ext cx="108991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Calibri" panose="020F0502020204030204" pitchFamily="34" charset="0"/>
                  <a:cs typeface="Calibri" panose="020F0502020204030204" pitchFamily="34" charset="0"/>
                </a:rPr>
                <a:t>Imbalanced dataset</a:t>
              </a:r>
            </a:p>
          </p:txBody>
        </p:sp>
      </p:grpSp>
      <p:sp>
        <p:nvSpPr>
          <p:cNvPr id="1182" name="TextBox 1181">
            <a:extLst>
              <a:ext uri="{FF2B5EF4-FFF2-40B4-BE49-F238E27FC236}">
                <a16:creationId xmlns:a16="http://schemas.microsoft.com/office/drawing/2014/main" id="{181CF5A4-A6E8-DE3E-D312-EF059C34A5F1}"/>
              </a:ext>
            </a:extLst>
          </p:cNvPr>
          <p:cNvSpPr txBox="1"/>
          <p:nvPr/>
        </p:nvSpPr>
        <p:spPr>
          <a:xfrm>
            <a:off x="-82463" y="378674"/>
            <a:ext cx="421707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b) ROC curves</a:t>
            </a:r>
            <a:r>
              <a:rPr 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(class-balanced) 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discrimination ability (better for balanced datasets)</a:t>
            </a:r>
          </a:p>
        </p:txBody>
      </p:sp>
      <p:sp>
        <p:nvSpPr>
          <p:cNvPr id="1183" name="Freeform: Shape 1182">
            <a:extLst>
              <a:ext uri="{FF2B5EF4-FFF2-40B4-BE49-F238E27FC236}">
                <a16:creationId xmlns:a16="http://schemas.microsoft.com/office/drawing/2014/main" id="{8C641901-B554-CFD9-F097-2D3CBA030DFC}"/>
              </a:ext>
            </a:extLst>
          </p:cNvPr>
          <p:cNvSpPr/>
          <p:nvPr/>
        </p:nvSpPr>
        <p:spPr>
          <a:xfrm>
            <a:off x="3487166" y="734111"/>
            <a:ext cx="528597" cy="520390"/>
          </a:xfrm>
          <a:custGeom>
            <a:avLst/>
            <a:gdLst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09550 w 3219450"/>
              <a:gd name="connsiteY2" fmla="*/ 85090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367833 w 3219450"/>
              <a:gd name="connsiteY2" fmla="*/ 1133527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367833 w 3219450"/>
              <a:gd name="connsiteY2" fmla="*/ 1133527 h 3225800"/>
              <a:gd name="connsiteX3" fmla="*/ 1158680 w 3219450"/>
              <a:gd name="connsiteY3" fmla="*/ 441157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367833 w 3219450"/>
              <a:gd name="connsiteY2" fmla="*/ 1133527 h 3225800"/>
              <a:gd name="connsiteX3" fmla="*/ 1158680 w 3219450"/>
              <a:gd name="connsiteY3" fmla="*/ 441157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367833 w 3219450"/>
              <a:gd name="connsiteY2" fmla="*/ 1133527 h 3225800"/>
              <a:gd name="connsiteX3" fmla="*/ 1158680 w 3219450"/>
              <a:gd name="connsiteY3" fmla="*/ 441157 h 3225800"/>
              <a:gd name="connsiteX4" fmla="*/ 3219450 w 3219450"/>
              <a:gd name="connsiteY4" fmla="*/ 0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9450" h="3225800">
                <a:moveTo>
                  <a:pt x="0" y="3225800"/>
                </a:moveTo>
                <a:cubicBezTo>
                  <a:pt x="17462" y="2795058"/>
                  <a:pt x="8545" y="2317212"/>
                  <a:pt x="69850" y="1968500"/>
                </a:cubicBezTo>
                <a:cubicBezTo>
                  <a:pt x="131155" y="1619788"/>
                  <a:pt x="186361" y="1388084"/>
                  <a:pt x="367833" y="1133527"/>
                </a:cubicBezTo>
                <a:cubicBezTo>
                  <a:pt x="549305" y="878970"/>
                  <a:pt x="657030" y="582974"/>
                  <a:pt x="1158680" y="441157"/>
                </a:cubicBezTo>
                <a:cubicBezTo>
                  <a:pt x="1497893" y="181253"/>
                  <a:pt x="3219450" y="0"/>
                  <a:pt x="3219450" y="0"/>
                </a:cubicBez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4" name="TextBox 1183">
            <a:extLst>
              <a:ext uri="{FF2B5EF4-FFF2-40B4-BE49-F238E27FC236}">
                <a16:creationId xmlns:a16="http://schemas.microsoft.com/office/drawing/2014/main" id="{B31D2BC5-9FE2-AC33-1FD7-4F30953E4112}"/>
              </a:ext>
            </a:extLst>
          </p:cNvPr>
          <p:cNvSpPr txBox="1"/>
          <p:nvPr/>
        </p:nvSpPr>
        <p:spPr>
          <a:xfrm rot="16200000">
            <a:off x="805824" y="891084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Hit Rate</a:t>
            </a:r>
          </a:p>
        </p:txBody>
      </p:sp>
      <p:sp>
        <p:nvSpPr>
          <p:cNvPr id="1185" name="TextBox 1184">
            <a:extLst>
              <a:ext uri="{FF2B5EF4-FFF2-40B4-BE49-F238E27FC236}">
                <a16:creationId xmlns:a16="http://schemas.microsoft.com/office/drawing/2014/main" id="{090F0BD1-9587-ABAE-9C45-FC88C5817D07}"/>
              </a:ext>
            </a:extLst>
          </p:cNvPr>
          <p:cNvSpPr txBox="1"/>
          <p:nvPr/>
        </p:nvSpPr>
        <p:spPr>
          <a:xfrm rot="16200000">
            <a:off x="1844620" y="884525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Hit Rate</a:t>
            </a:r>
          </a:p>
        </p:txBody>
      </p:sp>
      <p:sp>
        <p:nvSpPr>
          <p:cNvPr id="1186" name="TextBox 1185">
            <a:extLst>
              <a:ext uri="{FF2B5EF4-FFF2-40B4-BE49-F238E27FC236}">
                <a16:creationId xmlns:a16="http://schemas.microsoft.com/office/drawing/2014/main" id="{13ED9C4B-B891-6D43-D74B-B8DE8A400DAB}"/>
              </a:ext>
            </a:extLst>
          </p:cNvPr>
          <p:cNvSpPr txBox="1"/>
          <p:nvPr/>
        </p:nvSpPr>
        <p:spPr>
          <a:xfrm rot="16200000">
            <a:off x="2894832" y="891085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Hit Rate</a:t>
            </a:r>
          </a:p>
        </p:txBody>
      </p:sp>
      <p:sp>
        <p:nvSpPr>
          <p:cNvPr id="1187" name="Oval 1186">
            <a:extLst>
              <a:ext uri="{FF2B5EF4-FFF2-40B4-BE49-F238E27FC236}">
                <a16:creationId xmlns:a16="http://schemas.microsoft.com/office/drawing/2014/main" id="{4F124D69-8C8F-0465-1158-5890B8CA6C76}"/>
              </a:ext>
            </a:extLst>
          </p:cNvPr>
          <p:cNvSpPr/>
          <p:nvPr/>
        </p:nvSpPr>
        <p:spPr>
          <a:xfrm>
            <a:off x="2428781" y="867058"/>
            <a:ext cx="72000" cy="7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8" name="Oval 1187">
            <a:extLst>
              <a:ext uri="{FF2B5EF4-FFF2-40B4-BE49-F238E27FC236}">
                <a16:creationId xmlns:a16="http://schemas.microsoft.com/office/drawing/2014/main" id="{79684876-645E-704D-8926-747B6760BCDA}"/>
              </a:ext>
            </a:extLst>
          </p:cNvPr>
          <p:cNvSpPr/>
          <p:nvPr/>
        </p:nvSpPr>
        <p:spPr>
          <a:xfrm>
            <a:off x="3510659" y="870247"/>
            <a:ext cx="72000" cy="7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399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195</Words>
  <Application>Microsoft Office PowerPoint</Application>
  <PresentationFormat>Custom</PresentationFormat>
  <Paragraphs>115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Maria Pillosu</cp:lastModifiedBy>
  <cp:revision>1</cp:revision>
  <dcterms:created xsi:type="dcterms:W3CDTF">2025-05-17T09:08:08Z</dcterms:created>
  <dcterms:modified xsi:type="dcterms:W3CDTF">2026-01-20T00:06:29Z</dcterms:modified>
</cp:coreProperties>
</file>