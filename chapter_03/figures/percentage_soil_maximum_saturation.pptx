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notesMasterIdLst>
    <p:notesMasterId r:id="rId3"/>
  </p:notesMasterIdLst>
  <p:sldIdLst>
    <p:sldId id="256" r:id="rId2"/>
  </p:sldIdLst>
  <p:sldSz cx="4140200" cy="4679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0000FF"/>
    <a:srgbClr val="2D2D2D"/>
    <a:srgbClr val="00FFFF"/>
    <a:srgbClr val="475E00"/>
    <a:srgbClr val="16FB17"/>
    <a:srgbClr val="680F01"/>
    <a:srgbClr val="FFE1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DC3A23-AE87-49D3-91AC-08126FA2BC68}" v="2" dt="2025-07-14T21:28:49.0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81" autoAdjust="0"/>
    <p:restoredTop sz="94660"/>
  </p:normalViewPr>
  <p:slideViewPr>
    <p:cSldViewPr snapToGrid="0">
      <p:cViewPr varScale="1">
        <p:scale>
          <a:sx n="91" d="100"/>
          <a:sy n="91" d="100"/>
        </p:scale>
        <p:origin x="19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4D146198-251D-4005-8510-6716C664197C}"/>
    <pc:docChg chg="undo custSel modSld">
      <pc:chgData name="Fatima Pillosu" userId="a6295d4dc9e22643" providerId="LiveId" clId="{4D146198-251D-4005-8510-6716C664197C}" dt="2024-07-25T20:32:05.189" v="106"/>
      <pc:docMkLst>
        <pc:docMk/>
      </pc:docMkLst>
      <pc:sldChg chg="addSp delSp modSp mod">
        <pc:chgData name="Fatima Pillosu" userId="a6295d4dc9e22643" providerId="LiveId" clId="{4D146198-251D-4005-8510-6716C664197C}" dt="2024-07-25T20:32:05.189" v="106"/>
        <pc:sldMkLst>
          <pc:docMk/>
          <pc:sldMk cId="1380674543" sldId="256"/>
        </pc:sldMkLst>
        <pc:spChg chg="add mod">
          <ac:chgData name="Fatima Pillosu" userId="a6295d4dc9e22643" providerId="LiveId" clId="{4D146198-251D-4005-8510-6716C664197C}" dt="2024-07-25T20:29:31.780" v="1"/>
          <ac:spMkLst>
            <pc:docMk/>
            <pc:sldMk cId="1380674543" sldId="256"/>
            <ac:spMk id="2" creationId="{60AAC84E-691E-52B9-85AE-F29AF0BA833E}"/>
          </ac:spMkLst>
        </pc:spChg>
        <pc:spChg chg="add mod">
          <ac:chgData name="Fatima Pillosu" userId="a6295d4dc9e22643" providerId="LiveId" clId="{4D146198-251D-4005-8510-6716C664197C}" dt="2024-07-25T20:29:31.780" v="1"/>
          <ac:spMkLst>
            <pc:docMk/>
            <pc:sldMk cId="1380674543" sldId="256"/>
            <ac:spMk id="3" creationId="{E13B4266-8F3B-FDD3-769A-3CE9A69DF6C9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6" creationId="{0C7866F8-3D28-D23F-94F4-31434FC45C8D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7" creationId="{12F23E37-D850-2205-D764-E65B9EEE2D3F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8" creationId="{47E1CCA9-1FE1-AC39-2A65-B2530877FE67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9" creationId="{1BF944C8-72B7-EE1A-6F7B-CF42B3774EC5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10" creationId="{E426F851-70D0-C74A-EE11-AF956E60CFE7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11" creationId="{27EB65F3-73F5-B07A-A818-9796C53071D9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12" creationId="{F8E8BF63-273E-0C12-2314-78FB9D7EA77C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13" creationId="{31D547D6-3E3A-6367-A806-E3B56F1B5A30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14" creationId="{8AF1D376-2A82-A44F-4F2C-5830FEE78451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15" creationId="{28538DD9-DAB7-10B4-2328-9112FCBAC9B9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16" creationId="{9F366357-E9B2-2CA5-1755-68B795391F73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17" creationId="{344C4B38-03CB-55F0-EA16-6F4270C3443B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18" creationId="{BAB5FA82-2A90-06EE-6258-9D203AB1BDB8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19" creationId="{0CF0744B-6F21-8DAC-A83E-61D8222B0F1B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21" creationId="{B6871B03-CD01-1DE9-106B-BECB69B252AC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22" creationId="{ED01783E-4F4C-A8C9-3F22-8A910D6F8F90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23" creationId="{6ECAE385-D2E4-A5F8-D03D-40BE92503682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24" creationId="{377CE1CC-2AA5-9330-A970-BB92ACF08CEE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25" creationId="{89D16ACE-F790-DC3D-1B03-3F9F7A9E10BB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26" creationId="{BD98A7DA-E44F-537E-878D-920D528D2374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27" creationId="{D91A9B1A-3935-E2D1-6A45-A04DB53FA9AF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28" creationId="{FD0F6C0C-3187-59C2-B8AB-8CE80E69B405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29" creationId="{B9263D22-8B6B-1445-8A0C-5061E90D79EF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30" creationId="{734D8A0F-DA4D-8309-F970-E2530B211CA4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31" creationId="{D6D9CBDE-E9C7-3D16-96D4-8E67B270EAE3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32" creationId="{A7B8CD3B-CE6E-F022-E60D-BF8E98B05737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33" creationId="{3BA2A2CA-0B12-CD6C-AFDA-1197C74E9C14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34" creationId="{457BE35D-A1A5-58C6-2F5E-A07F0ABA918B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35" creationId="{3E807561-1BE6-323C-01CD-ACB63198B423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36" creationId="{36CCD4FD-C539-D5EE-73D0-29235DA41DB6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37" creationId="{E464C751-1730-9A7E-ECC2-2153B2204BBA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38" creationId="{99BDB8A4-0494-689D-2507-94CDCEB8D0C2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39" creationId="{22C4AD5E-E154-1EAD-C284-141D4E15EB00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40" creationId="{64644FAA-9682-8175-4D83-E0FAEBF5AECF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41" creationId="{06CC44EE-81B7-DD3C-555F-07C259495E5C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42" creationId="{F606AFF2-A448-29EC-8740-4E64AAE7AB72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43" creationId="{47CED736-C2A1-36CE-3DF2-F463782B7FF3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44" creationId="{59215346-0A39-CC39-D2D8-603954054EC6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45" creationId="{C7F77EE4-03F2-CE29-7AAC-D2E58CAD0D6F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46" creationId="{858257CA-1ABF-6E30-7CB5-A356C4E21C51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47" creationId="{C9DC7499-5DE0-F436-0A8B-A070DEA8096C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48" creationId="{ECD1FCB4-C01C-4739-8CFD-EEF0675DC2CE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51" creationId="{0C7866F8-3D28-D23F-94F4-31434FC45C8D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52" creationId="{12F23E37-D850-2205-D764-E65B9EEE2D3F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53" creationId="{47E1CCA9-1FE1-AC39-2A65-B2530877FE67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54" creationId="{1BF944C8-72B7-EE1A-6F7B-CF42B3774EC5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55" creationId="{E426F851-70D0-C74A-EE11-AF956E60CFE7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56" creationId="{27EB65F3-73F5-B07A-A818-9796C53071D9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57" creationId="{F8E8BF63-273E-0C12-2314-78FB9D7EA77C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58" creationId="{31D547D6-3E3A-6367-A806-E3B56F1B5A30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59" creationId="{8AF1D376-2A82-A44F-4F2C-5830FEE78451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60" creationId="{28538DD9-DAB7-10B4-2328-9112FCBAC9B9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61" creationId="{9F366357-E9B2-2CA5-1755-68B795391F73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62" creationId="{344C4B38-03CB-55F0-EA16-6F4270C3443B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63" creationId="{BAB5FA82-2A90-06EE-6258-9D203AB1BDB8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192" creationId="{0CF0744B-6F21-8DAC-A83E-61D8222B0F1B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194" creationId="{B6871B03-CD01-1DE9-106B-BECB69B252AC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195" creationId="{ED01783E-4F4C-A8C9-3F22-8A910D6F8F90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196" creationId="{6ECAE385-D2E4-A5F8-D03D-40BE92503682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197" creationId="{377CE1CC-2AA5-9330-A970-BB92ACF08CEE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198" creationId="{89D16ACE-F790-DC3D-1B03-3F9F7A9E10BB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199" creationId="{BD98A7DA-E44F-537E-878D-920D528D2374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200" creationId="{D91A9B1A-3935-E2D1-6A45-A04DB53FA9AF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201" creationId="{FD0F6C0C-3187-59C2-B8AB-8CE80E69B405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202" creationId="{B9263D22-8B6B-1445-8A0C-5061E90D79EF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203" creationId="{734D8A0F-DA4D-8309-F970-E2530B211CA4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204" creationId="{D6D9CBDE-E9C7-3D16-96D4-8E67B270EAE3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205" creationId="{A7B8CD3B-CE6E-F022-E60D-BF8E98B05737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206" creationId="{3BA2A2CA-0B12-CD6C-AFDA-1197C74E9C14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207" creationId="{457BE35D-A1A5-58C6-2F5E-A07F0ABA918B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208" creationId="{3E807561-1BE6-323C-01CD-ACB63198B423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209" creationId="{36CCD4FD-C539-D5EE-73D0-29235DA41DB6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210" creationId="{E464C751-1730-9A7E-ECC2-2153B2204BBA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211" creationId="{99BDB8A4-0494-689D-2507-94CDCEB8D0C2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212" creationId="{22C4AD5E-E154-1EAD-C284-141D4E15EB00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213" creationId="{64644FAA-9682-8175-4D83-E0FAEBF5AECF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214" creationId="{06CC44EE-81B7-DD3C-555F-07C259495E5C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215" creationId="{F606AFF2-A448-29EC-8740-4E64AAE7AB72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216" creationId="{47CED736-C2A1-36CE-3DF2-F463782B7FF3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217" creationId="{59215346-0A39-CC39-D2D8-603954054EC6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218" creationId="{C7F77EE4-03F2-CE29-7AAC-D2E58CAD0D6F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219" creationId="{858257CA-1ABF-6E30-7CB5-A356C4E21C51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220" creationId="{C9DC7499-5DE0-F436-0A8B-A070DEA8096C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23" creationId="{0C7866F8-3D28-D23F-94F4-31434FC45C8D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24" creationId="{12F23E37-D850-2205-D764-E65B9EEE2D3F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25" creationId="{47E1CCA9-1FE1-AC39-2A65-B2530877FE67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26" creationId="{1BF944C8-72B7-EE1A-6F7B-CF42B3774EC5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27" creationId="{E426F851-70D0-C74A-EE11-AF956E60CFE7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28" creationId="{27EB65F3-73F5-B07A-A818-9796C53071D9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29" creationId="{F8E8BF63-273E-0C12-2314-78FB9D7EA77C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30" creationId="{31D547D6-3E3A-6367-A806-E3B56F1B5A30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31" creationId="{8AF1D376-2A82-A44F-4F2C-5830FEE78451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32" creationId="{28538DD9-DAB7-10B4-2328-9112FCBAC9B9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33" creationId="{9F366357-E9B2-2CA5-1755-68B795391F73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34" creationId="{344C4B38-03CB-55F0-EA16-6F4270C3443B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35" creationId="{BAB5FA82-2A90-06EE-6258-9D203AB1BDB8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36" creationId="{0CF0744B-6F21-8DAC-A83E-61D8222B0F1B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38" creationId="{B6871B03-CD01-1DE9-106B-BECB69B252AC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39" creationId="{ED01783E-4F4C-A8C9-3F22-8A910D6F8F90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40" creationId="{6ECAE385-D2E4-A5F8-D03D-40BE92503682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41" creationId="{377CE1CC-2AA5-9330-A970-BB92ACF08CEE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42" creationId="{89D16ACE-F790-DC3D-1B03-3F9F7A9E10BB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43" creationId="{BD98A7DA-E44F-537E-878D-920D528D2374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44" creationId="{D91A9B1A-3935-E2D1-6A45-A04DB53FA9AF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45" creationId="{FD0F6C0C-3187-59C2-B8AB-8CE80E69B405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46" creationId="{B9263D22-8B6B-1445-8A0C-5061E90D79EF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47" creationId="{734D8A0F-DA4D-8309-F970-E2530B211CA4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48" creationId="{D6D9CBDE-E9C7-3D16-96D4-8E67B270EAE3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49" creationId="{A7B8CD3B-CE6E-F022-E60D-BF8E98B05737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50" creationId="{3BA2A2CA-0B12-CD6C-AFDA-1197C74E9C14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51" creationId="{457BE35D-A1A5-58C6-2F5E-A07F0ABA918B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52" creationId="{3E807561-1BE6-323C-01CD-ACB63198B423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53" creationId="{36CCD4FD-C539-D5EE-73D0-29235DA41DB6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54" creationId="{E464C751-1730-9A7E-ECC2-2153B2204BBA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55" creationId="{99BDB8A4-0494-689D-2507-94CDCEB8D0C2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56" creationId="{22C4AD5E-E154-1EAD-C284-141D4E15EB00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57" creationId="{64644FAA-9682-8175-4D83-E0FAEBF5AECF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58" creationId="{06CC44EE-81B7-DD3C-555F-07C259495E5C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59" creationId="{F606AFF2-A448-29EC-8740-4E64AAE7AB72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60" creationId="{47CED736-C2A1-36CE-3DF2-F463782B7FF3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61" creationId="{59215346-0A39-CC39-D2D8-603954054EC6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62" creationId="{C7F77EE4-03F2-CE29-7AAC-D2E58CAD0D6F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63" creationId="{858257CA-1ABF-6E30-7CB5-A356C4E21C51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64" creationId="{C9DC7499-5DE0-F436-0A8B-A070DEA8096C}"/>
          </ac:spMkLst>
        </pc:spChg>
        <pc:spChg chg="del">
          <ac:chgData name="Fatima Pillosu" userId="a6295d4dc9e22643" providerId="LiveId" clId="{4D146198-251D-4005-8510-6716C664197C}" dt="2024-07-25T20:29:38.336" v="2" actId="21"/>
          <ac:spMkLst>
            <pc:docMk/>
            <pc:sldMk cId="1380674543" sldId="256"/>
            <ac:spMk id="265" creationId="{ECD1FCB4-C01C-4739-8CFD-EEF0675DC2CE}"/>
          </ac:spMkLst>
        </pc:spChg>
        <pc:spChg chg="mod">
          <ac:chgData name="Fatima Pillosu" userId="a6295d4dc9e22643" providerId="LiveId" clId="{4D146198-251D-4005-8510-6716C664197C}" dt="2024-07-25T20:30:09.191" v="4"/>
          <ac:spMkLst>
            <pc:docMk/>
            <pc:sldMk cId="1380674543" sldId="256"/>
            <ac:spMk id="266" creationId="{ECD1FCB4-C01C-4739-8CFD-EEF0675DC2CE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267" creationId="{2D626F25-64D5-8432-44FC-367DBB39D105}"/>
          </ac:spMkLst>
        </pc:spChg>
        <pc:spChg chg="add del mod">
          <ac:chgData name="Fatima Pillosu" userId="a6295d4dc9e22643" providerId="LiveId" clId="{4D146198-251D-4005-8510-6716C664197C}" dt="2024-07-25T20:31:50.311" v="105" actId="21"/>
          <ac:spMkLst>
            <pc:docMk/>
            <pc:sldMk cId="1380674543" sldId="256"/>
            <ac:spMk id="268" creationId="{B8007B7D-F052-FFD1-CAEA-9E7123846D05}"/>
          </ac:spMkLst>
        </pc:spChg>
        <pc:spChg chg="add del">
          <ac:chgData name="Fatima Pillosu" userId="a6295d4dc9e22643" providerId="LiveId" clId="{4D146198-251D-4005-8510-6716C664197C}" dt="2024-07-25T20:31:48.300" v="104" actId="478"/>
          <ac:spMkLst>
            <pc:docMk/>
            <pc:sldMk cId="1380674543" sldId="256"/>
            <ac:spMk id="269" creationId="{77966833-8B8E-B509-A28A-61A4497BE12C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72" creationId="{0C7866F8-3D28-D23F-94F4-31434FC45C8D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73" creationId="{12F23E37-D850-2205-D764-E65B9EEE2D3F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74" creationId="{47E1CCA9-1FE1-AC39-2A65-B2530877FE67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75" creationId="{1BF944C8-72B7-EE1A-6F7B-CF42B3774EC5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76" creationId="{E426F851-70D0-C74A-EE11-AF956E60CFE7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77" creationId="{27EB65F3-73F5-B07A-A818-9796C53071D9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78" creationId="{F8E8BF63-273E-0C12-2314-78FB9D7EA77C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79" creationId="{31D547D6-3E3A-6367-A806-E3B56F1B5A30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80" creationId="{8AF1D376-2A82-A44F-4F2C-5830FEE78451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81" creationId="{28538DD9-DAB7-10B4-2328-9112FCBAC9B9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82" creationId="{9F366357-E9B2-2CA5-1755-68B795391F73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83" creationId="{344C4B38-03CB-55F0-EA16-6F4270C3443B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84" creationId="{BAB5FA82-2A90-06EE-6258-9D203AB1BDB8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85" creationId="{0CF0744B-6F21-8DAC-A83E-61D8222B0F1B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87" creationId="{B6871B03-CD01-1DE9-106B-BECB69B252AC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88" creationId="{ED01783E-4F4C-A8C9-3F22-8A910D6F8F90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89" creationId="{6ECAE385-D2E4-A5F8-D03D-40BE92503682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90" creationId="{377CE1CC-2AA5-9330-A970-BB92ACF08CEE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91" creationId="{89D16ACE-F790-DC3D-1B03-3F9F7A9E10BB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92" creationId="{BD98A7DA-E44F-537E-878D-920D528D2374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93" creationId="{D91A9B1A-3935-E2D1-6A45-A04DB53FA9AF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94" creationId="{FD0F6C0C-3187-59C2-B8AB-8CE80E69B405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95" creationId="{B9263D22-8B6B-1445-8A0C-5061E90D79EF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96" creationId="{734D8A0F-DA4D-8309-F970-E2530B211CA4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97" creationId="{D6D9CBDE-E9C7-3D16-96D4-8E67B270EAE3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98" creationId="{A7B8CD3B-CE6E-F022-E60D-BF8E98B05737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299" creationId="{3BA2A2CA-0B12-CD6C-AFDA-1197C74E9C14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300" creationId="{457BE35D-A1A5-58C6-2F5E-A07F0ABA918B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301" creationId="{3E807561-1BE6-323C-01CD-ACB63198B423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302" creationId="{36CCD4FD-C539-D5EE-73D0-29235DA41DB6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303" creationId="{E464C751-1730-9A7E-ECC2-2153B2204BBA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304" creationId="{99BDB8A4-0494-689D-2507-94CDCEB8D0C2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305" creationId="{22C4AD5E-E154-1EAD-C284-141D4E15EB00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306" creationId="{64644FAA-9682-8175-4D83-E0FAEBF5AECF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307" creationId="{06CC44EE-81B7-DD3C-555F-07C259495E5C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308" creationId="{F606AFF2-A448-29EC-8740-4E64AAE7AB72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309" creationId="{47CED736-C2A1-36CE-3DF2-F463782B7FF3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310" creationId="{59215346-0A39-CC39-D2D8-603954054EC6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311" creationId="{C7F77EE4-03F2-CE29-7AAC-D2E58CAD0D6F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312" creationId="{858257CA-1ABF-6E30-7CB5-A356C4E21C51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313" creationId="{C9DC7499-5DE0-F436-0A8B-A070DEA8096C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314" creationId="{ECD1FCB4-C01C-4739-8CFD-EEF0675DC2CE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315" creationId="{2D626F25-64D5-8432-44FC-367DBB39D105}"/>
          </ac:spMkLst>
        </pc:spChg>
        <pc:spChg chg="add mod">
          <ac:chgData name="Fatima Pillosu" userId="a6295d4dc9e22643" providerId="LiveId" clId="{4D146198-251D-4005-8510-6716C664197C}" dt="2024-07-25T20:32:05.189" v="106"/>
          <ac:spMkLst>
            <pc:docMk/>
            <pc:sldMk cId="1380674543" sldId="256"/>
            <ac:spMk id="316" creationId="{B8007B7D-F052-FFD1-CAEA-9E7123846D05}"/>
          </ac:spMkLst>
        </pc:spChg>
        <pc:picChg chg="add del mod">
          <ac:chgData name="Fatima Pillosu" userId="a6295d4dc9e22643" providerId="LiveId" clId="{4D146198-251D-4005-8510-6716C664197C}" dt="2024-07-25T20:31:50.311" v="105" actId="21"/>
          <ac:picMkLst>
            <pc:docMk/>
            <pc:sldMk cId="1380674543" sldId="256"/>
            <ac:picMk id="4" creationId="{D26D42B5-73FE-CAB1-1164-A632119A173E}"/>
          </ac:picMkLst>
        </pc:picChg>
        <pc:picChg chg="add del mod">
          <ac:chgData name="Fatima Pillosu" userId="a6295d4dc9e22643" providerId="LiveId" clId="{4D146198-251D-4005-8510-6716C664197C}" dt="2024-07-25T20:31:50.311" v="105" actId="21"/>
          <ac:picMkLst>
            <pc:docMk/>
            <pc:sldMk cId="1380674543" sldId="256"/>
            <ac:picMk id="5" creationId="{E9C6D329-88F6-78AE-5643-50A8169BD267}"/>
          </ac:picMkLst>
        </pc:picChg>
        <pc:picChg chg="add del mod">
          <ac:chgData name="Fatima Pillosu" userId="a6295d4dc9e22643" providerId="LiveId" clId="{4D146198-251D-4005-8510-6716C664197C}" dt="2024-07-25T20:31:50.311" v="105" actId="21"/>
          <ac:picMkLst>
            <pc:docMk/>
            <pc:sldMk cId="1380674543" sldId="256"/>
            <ac:picMk id="20" creationId="{1AB615E8-0B17-7B4A-E110-256F4C39CFC6}"/>
          </ac:picMkLst>
        </pc:picChg>
        <pc:picChg chg="mod">
          <ac:chgData name="Fatima Pillosu" userId="a6295d4dc9e22643" providerId="LiveId" clId="{4D146198-251D-4005-8510-6716C664197C}" dt="2024-07-25T20:30:09.191" v="4"/>
          <ac:picMkLst>
            <pc:docMk/>
            <pc:sldMk cId="1380674543" sldId="256"/>
            <ac:picMk id="49" creationId="{D26D42B5-73FE-CAB1-1164-A632119A173E}"/>
          </ac:picMkLst>
        </pc:picChg>
        <pc:picChg chg="mod">
          <ac:chgData name="Fatima Pillosu" userId="a6295d4dc9e22643" providerId="LiveId" clId="{4D146198-251D-4005-8510-6716C664197C}" dt="2024-07-25T20:30:09.191" v="4"/>
          <ac:picMkLst>
            <pc:docMk/>
            <pc:sldMk cId="1380674543" sldId="256"/>
            <ac:picMk id="50" creationId="{E9C6D329-88F6-78AE-5643-50A8169BD267}"/>
          </ac:picMkLst>
        </pc:picChg>
        <pc:picChg chg="mod">
          <ac:chgData name="Fatima Pillosu" userId="a6295d4dc9e22643" providerId="LiveId" clId="{4D146198-251D-4005-8510-6716C664197C}" dt="2024-07-25T20:30:09.191" v="4"/>
          <ac:picMkLst>
            <pc:docMk/>
            <pc:sldMk cId="1380674543" sldId="256"/>
            <ac:picMk id="193" creationId="{1AB615E8-0B17-7B4A-E110-256F4C39CFC6}"/>
          </ac:picMkLst>
        </pc:picChg>
        <pc:picChg chg="del">
          <ac:chgData name="Fatima Pillosu" userId="a6295d4dc9e22643" providerId="LiveId" clId="{4D146198-251D-4005-8510-6716C664197C}" dt="2024-07-25T20:29:38.336" v="2" actId="21"/>
          <ac:picMkLst>
            <pc:docMk/>
            <pc:sldMk cId="1380674543" sldId="256"/>
            <ac:picMk id="221" creationId="{D26D42B5-73FE-CAB1-1164-A632119A173E}"/>
          </ac:picMkLst>
        </pc:picChg>
        <pc:picChg chg="del">
          <ac:chgData name="Fatima Pillosu" userId="a6295d4dc9e22643" providerId="LiveId" clId="{4D146198-251D-4005-8510-6716C664197C}" dt="2024-07-25T20:29:38.336" v="2" actId="21"/>
          <ac:picMkLst>
            <pc:docMk/>
            <pc:sldMk cId="1380674543" sldId="256"/>
            <ac:picMk id="222" creationId="{E9C6D329-88F6-78AE-5643-50A8169BD267}"/>
          </ac:picMkLst>
        </pc:picChg>
        <pc:picChg chg="del">
          <ac:chgData name="Fatima Pillosu" userId="a6295d4dc9e22643" providerId="LiveId" clId="{4D146198-251D-4005-8510-6716C664197C}" dt="2024-07-25T20:29:38.336" v="2" actId="21"/>
          <ac:picMkLst>
            <pc:docMk/>
            <pc:sldMk cId="1380674543" sldId="256"/>
            <ac:picMk id="237" creationId="{1AB615E8-0B17-7B4A-E110-256F4C39CFC6}"/>
          </ac:picMkLst>
        </pc:picChg>
        <pc:picChg chg="add mod">
          <ac:chgData name="Fatima Pillosu" userId="a6295d4dc9e22643" providerId="LiveId" clId="{4D146198-251D-4005-8510-6716C664197C}" dt="2024-07-25T20:32:05.189" v="106"/>
          <ac:picMkLst>
            <pc:docMk/>
            <pc:sldMk cId="1380674543" sldId="256"/>
            <ac:picMk id="270" creationId="{D26D42B5-73FE-CAB1-1164-A632119A173E}"/>
          </ac:picMkLst>
        </pc:picChg>
        <pc:picChg chg="add mod">
          <ac:chgData name="Fatima Pillosu" userId="a6295d4dc9e22643" providerId="LiveId" clId="{4D146198-251D-4005-8510-6716C664197C}" dt="2024-07-25T20:32:05.189" v="106"/>
          <ac:picMkLst>
            <pc:docMk/>
            <pc:sldMk cId="1380674543" sldId="256"/>
            <ac:picMk id="271" creationId="{E9C6D329-88F6-78AE-5643-50A8169BD267}"/>
          </ac:picMkLst>
        </pc:picChg>
        <pc:picChg chg="add mod">
          <ac:chgData name="Fatima Pillosu" userId="a6295d4dc9e22643" providerId="LiveId" clId="{4D146198-251D-4005-8510-6716C664197C}" dt="2024-07-25T20:32:05.189" v="106"/>
          <ac:picMkLst>
            <pc:docMk/>
            <pc:sldMk cId="1380674543" sldId="256"/>
            <ac:picMk id="286" creationId="{1AB615E8-0B17-7B4A-E110-256F4C39CFC6}"/>
          </ac:picMkLst>
        </pc:picChg>
      </pc:sldChg>
    </pc:docChg>
  </pc:docChgLst>
  <pc:docChgLst>
    <pc:chgData name="Fatima Pillosu" userId="a6295d4dc9e22643" providerId="LiveId" clId="{12FAD019-3B2A-49C7-B413-3DE64D922E8F}"/>
    <pc:docChg chg="undo custSel modSld">
      <pc:chgData name="Fatima Pillosu" userId="a6295d4dc9e22643" providerId="LiveId" clId="{12FAD019-3B2A-49C7-B413-3DE64D922E8F}" dt="2024-06-25T10:20:01.606" v="938" actId="1582"/>
      <pc:docMkLst>
        <pc:docMk/>
      </pc:docMkLst>
      <pc:sldChg chg="addSp delSp modSp mod">
        <pc:chgData name="Fatima Pillosu" userId="a6295d4dc9e22643" providerId="LiveId" clId="{12FAD019-3B2A-49C7-B413-3DE64D922E8F}" dt="2024-06-25T10:20:01.606" v="938" actId="1582"/>
        <pc:sldMkLst>
          <pc:docMk/>
          <pc:sldMk cId="1380674543" sldId="256"/>
        </pc:sldMkLst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4" creationId="{0C7866F8-3D28-D23F-94F4-31434FC45C8D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5" creationId="{12F23E37-D850-2205-D764-E65B9EEE2D3F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6" creationId="{47E1CCA9-1FE1-AC39-2A65-B2530877FE67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7" creationId="{1BF944C8-72B7-EE1A-6F7B-CF42B3774EC5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8" creationId="{E426F851-70D0-C74A-EE11-AF956E60CFE7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9" creationId="{27EB65F3-73F5-B07A-A818-9796C53071D9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10" creationId="{F8E8BF63-273E-0C12-2314-78FB9D7EA77C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11" creationId="{CAD43641-B052-26FD-5C23-957921D8EC51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12" creationId="{31D547D6-3E3A-6367-A806-E3B56F1B5A30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13" creationId="{E201E88B-CB14-1D48-CC93-3771BD593147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14" creationId="{8AF1D376-2A82-A44F-4F2C-5830FEE78451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15" creationId="{336AAD33-3254-2597-0C5A-D40BACC164CF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16" creationId="{28538DD9-DAB7-10B4-2328-9112FCBAC9B9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17" creationId="{EC17B1CC-8CA4-004D-DEE3-B25D56C75213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18" creationId="{9F366357-E9B2-2CA5-1755-68B795391F73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19" creationId="{344C4B38-03CB-55F0-EA16-6F4270C3443B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20" creationId="{30784AA1-49B7-932A-21A6-6E70BE8E78F9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21" creationId="{BAB5FA82-2A90-06EE-6258-9D203AB1BDB8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22" creationId="{0CF0744B-6F21-8DAC-A83E-61D8222B0F1B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28" creationId="{B6871B03-CD01-1DE9-106B-BECB69B252AC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29" creationId="{ED01783E-4F4C-A8C9-3F22-8A910D6F8F90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30" creationId="{6ECAE385-D2E4-A5F8-D03D-40BE92503682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31" creationId="{377CE1CC-2AA5-9330-A970-BB92ACF08CEE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32" creationId="{89D16ACE-F790-DC3D-1B03-3F9F7A9E10BB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33" creationId="{BD98A7DA-E44F-537E-878D-920D528D2374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34" creationId="{D91A9B1A-3935-E2D1-6A45-A04DB53FA9AF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35" creationId="{FD0F6C0C-3187-59C2-B8AB-8CE80E69B405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36" creationId="{B9263D22-8B6B-1445-8A0C-5061E90D79EF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37" creationId="{734D8A0F-DA4D-8309-F970-E2530B211CA4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38" creationId="{D6D9CBDE-E9C7-3D16-96D4-8E67B270EAE3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39" creationId="{A7B8CD3B-CE6E-F022-E60D-BF8E98B05737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40" creationId="{3BA2A2CA-0B12-CD6C-AFDA-1197C74E9C14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41" creationId="{457BE35D-A1A5-58C6-2F5E-A07F0ABA918B}"/>
          </ac:spMkLst>
        </pc:spChg>
        <pc:spChg chg="add del mod">
          <ac:chgData name="Fatima Pillosu" userId="a6295d4dc9e22643" providerId="LiveId" clId="{12FAD019-3B2A-49C7-B413-3DE64D922E8F}" dt="2024-06-25T04:14:59.801" v="374" actId="478"/>
          <ac:spMkLst>
            <pc:docMk/>
            <pc:sldMk cId="1380674543" sldId="256"/>
            <ac:spMk id="42" creationId="{A780A494-E4C5-D520-2AB6-B60481228875}"/>
          </ac:spMkLst>
        </pc:spChg>
        <pc:spChg chg="add del mod">
          <ac:chgData name="Fatima Pillosu" userId="a6295d4dc9e22643" providerId="LiveId" clId="{12FAD019-3B2A-49C7-B413-3DE64D922E8F}" dt="2024-06-25T04:14:59.801" v="374" actId="478"/>
          <ac:spMkLst>
            <pc:docMk/>
            <pc:sldMk cId="1380674543" sldId="256"/>
            <ac:spMk id="43" creationId="{BD33CDFC-57DD-6D60-11BE-C454F49DE82D}"/>
          </ac:spMkLst>
        </pc:spChg>
        <pc:spChg chg="add del mod">
          <ac:chgData name="Fatima Pillosu" userId="a6295d4dc9e22643" providerId="LiveId" clId="{12FAD019-3B2A-49C7-B413-3DE64D922E8F}" dt="2024-06-25T04:14:59.801" v="374" actId="478"/>
          <ac:spMkLst>
            <pc:docMk/>
            <pc:sldMk cId="1380674543" sldId="256"/>
            <ac:spMk id="44" creationId="{04906163-707B-97CE-FB4E-5978DEBB75E2}"/>
          </ac:spMkLst>
        </pc:spChg>
        <pc:spChg chg="add mod">
          <ac:chgData name="Fatima Pillosu" userId="a6295d4dc9e22643" providerId="LiveId" clId="{12FAD019-3B2A-49C7-B413-3DE64D922E8F}" dt="2024-06-25T04:14:55.642" v="372" actId="1076"/>
          <ac:spMkLst>
            <pc:docMk/>
            <pc:sldMk cId="1380674543" sldId="256"/>
            <ac:spMk id="45" creationId="{6F765795-C0A9-2D24-B968-40265DEEC2F4}"/>
          </ac:spMkLst>
        </pc:spChg>
        <pc:spChg chg="del">
          <ac:chgData name="Fatima Pillosu" userId="a6295d4dc9e22643" providerId="LiveId" clId="{12FAD019-3B2A-49C7-B413-3DE64D922E8F}" dt="2024-06-25T04:03:29.242" v="20" actId="21"/>
          <ac:spMkLst>
            <pc:docMk/>
            <pc:sldMk cId="1380674543" sldId="256"/>
            <ac:spMk id="46" creationId="{0C7866F8-3D28-D23F-94F4-31434FC45C8D}"/>
          </ac:spMkLst>
        </pc:spChg>
        <pc:spChg chg="del">
          <ac:chgData name="Fatima Pillosu" userId="a6295d4dc9e22643" providerId="LiveId" clId="{12FAD019-3B2A-49C7-B413-3DE64D922E8F}" dt="2024-06-25T04:03:29.242" v="20" actId="21"/>
          <ac:spMkLst>
            <pc:docMk/>
            <pc:sldMk cId="1380674543" sldId="256"/>
            <ac:spMk id="47" creationId="{12F23E37-D850-2205-D764-E65B9EEE2D3F}"/>
          </ac:spMkLst>
        </pc:spChg>
        <pc:spChg chg="del">
          <ac:chgData name="Fatima Pillosu" userId="a6295d4dc9e22643" providerId="LiveId" clId="{12FAD019-3B2A-49C7-B413-3DE64D922E8F}" dt="2024-06-25T04:03:29.242" v="20" actId="21"/>
          <ac:spMkLst>
            <pc:docMk/>
            <pc:sldMk cId="1380674543" sldId="256"/>
            <ac:spMk id="48" creationId="{47E1CCA9-1FE1-AC39-2A65-B2530877FE67}"/>
          </ac:spMkLst>
        </pc:spChg>
        <pc:spChg chg="del">
          <ac:chgData name="Fatima Pillosu" userId="a6295d4dc9e22643" providerId="LiveId" clId="{12FAD019-3B2A-49C7-B413-3DE64D922E8F}" dt="2024-06-25T04:03:29.242" v="20" actId="21"/>
          <ac:spMkLst>
            <pc:docMk/>
            <pc:sldMk cId="1380674543" sldId="256"/>
            <ac:spMk id="49" creationId="{1BF944C8-72B7-EE1A-6F7B-CF42B3774EC5}"/>
          </ac:spMkLst>
        </pc:spChg>
        <pc:spChg chg="del">
          <ac:chgData name="Fatima Pillosu" userId="a6295d4dc9e22643" providerId="LiveId" clId="{12FAD019-3B2A-49C7-B413-3DE64D922E8F}" dt="2024-06-25T04:03:29.242" v="20" actId="21"/>
          <ac:spMkLst>
            <pc:docMk/>
            <pc:sldMk cId="1380674543" sldId="256"/>
            <ac:spMk id="50" creationId="{E426F851-70D0-C74A-EE11-AF956E60CFE7}"/>
          </ac:spMkLst>
        </pc:spChg>
        <pc:spChg chg="del">
          <ac:chgData name="Fatima Pillosu" userId="a6295d4dc9e22643" providerId="LiveId" clId="{12FAD019-3B2A-49C7-B413-3DE64D922E8F}" dt="2024-06-25T04:03:29.242" v="20" actId="21"/>
          <ac:spMkLst>
            <pc:docMk/>
            <pc:sldMk cId="1380674543" sldId="256"/>
            <ac:spMk id="51" creationId="{27EB65F3-73F5-B07A-A818-9796C53071D9}"/>
          </ac:spMkLst>
        </pc:spChg>
        <pc:spChg chg="del">
          <ac:chgData name="Fatima Pillosu" userId="a6295d4dc9e22643" providerId="LiveId" clId="{12FAD019-3B2A-49C7-B413-3DE64D922E8F}" dt="2024-06-25T04:03:29.242" v="20" actId="21"/>
          <ac:spMkLst>
            <pc:docMk/>
            <pc:sldMk cId="1380674543" sldId="256"/>
            <ac:spMk id="52" creationId="{F8E8BF63-273E-0C12-2314-78FB9D7EA77C}"/>
          </ac:spMkLst>
        </pc:spChg>
        <pc:spChg chg="del">
          <ac:chgData name="Fatima Pillosu" userId="a6295d4dc9e22643" providerId="LiveId" clId="{12FAD019-3B2A-49C7-B413-3DE64D922E8F}" dt="2024-06-25T04:03:29.242" v="20" actId="21"/>
          <ac:spMkLst>
            <pc:docMk/>
            <pc:sldMk cId="1380674543" sldId="256"/>
            <ac:spMk id="53" creationId="{CAD43641-B052-26FD-5C23-957921D8EC51}"/>
          </ac:spMkLst>
        </pc:spChg>
        <pc:spChg chg="del">
          <ac:chgData name="Fatima Pillosu" userId="a6295d4dc9e22643" providerId="LiveId" clId="{12FAD019-3B2A-49C7-B413-3DE64D922E8F}" dt="2024-06-25T04:03:29.242" v="20" actId="21"/>
          <ac:spMkLst>
            <pc:docMk/>
            <pc:sldMk cId="1380674543" sldId="256"/>
            <ac:spMk id="54" creationId="{31D547D6-3E3A-6367-A806-E3B56F1B5A30}"/>
          </ac:spMkLst>
        </pc:spChg>
        <pc:spChg chg="del">
          <ac:chgData name="Fatima Pillosu" userId="a6295d4dc9e22643" providerId="LiveId" clId="{12FAD019-3B2A-49C7-B413-3DE64D922E8F}" dt="2024-06-25T04:03:29.242" v="20" actId="21"/>
          <ac:spMkLst>
            <pc:docMk/>
            <pc:sldMk cId="1380674543" sldId="256"/>
            <ac:spMk id="55" creationId="{E201E88B-CB14-1D48-CC93-3771BD593147}"/>
          </ac:spMkLst>
        </pc:spChg>
        <pc:spChg chg="del">
          <ac:chgData name="Fatima Pillosu" userId="a6295d4dc9e22643" providerId="LiveId" clId="{12FAD019-3B2A-49C7-B413-3DE64D922E8F}" dt="2024-06-25T04:03:29.242" v="20" actId="21"/>
          <ac:spMkLst>
            <pc:docMk/>
            <pc:sldMk cId="1380674543" sldId="256"/>
            <ac:spMk id="56" creationId="{8AF1D376-2A82-A44F-4F2C-5830FEE78451}"/>
          </ac:spMkLst>
        </pc:spChg>
        <pc:spChg chg="del">
          <ac:chgData name="Fatima Pillosu" userId="a6295d4dc9e22643" providerId="LiveId" clId="{12FAD019-3B2A-49C7-B413-3DE64D922E8F}" dt="2024-06-25T04:03:29.242" v="20" actId="21"/>
          <ac:spMkLst>
            <pc:docMk/>
            <pc:sldMk cId="1380674543" sldId="256"/>
            <ac:spMk id="57" creationId="{336AAD33-3254-2597-0C5A-D40BACC164CF}"/>
          </ac:spMkLst>
        </pc:spChg>
        <pc:spChg chg="del">
          <ac:chgData name="Fatima Pillosu" userId="a6295d4dc9e22643" providerId="LiveId" clId="{12FAD019-3B2A-49C7-B413-3DE64D922E8F}" dt="2024-06-25T04:03:29.242" v="20" actId="21"/>
          <ac:spMkLst>
            <pc:docMk/>
            <pc:sldMk cId="1380674543" sldId="256"/>
            <ac:spMk id="58" creationId="{28538DD9-DAB7-10B4-2328-9112FCBAC9B9}"/>
          </ac:spMkLst>
        </pc:spChg>
        <pc:spChg chg="del">
          <ac:chgData name="Fatima Pillosu" userId="a6295d4dc9e22643" providerId="LiveId" clId="{12FAD019-3B2A-49C7-B413-3DE64D922E8F}" dt="2024-06-25T04:03:29.242" v="20" actId="21"/>
          <ac:spMkLst>
            <pc:docMk/>
            <pc:sldMk cId="1380674543" sldId="256"/>
            <ac:spMk id="59" creationId="{EC17B1CC-8CA4-004D-DEE3-B25D56C75213}"/>
          </ac:spMkLst>
        </pc:spChg>
        <pc:spChg chg="del">
          <ac:chgData name="Fatima Pillosu" userId="a6295d4dc9e22643" providerId="LiveId" clId="{12FAD019-3B2A-49C7-B413-3DE64D922E8F}" dt="2024-06-25T04:03:29.242" v="20" actId="21"/>
          <ac:spMkLst>
            <pc:docMk/>
            <pc:sldMk cId="1380674543" sldId="256"/>
            <ac:spMk id="60" creationId="{9F366357-E9B2-2CA5-1755-68B795391F73}"/>
          </ac:spMkLst>
        </pc:spChg>
        <pc:spChg chg="del">
          <ac:chgData name="Fatima Pillosu" userId="a6295d4dc9e22643" providerId="LiveId" clId="{12FAD019-3B2A-49C7-B413-3DE64D922E8F}" dt="2024-06-25T04:03:29.242" v="20" actId="21"/>
          <ac:spMkLst>
            <pc:docMk/>
            <pc:sldMk cId="1380674543" sldId="256"/>
            <ac:spMk id="61" creationId="{344C4B38-03CB-55F0-EA16-6F4270C3443B}"/>
          </ac:spMkLst>
        </pc:spChg>
        <pc:spChg chg="del">
          <ac:chgData name="Fatima Pillosu" userId="a6295d4dc9e22643" providerId="LiveId" clId="{12FAD019-3B2A-49C7-B413-3DE64D922E8F}" dt="2024-06-25T04:03:29.242" v="20" actId="21"/>
          <ac:spMkLst>
            <pc:docMk/>
            <pc:sldMk cId="1380674543" sldId="256"/>
            <ac:spMk id="62" creationId="{30784AA1-49B7-932A-21A6-6E70BE8E78F9}"/>
          </ac:spMkLst>
        </pc:spChg>
        <pc:spChg chg="del mod">
          <ac:chgData name="Fatima Pillosu" userId="a6295d4dc9e22643" providerId="LiveId" clId="{12FAD019-3B2A-49C7-B413-3DE64D922E8F}" dt="2024-06-25T04:03:29.242" v="20" actId="21"/>
          <ac:spMkLst>
            <pc:docMk/>
            <pc:sldMk cId="1380674543" sldId="256"/>
            <ac:spMk id="63" creationId="{BAB5FA82-2A90-06EE-6258-9D203AB1BDB8}"/>
          </ac:spMkLst>
        </pc:spChg>
        <pc:spChg chg="del mod">
          <ac:chgData name="Fatima Pillosu" userId="a6295d4dc9e22643" providerId="LiveId" clId="{12FAD019-3B2A-49C7-B413-3DE64D922E8F}" dt="2024-06-25T04:03:29.242" v="20" actId="21"/>
          <ac:spMkLst>
            <pc:docMk/>
            <pc:sldMk cId="1380674543" sldId="256"/>
            <ac:spMk id="64" creationId="{0CF0744B-6F21-8DAC-A83E-61D8222B0F1B}"/>
          </ac:spMkLst>
        </pc:spChg>
        <pc:spChg chg="add mod">
          <ac:chgData name="Fatima Pillosu" userId="a6295d4dc9e22643" providerId="LiveId" clId="{12FAD019-3B2A-49C7-B413-3DE64D922E8F}" dt="2024-06-25T04:14:55.642" v="372" actId="1076"/>
          <ac:spMkLst>
            <pc:docMk/>
            <pc:sldMk cId="1380674543" sldId="256"/>
            <ac:spMk id="65" creationId="{0D98182F-1243-DF39-85D2-A2BA1E794353}"/>
          </ac:spMkLst>
        </pc:spChg>
        <pc:spChg chg="add mod">
          <ac:chgData name="Fatima Pillosu" userId="a6295d4dc9e22643" providerId="LiveId" clId="{12FAD019-3B2A-49C7-B413-3DE64D922E8F}" dt="2024-06-25T04:14:55.642" v="372" actId="1076"/>
          <ac:spMkLst>
            <pc:docMk/>
            <pc:sldMk cId="1380674543" sldId="256"/>
            <ac:spMk id="66" creationId="{E0DCE96B-7058-83A9-34DA-4E10AFDFA2D4}"/>
          </ac:spMkLst>
        </pc:spChg>
        <pc:spChg chg="add mod">
          <ac:chgData name="Fatima Pillosu" userId="a6295d4dc9e22643" providerId="LiveId" clId="{12FAD019-3B2A-49C7-B413-3DE64D922E8F}" dt="2024-06-25T04:14:55.642" v="372" actId="1076"/>
          <ac:spMkLst>
            <pc:docMk/>
            <pc:sldMk cId="1380674543" sldId="256"/>
            <ac:spMk id="67" creationId="{C02EF89E-48B4-16D2-5BB2-5D0051129076}"/>
          </ac:spMkLst>
        </pc:spChg>
        <pc:spChg chg="add mod">
          <ac:chgData name="Fatima Pillosu" userId="a6295d4dc9e22643" providerId="LiveId" clId="{12FAD019-3B2A-49C7-B413-3DE64D922E8F}" dt="2024-06-25T04:14:55.642" v="372" actId="1076"/>
          <ac:spMkLst>
            <pc:docMk/>
            <pc:sldMk cId="1380674543" sldId="256"/>
            <ac:spMk id="68" creationId="{C17A7B32-312E-EDF3-103F-FD862956CFA2}"/>
          </ac:spMkLst>
        </pc:spChg>
        <pc:spChg chg="add mod">
          <ac:chgData name="Fatima Pillosu" userId="a6295d4dc9e22643" providerId="LiveId" clId="{12FAD019-3B2A-49C7-B413-3DE64D922E8F}" dt="2024-06-25T04:14:55.642" v="372" actId="1076"/>
          <ac:spMkLst>
            <pc:docMk/>
            <pc:sldMk cId="1380674543" sldId="256"/>
            <ac:spMk id="69" creationId="{EC3DDBB9-2718-46E5-8373-17C1D2494EFD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71" creationId="{3E807561-1BE6-323C-01CD-ACB63198B423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72" creationId="{36CCD4FD-C539-D5EE-73D0-29235DA41DB6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73" creationId="{E464C751-1730-9A7E-ECC2-2153B2204BBA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74" creationId="{99BDB8A4-0494-689D-2507-94CDCEB8D0C2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75" creationId="{22C4AD5E-E154-1EAD-C284-141D4E15EB00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76" creationId="{64644FAA-9682-8175-4D83-E0FAEBF5AECF}"/>
          </ac:spMkLst>
        </pc:spChg>
        <pc:spChg chg="add del mod">
          <ac:chgData name="Fatima Pillosu" userId="a6295d4dc9e22643" providerId="LiveId" clId="{12FAD019-3B2A-49C7-B413-3DE64D922E8F}" dt="2024-06-25T04:21:07.915" v="588" actId="21"/>
          <ac:spMkLst>
            <pc:docMk/>
            <pc:sldMk cId="1380674543" sldId="256"/>
            <ac:spMk id="78" creationId="{06CC44EE-81B7-DD3C-555F-07C259495E5C}"/>
          </ac:spMkLst>
        </pc:spChg>
        <pc:spChg chg="add del mod">
          <ac:chgData name="Fatima Pillosu" userId="a6295d4dc9e22643" providerId="LiveId" clId="{12FAD019-3B2A-49C7-B413-3DE64D922E8F}" dt="2024-06-25T04:19:36.842" v="506" actId="478"/>
          <ac:spMkLst>
            <pc:docMk/>
            <pc:sldMk cId="1380674543" sldId="256"/>
            <ac:spMk id="79" creationId="{82C18EBE-FA61-E9DB-8233-FBCA6B71AEEC}"/>
          </ac:spMkLst>
        </pc:spChg>
        <pc:spChg chg="add del">
          <ac:chgData name="Fatima Pillosu" userId="a6295d4dc9e22643" providerId="LiveId" clId="{12FAD019-3B2A-49C7-B413-3DE64D922E8F}" dt="2024-06-25T04:21:06.360" v="587" actId="478"/>
          <ac:spMkLst>
            <pc:docMk/>
            <pc:sldMk cId="1380674543" sldId="256"/>
            <ac:spMk id="80" creationId="{90CA35D9-62D5-A3F3-4A7A-53862EC9FA61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83" creationId="{0C7866F8-3D28-D23F-94F4-31434FC45C8D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84" creationId="{12F23E37-D850-2205-D764-E65B9EEE2D3F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85" creationId="{47E1CCA9-1FE1-AC39-2A65-B2530877FE67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86" creationId="{1BF944C8-72B7-EE1A-6F7B-CF42B3774EC5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87" creationId="{E426F851-70D0-C74A-EE11-AF956E60CFE7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88" creationId="{27EB65F3-73F5-B07A-A818-9796C53071D9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89" creationId="{F8E8BF63-273E-0C12-2314-78FB9D7EA77C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90" creationId="{CAD43641-B052-26FD-5C23-957921D8EC51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91" creationId="{31D547D6-3E3A-6367-A806-E3B56F1B5A30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92" creationId="{E201E88B-CB14-1D48-CC93-3771BD593147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93" creationId="{8AF1D376-2A82-A44F-4F2C-5830FEE78451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94" creationId="{336AAD33-3254-2597-0C5A-D40BACC164CF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95" creationId="{28538DD9-DAB7-10B4-2328-9112FCBAC9B9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96" creationId="{EC17B1CC-8CA4-004D-DEE3-B25D56C75213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97" creationId="{9F366357-E9B2-2CA5-1755-68B795391F73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98" creationId="{344C4B38-03CB-55F0-EA16-6F4270C3443B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99" creationId="{30784AA1-49B7-932A-21A6-6E70BE8E78F9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100" creationId="{BAB5FA82-2A90-06EE-6258-9D203AB1BDB8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101" creationId="{0CF0744B-6F21-8DAC-A83E-61D8222B0F1B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103" creationId="{B6871B03-CD01-1DE9-106B-BECB69B252AC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104" creationId="{ED01783E-4F4C-A8C9-3F22-8A910D6F8F90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105" creationId="{6ECAE385-D2E4-A5F8-D03D-40BE92503682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106" creationId="{377CE1CC-2AA5-9330-A970-BB92ACF08CEE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107" creationId="{89D16ACE-F790-DC3D-1B03-3F9F7A9E10BB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108" creationId="{BD98A7DA-E44F-537E-878D-920D528D2374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109" creationId="{D91A9B1A-3935-E2D1-6A45-A04DB53FA9AF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110" creationId="{FD0F6C0C-3187-59C2-B8AB-8CE80E69B405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111" creationId="{B9263D22-8B6B-1445-8A0C-5061E90D79EF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112" creationId="{734D8A0F-DA4D-8309-F970-E2530B211CA4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113" creationId="{D6D9CBDE-E9C7-3D16-96D4-8E67B270EAE3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114" creationId="{A7B8CD3B-CE6E-F022-E60D-BF8E98B05737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115" creationId="{3BA2A2CA-0B12-CD6C-AFDA-1197C74E9C14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116" creationId="{457BE35D-A1A5-58C6-2F5E-A07F0ABA918B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117" creationId="{3E807561-1BE6-323C-01CD-ACB63198B423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118" creationId="{36CCD4FD-C539-D5EE-73D0-29235DA41DB6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119" creationId="{E464C751-1730-9A7E-ECC2-2153B2204BBA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120" creationId="{99BDB8A4-0494-689D-2507-94CDCEB8D0C2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121" creationId="{22C4AD5E-E154-1EAD-C284-141D4E15EB00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122" creationId="{64644FAA-9682-8175-4D83-E0FAEBF5AECF}"/>
          </ac:spMkLst>
        </pc:spChg>
        <pc:spChg chg="add del mod">
          <ac:chgData name="Fatima Pillosu" userId="a6295d4dc9e22643" providerId="LiveId" clId="{12FAD019-3B2A-49C7-B413-3DE64D922E8F}" dt="2024-06-25T04:25:56.856" v="708" actId="21"/>
          <ac:spMkLst>
            <pc:docMk/>
            <pc:sldMk cId="1380674543" sldId="256"/>
            <ac:spMk id="123" creationId="{06CC44EE-81B7-DD3C-555F-07C259495E5C}"/>
          </ac:spMkLst>
        </pc:spChg>
        <pc:spChg chg="add del">
          <ac:chgData name="Fatima Pillosu" userId="a6295d4dc9e22643" providerId="LiveId" clId="{12FAD019-3B2A-49C7-B413-3DE64D922E8F}" dt="2024-06-25T04:25:54.343" v="707" actId="478"/>
          <ac:spMkLst>
            <pc:docMk/>
            <pc:sldMk cId="1380674543" sldId="256"/>
            <ac:spMk id="124" creationId="{1223AFEB-A6E7-185E-4E88-74C0A762196C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27" creationId="{0C7866F8-3D28-D23F-94F4-31434FC45C8D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28" creationId="{12F23E37-D850-2205-D764-E65B9EEE2D3F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29" creationId="{47E1CCA9-1FE1-AC39-2A65-B2530877FE67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30" creationId="{1BF944C8-72B7-EE1A-6F7B-CF42B3774EC5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31" creationId="{E426F851-70D0-C74A-EE11-AF956E60CFE7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32" creationId="{27EB65F3-73F5-B07A-A818-9796C53071D9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33" creationId="{F8E8BF63-273E-0C12-2314-78FB9D7EA77C}"/>
          </ac:spMkLst>
        </pc:spChg>
        <pc:spChg chg="add del mod">
          <ac:chgData name="Fatima Pillosu" userId="a6295d4dc9e22643" providerId="LiveId" clId="{12FAD019-3B2A-49C7-B413-3DE64D922E8F}" dt="2024-06-25T04:32:51.231" v="760" actId="478"/>
          <ac:spMkLst>
            <pc:docMk/>
            <pc:sldMk cId="1380674543" sldId="256"/>
            <ac:spMk id="134" creationId="{CAD43641-B052-26FD-5C23-957921D8EC51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35" creationId="{31D547D6-3E3A-6367-A806-E3B56F1B5A30}"/>
          </ac:spMkLst>
        </pc:spChg>
        <pc:spChg chg="add del mod">
          <ac:chgData name="Fatima Pillosu" userId="a6295d4dc9e22643" providerId="LiveId" clId="{12FAD019-3B2A-49C7-B413-3DE64D922E8F}" dt="2024-06-25T04:32:49.943" v="759" actId="478"/>
          <ac:spMkLst>
            <pc:docMk/>
            <pc:sldMk cId="1380674543" sldId="256"/>
            <ac:spMk id="136" creationId="{E201E88B-CB14-1D48-CC93-3771BD593147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37" creationId="{8AF1D376-2A82-A44F-4F2C-5830FEE78451}"/>
          </ac:spMkLst>
        </pc:spChg>
        <pc:spChg chg="add del mod">
          <ac:chgData name="Fatima Pillosu" userId="a6295d4dc9e22643" providerId="LiveId" clId="{12FAD019-3B2A-49C7-B413-3DE64D922E8F}" dt="2024-06-25T04:32:47.996" v="758" actId="478"/>
          <ac:spMkLst>
            <pc:docMk/>
            <pc:sldMk cId="1380674543" sldId="256"/>
            <ac:spMk id="138" creationId="{336AAD33-3254-2597-0C5A-D40BACC164CF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39" creationId="{28538DD9-DAB7-10B4-2328-9112FCBAC9B9}"/>
          </ac:spMkLst>
        </pc:spChg>
        <pc:spChg chg="add del mod">
          <ac:chgData name="Fatima Pillosu" userId="a6295d4dc9e22643" providerId="LiveId" clId="{12FAD019-3B2A-49C7-B413-3DE64D922E8F}" dt="2024-06-25T04:32:44.135" v="757" actId="478"/>
          <ac:spMkLst>
            <pc:docMk/>
            <pc:sldMk cId="1380674543" sldId="256"/>
            <ac:spMk id="140" creationId="{EC17B1CC-8CA4-004D-DEE3-B25D56C75213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41" creationId="{9F366357-E9B2-2CA5-1755-68B795391F73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42" creationId="{344C4B38-03CB-55F0-EA16-6F4270C3443B}"/>
          </ac:spMkLst>
        </pc:spChg>
        <pc:spChg chg="add del mod">
          <ac:chgData name="Fatima Pillosu" userId="a6295d4dc9e22643" providerId="LiveId" clId="{12FAD019-3B2A-49C7-B413-3DE64D922E8F}" dt="2024-06-25T04:32:42.597" v="756" actId="478"/>
          <ac:spMkLst>
            <pc:docMk/>
            <pc:sldMk cId="1380674543" sldId="256"/>
            <ac:spMk id="143" creationId="{30784AA1-49B7-932A-21A6-6E70BE8E78F9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44" creationId="{BAB5FA82-2A90-06EE-6258-9D203AB1BDB8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45" creationId="{0CF0744B-6F21-8DAC-A83E-61D8222B0F1B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47" creationId="{B6871B03-CD01-1DE9-106B-BECB69B252AC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48" creationId="{ED01783E-4F4C-A8C9-3F22-8A910D6F8F90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49" creationId="{6ECAE385-D2E4-A5F8-D03D-40BE92503682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50" creationId="{377CE1CC-2AA5-9330-A970-BB92ACF08CEE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51" creationId="{89D16ACE-F790-DC3D-1B03-3F9F7A9E10BB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52" creationId="{BD98A7DA-E44F-537E-878D-920D528D2374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53" creationId="{D91A9B1A-3935-E2D1-6A45-A04DB53FA9AF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54" creationId="{FD0F6C0C-3187-59C2-B8AB-8CE80E69B405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55" creationId="{B9263D22-8B6B-1445-8A0C-5061E90D79EF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56" creationId="{734D8A0F-DA4D-8309-F970-E2530B211CA4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57" creationId="{D6D9CBDE-E9C7-3D16-96D4-8E67B270EAE3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58" creationId="{A7B8CD3B-CE6E-F022-E60D-BF8E98B05737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59" creationId="{3BA2A2CA-0B12-CD6C-AFDA-1197C74E9C14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60" creationId="{457BE35D-A1A5-58C6-2F5E-A07F0ABA918B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61" creationId="{3E807561-1BE6-323C-01CD-ACB63198B423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62" creationId="{36CCD4FD-C539-D5EE-73D0-29235DA41DB6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63" creationId="{E464C751-1730-9A7E-ECC2-2153B2204BBA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64" creationId="{99BDB8A4-0494-689D-2507-94CDCEB8D0C2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65" creationId="{22C4AD5E-E154-1EAD-C284-141D4E15EB00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66" creationId="{64644FAA-9682-8175-4D83-E0FAEBF5AECF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67" creationId="{06CC44EE-81B7-DD3C-555F-07C259495E5C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68" creationId="{F606AFF2-A448-29EC-8740-4E64AAE7AB72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69" creationId="{47CED736-C2A1-36CE-3DF2-F463782B7FF3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70" creationId="{59215346-0A39-CC39-D2D8-603954054EC6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71" creationId="{C7F77EE4-03F2-CE29-7AAC-D2E58CAD0D6F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72" creationId="{858257CA-1ABF-6E30-7CB5-A356C4E21C51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73" creationId="{C9DC7499-5DE0-F436-0A8B-A070DEA8096C}"/>
          </ac:spMkLst>
        </pc:spChg>
        <pc:spChg chg="add del mod">
          <ac:chgData name="Fatima Pillosu" userId="a6295d4dc9e22643" providerId="LiveId" clId="{12FAD019-3B2A-49C7-B413-3DE64D922E8F}" dt="2024-06-25T04:40:47.599" v="898" actId="21"/>
          <ac:spMkLst>
            <pc:docMk/>
            <pc:sldMk cId="1380674543" sldId="256"/>
            <ac:spMk id="174" creationId="{ECD1FCB4-C01C-4739-8CFD-EEF0675DC2CE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177" creationId="{0C7866F8-3D28-D23F-94F4-31434FC45C8D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178" creationId="{12F23E37-D850-2205-D764-E65B9EEE2D3F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179" creationId="{47E1CCA9-1FE1-AC39-2A65-B2530877FE67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180" creationId="{1BF944C8-72B7-EE1A-6F7B-CF42B3774EC5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181" creationId="{E426F851-70D0-C74A-EE11-AF956E60CFE7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182" creationId="{27EB65F3-73F5-B07A-A818-9796C53071D9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183" creationId="{F8E8BF63-273E-0C12-2314-78FB9D7EA77C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184" creationId="{31D547D6-3E3A-6367-A806-E3B56F1B5A30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185" creationId="{8AF1D376-2A82-A44F-4F2C-5830FEE78451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186" creationId="{28538DD9-DAB7-10B4-2328-9112FCBAC9B9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187" creationId="{9F366357-E9B2-2CA5-1755-68B795391F73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188" creationId="{344C4B38-03CB-55F0-EA16-6F4270C3443B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189" creationId="{BAB5FA82-2A90-06EE-6258-9D203AB1BDB8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190" creationId="{0CF0744B-6F21-8DAC-A83E-61D8222B0F1B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192" creationId="{B6871B03-CD01-1DE9-106B-BECB69B252AC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193" creationId="{ED01783E-4F4C-A8C9-3F22-8A910D6F8F90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194" creationId="{6ECAE385-D2E4-A5F8-D03D-40BE92503682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195" creationId="{377CE1CC-2AA5-9330-A970-BB92ACF08CEE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196" creationId="{89D16ACE-F790-DC3D-1B03-3F9F7A9E10BB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197" creationId="{BD98A7DA-E44F-537E-878D-920D528D2374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198" creationId="{D91A9B1A-3935-E2D1-6A45-A04DB53FA9AF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199" creationId="{FD0F6C0C-3187-59C2-B8AB-8CE80E69B405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200" creationId="{B9263D22-8B6B-1445-8A0C-5061E90D79EF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201" creationId="{734D8A0F-DA4D-8309-F970-E2530B211CA4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202" creationId="{D6D9CBDE-E9C7-3D16-96D4-8E67B270EAE3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203" creationId="{A7B8CD3B-CE6E-F022-E60D-BF8E98B05737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204" creationId="{3BA2A2CA-0B12-CD6C-AFDA-1197C74E9C14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205" creationId="{457BE35D-A1A5-58C6-2F5E-A07F0ABA918B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206" creationId="{3E807561-1BE6-323C-01CD-ACB63198B423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207" creationId="{36CCD4FD-C539-D5EE-73D0-29235DA41DB6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208" creationId="{E464C751-1730-9A7E-ECC2-2153B2204BBA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209" creationId="{99BDB8A4-0494-689D-2507-94CDCEB8D0C2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210" creationId="{22C4AD5E-E154-1EAD-C284-141D4E15EB00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211" creationId="{64644FAA-9682-8175-4D83-E0FAEBF5AECF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212" creationId="{06CC44EE-81B7-DD3C-555F-07C259495E5C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213" creationId="{F606AFF2-A448-29EC-8740-4E64AAE7AB72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214" creationId="{47CED736-C2A1-36CE-3DF2-F463782B7FF3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215" creationId="{59215346-0A39-CC39-D2D8-603954054EC6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216" creationId="{C7F77EE4-03F2-CE29-7AAC-D2E58CAD0D6F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217" creationId="{858257CA-1ABF-6E30-7CB5-A356C4E21C51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218" creationId="{C9DC7499-5DE0-F436-0A8B-A070DEA8096C}"/>
          </ac:spMkLst>
        </pc:spChg>
        <pc:spChg chg="add del mod">
          <ac:chgData name="Fatima Pillosu" userId="a6295d4dc9e22643" providerId="LiveId" clId="{12FAD019-3B2A-49C7-B413-3DE64D922E8F}" dt="2024-06-25T04:42:55.932" v="928" actId="21"/>
          <ac:spMkLst>
            <pc:docMk/>
            <pc:sldMk cId="1380674543" sldId="256"/>
            <ac:spMk id="219" creationId="{ECD1FCB4-C01C-4739-8CFD-EEF0675DC2CE}"/>
          </ac:spMkLst>
        </pc:spChg>
        <pc:spChg chg="add del">
          <ac:chgData name="Fatima Pillosu" userId="a6295d4dc9e22643" providerId="LiveId" clId="{12FAD019-3B2A-49C7-B413-3DE64D922E8F}" dt="2024-06-25T04:42:52.714" v="927" actId="478"/>
          <ac:spMkLst>
            <pc:docMk/>
            <pc:sldMk cId="1380674543" sldId="256"/>
            <ac:spMk id="220" creationId="{528D5117-5709-B2E9-9A16-1442D3C62693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23" creationId="{0C7866F8-3D28-D23F-94F4-31434FC45C8D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24" creationId="{12F23E37-D850-2205-D764-E65B9EEE2D3F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25" creationId="{47E1CCA9-1FE1-AC39-2A65-B2530877FE67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26" creationId="{1BF944C8-72B7-EE1A-6F7B-CF42B3774EC5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27" creationId="{E426F851-70D0-C74A-EE11-AF956E60CFE7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28" creationId="{27EB65F3-73F5-B07A-A818-9796C53071D9}"/>
          </ac:spMkLst>
        </pc:spChg>
        <pc:spChg chg="add mod">
          <ac:chgData name="Fatima Pillosu" userId="a6295d4dc9e22643" providerId="LiveId" clId="{12FAD019-3B2A-49C7-B413-3DE64D922E8F}" dt="2024-06-25T04:43:14.473" v="935" actId="1038"/>
          <ac:spMkLst>
            <pc:docMk/>
            <pc:sldMk cId="1380674543" sldId="256"/>
            <ac:spMk id="229" creationId="{F8E8BF63-273E-0C12-2314-78FB9D7EA77C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30" creationId="{31D547D6-3E3A-6367-A806-E3B56F1B5A30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31" creationId="{8AF1D376-2A82-A44F-4F2C-5830FEE78451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32" creationId="{28538DD9-DAB7-10B4-2328-9112FCBAC9B9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33" creationId="{9F366357-E9B2-2CA5-1755-68B795391F73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34" creationId="{344C4B38-03CB-55F0-EA16-6F4270C3443B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35" creationId="{BAB5FA82-2A90-06EE-6258-9D203AB1BDB8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36" creationId="{0CF0744B-6F21-8DAC-A83E-61D8222B0F1B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38" creationId="{B6871B03-CD01-1DE9-106B-BECB69B252AC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39" creationId="{ED01783E-4F4C-A8C9-3F22-8A910D6F8F90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40" creationId="{6ECAE385-D2E4-A5F8-D03D-40BE92503682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41" creationId="{377CE1CC-2AA5-9330-A970-BB92ACF08CEE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42" creationId="{89D16ACE-F790-DC3D-1B03-3F9F7A9E10BB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43" creationId="{BD98A7DA-E44F-537E-878D-920D528D2374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44" creationId="{D91A9B1A-3935-E2D1-6A45-A04DB53FA9AF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45" creationId="{FD0F6C0C-3187-59C2-B8AB-8CE80E69B405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46" creationId="{B9263D22-8B6B-1445-8A0C-5061E90D79EF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47" creationId="{734D8A0F-DA4D-8309-F970-E2530B211CA4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48" creationId="{D6D9CBDE-E9C7-3D16-96D4-8E67B270EAE3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49" creationId="{A7B8CD3B-CE6E-F022-E60D-BF8E98B05737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50" creationId="{3BA2A2CA-0B12-CD6C-AFDA-1197C74E9C14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51" creationId="{457BE35D-A1A5-58C6-2F5E-A07F0ABA918B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52" creationId="{3E807561-1BE6-323C-01CD-ACB63198B423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53" creationId="{36CCD4FD-C539-D5EE-73D0-29235DA41DB6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54" creationId="{E464C751-1730-9A7E-ECC2-2153B2204BBA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55" creationId="{99BDB8A4-0494-689D-2507-94CDCEB8D0C2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56" creationId="{22C4AD5E-E154-1EAD-C284-141D4E15EB00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57" creationId="{64644FAA-9682-8175-4D83-E0FAEBF5AECF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58" creationId="{06CC44EE-81B7-DD3C-555F-07C259495E5C}"/>
          </ac:spMkLst>
        </pc:spChg>
        <pc:spChg chg="add mod">
          <ac:chgData name="Fatima Pillosu" userId="a6295d4dc9e22643" providerId="LiveId" clId="{12FAD019-3B2A-49C7-B413-3DE64D922E8F}" dt="2024-06-25T10:20:01.606" v="938" actId="1582"/>
          <ac:spMkLst>
            <pc:docMk/>
            <pc:sldMk cId="1380674543" sldId="256"/>
            <ac:spMk id="259" creationId="{F606AFF2-A448-29EC-8740-4E64AAE7AB72}"/>
          </ac:spMkLst>
        </pc:spChg>
        <pc:spChg chg="add mod">
          <ac:chgData name="Fatima Pillosu" userId="a6295d4dc9e22643" providerId="LiveId" clId="{12FAD019-3B2A-49C7-B413-3DE64D922E8F}" dt="2024-06-25T10:20:01.606" v="938" actId="1582"/>
          <ac:spMkLst>
            <pc:docMk/>
            <pc:sldMk cId="1380674543" sldId="256"/>
            <ac:spMk id="260" creationId="{47CED736-C2A1-36CE-3DF2-F463782B7FF3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61" creationId="{59215346-0A39-CC39-D2D8-603954054EC6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62" creationId="{C7F77EE4-03F2-CE29-7AAC-D2E58CAD0D6F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63" creationId="{858257CA-1ABF-6E30-7CB5-A356C4E21C51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64" creationId="{C9DC7499-5DE0-F436-0A8B-A070DEA8096C}"/>
          </ac:spMkLst>
        </pc:spChg>
        <pc:spChg chg="add mod">
          <ac:chgData name="Fatima Pillosu" userId="a6295d4dc9e22643" providerId="LiveId" clId="{12FAD019-3B2A-49C7-B413-3DE64D922E8F}" dt="2024-06-25T04:43:09.387" v="932" actId="1037"/>
          <ac:spMkLst>
            <pc:docMk/>
            <pc:sldMk cId="1380674543" sldId="256"/>
            <ac:spMk id="265" creationId="{ECD1FCB4-C01C-4739-8CFD-EEF0675DC2CE}"/>
          </ac:spMkLst>
        </pc:spChg>
        <pc:picChg chg="add del mod">
          <ac:chgData name="Fatima Pillosu" userId="a6295d4dc9e22643" providerId="LiveId" clId="{12FAD019-3B2A-49C7-B413-3DE64D922E8F}" dt="2024-06-25T04:21:07.915" v="588" actId="21"/>
          <ac:picMkLst>
            <pc:docMk/>
            <pc:sldMk cId="1380674543" sldId="256"/>
            <ac:picMk id="2" creationId="{D26D42B5-73FE-CAB1-1164-A632119A173E}"/>
          </ac:picMkLst>
        </pc:picChg>
        <pc:picChg chg="add del mod">
          <ac:chgData name="Fatima Pillosu" userId="a6295d4dc9e22643" providerId="LiveId" clId="{12FAD019-3B2A-49C7-B413-3DE64D922E8F}" dt="2024-06-25T04:21:07.915" v="588" actId="21"/>
          <ac:picMkLst>
            <pc:docMk/>
            <pc:sldMk cId="1380674543" sldId="256"/>
            <ac:picMk id="3" creationId="{E9C6D329-88F6-78AE-5643-50A8169BD267}"/>
          </ac:picMkLst>
        </pc:picChg>
        <pc:picChg chg="del">
          <ac:chgData name="Fatima Pillosu" userId="a6295d4dc9e22643" providerId="LiveId" clId="{12FAD019-3B2A-49C7-B413-3DE64D922E8F}" dt="2024-06-25T04:03:29.242" v="20" actId="21"/>
          <ac:picMkLst>
            <pc:docMk/>
            <pc:sldMk cId="1380674543" sldId="256"/>
            <ac:picMk id="24" creationId="{D26D42B5-73FE-CAB1-1164-A632119A173E}"/>
          </ac:picMkLst>
        </pc:picChg>
        <pc:picChg chg="del">
          <ac:chgData name="Fatima Pillosu" userId="a6295d4dc9e22643" providerId="LiveId" clId="{12FAD019-3B2A-49C7-B413-3DE64D922E8F}" dt="2024-06-25T04:03:29.242" v="20" actId="21"/>
          <ac:picMkLst>
            <pc:docMk/>
            <pc:sldMk cId="1380674543" sldId="256"/>
            <ac:picMk id="25" creationId="{E9C6D329-88F6-78AE-5643-50A8169BD267}"/>
          </ac:picMkLst>
        </pc:picChg>
        <pc:picChg chg="add del mod modCrop">
          <ac:chgData name="Fatima Pillosu" userId="a6295d4dc9e22643" providerId="LiveId" clId="{12FAD019-3B2A-49C7-B413-3DE64D922E8F}" dt="2024-06-25T04:21:07.915" v="588" actId="21"/>
          <ac:picMkLst>
            <pc:docMk/>
            <pc:sldMk cId="1380674543" sldId="256"/>
            <ac:picMk id="26" creationId="{1AB615E8-0B17-7B4A-E110-256F4C39CFC6}"/>
          </ac:picMkLst>
        </pc:picChg>
        <pc:picChg chg="add del mod modCrop">
          <ac:chgData name="Fatima Pillosu" userId="a6295d4dc9e22643" providerId="LiveId" clId="{12FAD019-3B2A-49C7-B413-3DE64D922E8F}" dt="2024-06-25T04:12:33.955" v="335" actId="478"/>
          <ac:picMkLst>
            <pc:docMk/>
            <pc:sldMk cId="1380674543" sldId="256"/>
            <ac:picMk id="27" creationId="{624E3F83-5F57-C6E3-7ED7-741D3115453E}"/>
          </ac:picMkLst>
        </pc:picChg>
        <pc:picChg chg="add del mod">
          <ac:chgData name="Fatima Pillosu" userId="a6295d4dc9e22643" providerId="LiveId" clId="{12FAD019-3B2A-49C7-B413-3DE64D922E8F}" dt="2024-06-25T04:14:55.642" v="372" actId="1076"/>
          <ac:picMkLst>
            <pc:docMk/>
            <pc:sldMk cId="1380674543" sldId="256"/>
            <ac:picMk id="70" creationId="{97A28C28-76E4-8021-F18C-96637D2F2ED3}"/>
          </ac:picMkLst>
        </pc:picChg>
        <pc:picChg chg="add del mod">
          <ac:chgData name="Fatima Pillosu" userId="a6295d4dc9e22643" providerId="LiveId" clId="{12FAD019-3B2A-49C7-B413-3DE64D922E8F}" dt="2024-06-25T04:15:17.163" v="378" actId="478"/>
          <ac:picMkLst>
            <pc:docMk/>
            <pc:sldMk cId="1380674543" sldId="256"/>
            <ac:picMk id="77" creationId="{0D4E257D-F9AD-9EE4-3D05-7418F277F2AA}"/>
          </ac:picMkLst>
        </pc:picChg>
        <pc:picChg chg="add del mod modCrop">
          <ac:chgData name="Fatima Pillosu" userId="a6295d4dc9e22643" providerId="LiveId" clId="{12FAD019-3B2A-49C7-B413-3DE64D922E8F}" dt="2024-06-25T04:25:56.856" v="708" actId="21"/>
          <ac:picMkLst>
            <pc:docMk/>
            <pc:sldMk cId="1380674543" sldId="256"/>
            <ac:picMk id="81" creationId="{D26D42B5-73FE-CAB1-1164-A632119A173E}"/>
          </ac:picMkLst>
        </pc:picChg>
        <pc:picChg chg="add del mod">
          <ac:chgData name="Fatima Pillosu" userId="a6295d4dc9e22643" providerId="LiveId" clId="{12FAD019-3B2A-49C7-B413-3DE64D922E8F}" dt="2024-06-25T04:25:56.856" v="708" actId="21"/>
          <ac:picMkLst>
            <pc:docMk/>
            <pc:sldMk cId="1380674543" sldId="256"/>
            <ac:picMk id="82" creationId="{E9C6D329-88F6-78AE-5643-50A8169BD267}"/>
          </ac:picMkLst>
        </pc:picChg>
        <pc:picChg chg="add del mod modCrop">
          <ac:chgData name="Fatima Pillosu" userId="a6295d4dc9e22643" providerId="LiveId" clId="{12FAD019-3B2A-49C7-B413-3DE64D922E8F}" dt="2024-06-25T04:25:56.856" v="708" actId="21"/>
          <ac:picMkLst>
            <pc:docMk/>
            <pc:sldMk cId="1380674543" sldId="256"/>
            <ac:picMk id="102" creationId="{1AB615E8-0B17-7B4A-E110-256F4C39CFC6}"/>
          </ac:picMkLst>
        </pc:picChg>
        <pc:picChg chg="add del mod">
          <ac:chgData name="Fatima Pillosu" userId="a6295d4dc9e22643" providerId="LiveId" clId="{12FAD019-3B2A-49C7-B413-3DE64D922E8F}" dt="2024-06-25T04:40:47.599" v="898" actId="21"/>
          <ac:picMkLst>
            <pc:docMk/>
            <pc:sldMk cId="1380674543" sldId="256"/>
            <ac:picMk id="125" creationId="{D26D42B5-73FE-CAB1-1164-A632119A173E}"/>
          </ac:picMkLst>
        </pc:picChg>
        <pc:picChg chg="add del mod">
          <ac:chgData name="Fatima Pillosu" userId="a6295d4dc9e22643" providerId="LiveId" clId="{12FAD019-3B2A-49C7-B413-3DE64D922E8F}" dt="2024-06-25T04:40:47.599" v="898" actId="21"/>
          <ac:picMkLst>
            <pc:docMk/>
            <pc:sldMk cId="1380674543" sldId="256"/>
            <ac:picMk id="126" creationId="{E9C6D329-88F6-78AE-5643-50A8169BD267}"/>
          </ac:picMkLst>
        </pc:picChg>
        <pc:picChg chg="add del mod">
          <ac:chgData name="Fatima Pillosu" userId="a6295d4dc9e22643" providerId="LiveId" clId="{12FAD019-3B2A-49C7-B413-3DE64D922E8F}" dt="2024-06-25T04:40:47.599" v="898" actId="21"/>
          <ac:picMkLst>
            <pc:docMk/>
            <pc:sldMk cId="1380674543" sldId="256"/>
            <ac:picMk id="146" creationId="{1AB615E8-0B17-7B4A-E110-256F4C39CFC6}"/>
          </ac:picMkLst>
        </pc:picChg>
        <pc:picChg chg="add del mod">
          <ac:chgData name="Fatima Pillosu" userId="a6295d4dc9e22643" providerId="LiveId" clId="{12FAD019-3B2A-49C7-B413-3DE64D922E8F}" dt="2024-06-25T04:42:55.932" v="928" actId="21"/>
          <ac:picMkLst>
            <pc:docMk/>
            <pc:sldMk cId="1380674543" sldId="256"/>
            <ac:picMk id="175" creationId="{D26D42B5-73FE-CAB1-1164-A632119A173E}"/>
          </ac:picMkLst>
        </pc:picChg>
        <pc:picChg chg="add del mod">
          <ac:chgData name="Fatima Pillosu" userId="a6295d4dc9e22643" providerId="LiveId" clId="{12FAD019-3B2A-49C7-B413-3DE64D922E8F}" dt="2024-06-25T04:42:55.932" v="928" actId="21"/>
          <ac:picMkLst>
            <pc:docMk/>
            <pc:sldMk cId="1380674543" sldId="256"/>
            <ac:picMk id="176" creationId="{E9C6D329-88F6-78AE-5643-50A8169BD267}"/>
          </ac:picMkLst>
        </pc:picChg>
        <pc:picChg chg="add del mod">
          <ac:chgData name="Fatima Pillosu" userId="a6295d4dc9e22643" providerId="LiveId" clId="{12FAD019-3B2A-49C7-B413-3DE64D922E8F}" dt="2024-06-25T04:42:55.932" v="928" actId="21"/>
          <ac:picMkLst>
            <pc:docMk/>
            <pc:sldMk cId="1380674543" sldId="256"/>
            <ac:picMk id="191" creationId="{1AB615E8-0B17-7B4A-E110-256F4C39CFC6}"/>
          </ac:picMkLst>
        </pc:picChg>
        <pc:picChg chg="add mod">
          <ac:chgData name="Fatima Pillosu" userId="a6295d4dc9e22643" providerId="LiveId" clId="{12FAD019-3B2A-49C7-B413-3DE64D922E8F}" dt="2024-06-25T10:20:01.606" v="938" actId="1582"/>
          <ac:picMkLst>
            <pc:docMk/>
            <pc:sldMk cId="1380674543" sldId="256"/>
            <ac:picMk id="221" creationId="{D26D42B5-73FE-CAB1-1164-A632119A173E}"/>
          </ac:picMkLst>
        </pc:picChg>
        <pc:picChg chg="add mod">
          <ac:chgData name="Fatima Pillosu" userId="a6295d4dc9e22643" providerId="LiveId" clId="{12FAD019-3B2A-49C7-B413-3DE64D922E8F}" dt="2024-06-25T04:43:09.387" v="932" actId="1037"/>
          <ac:picMkLst>
            <pc:docMk/>
            <pc:sldMk cId="1380674543" sldId="256"/>
            <ac:picMk id="222" creationId="{E9C6D329-88F6-78AE-5643-50A8169BD267}"/>
          </ac:picMkLst>
        </pc:picChg>
        <pc:picChg chg="add mod">
          <ac:chgData name="Fatima Pillosu" userId="a6295d4dc9e22643" providerId="LiveId" clId="{12FAD019-3B2A-49C7-B413-3DE64D922E8F}" dt="2024-06-25T10:20:01.606" v="938" actId="1582"/>
          <ac:picMkLst>
            <pc:docMk/>
            <pc:sldMk cId="1380674543" sldId="256"/>
            <ac:picMk id="237" creationId="{1AB615E8-0B17-7B4A-E110-256F4C39CFC6}"/>
          </ac:picMkLst>
        </pc:picChg>
      </pc:sldChg>
    </pc:docChg>
  </pc:docChgLst>
  <pc:docChgLst>
    <pc:chgData name="Fatima Pillosu" userId="a6295d4dc9e22643" providerId="LiveId" clId="{5CDC3A23-AE87-49D3-91AC-08126FA2BC68}"/>
    <pc:docChg chg="custSel modSld">
      <pc:chgData name="Fatima Pillosu" userId="a6295d4dc9e22643" providerId="LiveId" clId="{5CDC3A23-AE87-49D3-91AC-08126FA2BC68}" dt="2025-07-14T21:35:38.401" v="287" actId="1036"/>
      <pc:docMkLst>
        <pc:docMk/>
      </pc:docMkLst>
      <pc:sldChg chg="addSp delSp modSp mod">
        <pc:chgData name="Fatima Pillosu" userId="a6295d4dc9e22643" providerId="LiveId" clId="{5CDC3A23-AE87-49D3-91AC-08126FA2BC68}" dt="2025-07-14T21:35:38.401" v="287" actId="1036"/>
        <pc:sldMkLst>
          <pc:docMk/>
          <pc:sldMk cId="1380674543" sldId="256"/>
        </pc:sldMkLst>
        <pc:spChg chg="add del">
          <ac:chgData name="Fatima Pillosu" userId="a6295d4dc9e22643" providerId="LiveId" clId="{5CDC3A23-AE87-49D3-91AC-08126FA2BC68}" dt="2025-07-14T21:28:35.302" v="193" actId="478"/>
          <ac:spMkLst>
            <pc:docMk/>
            <pc:sldMk cId="1380674543" sldId="256"/>
            <ac:spMk id="2" creationId="{072A92C3-AA9D-D13F-931D-8420E7DBFEBB}"/>
          </ac:spMkLst>
        </pc:spChg>
        <pc:spChg chg="add mod">
          <ac:chgData name="Fatima Pillosu" userId="a6295d4dc9e22643" providerId="LiveId" clId="{5CDC3A23-AE87-49D3-91AC-08126FA2BC68}" dt="2025-07-14T21:29:09.014" v="206" actId="1035"/>
          <ac:spMkLst>
            <pc:docMk/>
            <pc:sldMk cId="1380674543" sldId="256"/>
            <ac:spMk id="4" creationId="{F8E8BF63-273E-0C12-2314-78FB9D7EA77C}"/>
          </ac:spMkLst>
        </pc:spChg>
        <pc:spChg chg="add mod">
          <ac:chgData name="Fatima Pillosu" userId="a6295d4dc9e22643" providerId="LiveId" clId="{5CDC3A23-AE87-49D3-91AC-08126FA2BC68}" dt="2025-07-14T21:29:09.014" v="206" actId="1035"/>
          <ac:spMkLst>
            <pc:docMk/>
            <pc:sldMk cId="1380674543" sldId="256"/>
            <ac:spMk id="5" creationId="{31D547D6-3E3A-6367-A806-E3B56F1B5A30}"/>
          </ac:spMkLst>
        </pc:spChg>
        <pc:spChg chg="add mod">
          <ac:chgData name="Fatima Pillosu" userId="a6295d4dc9e22643" providerId="LiveId" clId="{5CDC3A23-AE87-49D3-91AC-08126FA2BC68}" dt="2025-07-14T21:29:09.014" v="206" actId="1035"/>
          <ac:spMkLst>
            <pc:docMk/>
            <pc:sldMk cId="1380674543" sldId="256"/>
            <ac:spMk id="6" creationId="{8AF1D376-2A82-A44F-4F2C-5830FEE78451}"/>
          </ac:spMkLst>
        </pc:spChg>
        <pc:spChg chg="add mod">
          <ac:chgData name="Fatima Pillosu" userId="a6295d4dc9e22643" providerId="LiveId" clId="{5CDC3A23-AE87-49D3-91AC-08126FA2BC68}" dt="2025-07-14T21:29:09.014" v="206" actId="1035"/>
          <ac:spMkLst>
            <pc:docMk/>
            <pc:sldMk cId="1380674543" sldId="256"/>
            <ac:spMk id="7" creationId="{28538DD9-DAB7-10B4-2328-9112FCBAC9B9}"/>
          </ac:spMkLst>
        </pc:spChg>
        <pc:spChg chg="add mod">
          <ac:chgData name="Fatima Pillosu" userId="a6295d4dc9e22643" providerId="LiveId" clId="{5CDC3A23-AE87-49D3-91AC-08126FA2BC68}" dt="2025-07-14T21:29:09.014" v="206" actId="1035"/>
          <ac:spMkLst>
            <pc:docMk/>
            <pc:sldMk cId="1380674543" sldId="256"/>
            <ac:spMk id="8" creationId="{9F366357-E9B2-2CA5-1755-68B795391F73}"/>
          </ac:spMkLst>
        </pc:spChg>
        <pc:spChg chg="add mod">
          <ac:chgData name="Fatima Pillosu" userId="a6295d4dc9e22643" providerId="LiveId" clId="{5CDC3A23-AE87-49D3-91AC-08126FA2BC68}" dt="2025-07-14T21:29:09.014" v="206" actId="1035"/>
          <ac:spMkLst>
            <pc:docMk/>
            <pc:sldMk cId="1380674543" sldId="256"/>
            <ac:spMk id="9" creationId="{344C4B38-03CB-55F0-EA16-6F4270C3443B}"/>
          </ac:spMkLst>
        </pc:spChg>
        <pc:spChg chg="add mod">
          <ac:chgData name="Fatima Pillosu" userId="a6295d4dc9e22643" providerId="LiveId" clId="{5CDC3A23-AE87-49D3-91AC-08126FA2BC68}" dt="2025-07-14T21:28:55.464" v="200" actId="1035"/>
          <ac:spMkLst>
            <pc:docMk/>
            <pc:sldMk cId="1380674543" sldId="256"/>
            <ac:spMk id="10" creationId="{3E807561-1BE6-323C-01CD-ACB63198B423}"/>
          </ac:spMkLst>
        </pc:spChg>
        <pc:spChg chg="add mod">
          <ac:chgData name="Fatima Pillosu" userId="a6295d4dc9e22643" providerId="LiveId" clId="{5CDC3A23-AE87-49D3-91AC-08126FA2BC68}" dt="2025-07-14T21:28:55.464" v="200" actId="1035"/>
          <ac:spMkLst>
            <pc:docMk/>
            <pc:sldMk cId="1380674543" sldId="256"/>
            <ac:spMk id="11" creationId="{36CCD4FD-C539-D5EE-73D0-29235DA41DB6}"/>
          </ac:spMkLst>
        </pc:spChg>
        <pc:spChg chg="add mod">
          <ac:chgData name="Fatima Pillosu" userId="a6295d4dc9e22643" providerId="LiveId" clId="{5CDC3A23-AE87-49D3-91AC-08126FA2BC68}" dt="2025-07-14T21:28:55.464" v="200" actId="1035"/>
          <ac:spMkLst>
            <pc:docMk/>
            <pc:sldMk cId="1380674543" sldId="256"/>
            <ac:spMk id="12" creationId="{E464C751-1730-9A7E-ECC2-2153B2204BBA}"/>
          </ac:spMkLst>
        </pc:spChg>
        <pc:spChg chg="add mod">
          <ac:chgData name="Fatima Pillosu" userId="a6295d4dc9e22643" providerId="LiveId" clId="{5CDC3A23-AE87-49D3-91AC-08126FA2BC68}" dt="2025-07-14T21:28:55.464" v="200" actId="1035"/>
          <ac:spMkLst>
            <pc:docMk/>
            <pc:sldMk cId="1380674543" sldId="256"/>
            <ac:spMk id="13" creationId="{99BDB8A4-0494-689D-2507-94CDCEB8D0C2}"/>
          </ac:spMkLst>
        </pc:spChg>
        <pc:spChg chg="add mod">
          <ac:chgData name="Fatima Pillosu" userId="a6295d4dc9e22643" providerId="LiveId" clId="{5CDC3A23-AE87-49D3-91AC-08126FA2BC68}" dt="2025-07-14T21:28:55.464" v="200" actId="1035"/>
          <ac:spMkLst>
            <pc:docMk/>
            <pc:sldMk cId="1380674543" sldId="256"/>
            <ac:spMk id="14" creationId="{22C4AD5E-E154-1EAD-C284-141D4E15EB00}"/>
          </ac:spMkLst>
        </pc:spChg>
        <pc:spChg chg="add mod">
          <ac:chgData name="Fatima Pillosu" userId="a6295d4dc9e22643" providerId="LiveId" clId="{5CDC3A23-AE87-49D3-91AC-08126FA2BC68}" dt="2025-07-14T21:28:55.464" v="200" actId="1035"/>
          <ac:spMkLst>
            <pc:docMk/>
            <pc:sldMk cId="1380674543" sldId="256"/>
            <ac:spMk id="15" creationId="{64644FAA-9682-8175-4D83-E0FAEBF5AECF}"/>
          </ac:spMkLst>
        </pc:spChg>
        <pc:spChg chg="add mod">
          <ac:chgData name="Fatima Pillosu" userId="a6295d4dc9e22643" providerId="LiveId" clId="{5CDC3A23-AE87-49D3-91AC-08126FA2BC68}" dt="2025-07-14T21:29:09.014" v="206" actId="1035"/>
          <ac:spMkLst>
            <pc:docMk/>
            <pc:sldMk cId="1380674543" sldId="256"/>
            <ac:spMk id="16" creationId="{59215346-0A39-CC39-D2D8-603954054EC6}"/>
          </ac:spMkLst>
        </pc:spChg>
        <pc:spChg chg="add mod">
          <ac:chgData name="Fatima Pillosu" userId="a6295d4dc9e22643" providerId="LiveId" clId="{5CDC3A23-AE87-49D3-91AC-08126FA2BC68}" dt="2025-07-14T21:29:09.014" v="206" actId="1035"/>
          <ac:spMkLst>
            <pc:docMk/>
            <pc:sldMk cId="1380674543" sldId="256"/>
            <ac:spMk id="17" creationId="{C7F77EE4-03F2-CE29-7AAC-D2E58CAD0D6F}"/>
          </ac:spMkLst>
        </pc:spChg>
        <pc:spChg chg="add mod">
          <ac:chgData name="Fatima Pillosu" userId="a6295d4dc9e22643" providerId="LiveId" clId="{5CDC3A23-AE87-49D3-91AC-08126FA2BC68}" dt="2025-07-14T21:29:09.014" v="206" actId="1035"/>
          <ac:spMkLst>
            <pc:docMk/>
            <pc:sldMk cId="1380674543" sldId="256"/>
            <ac:spMk id="18" creationId="{858257CA-1ABF-6E30-7CB5-A356C4E21C51}"/>
          </ac:spMkLst>
        </pc:spChg>
        <pc:spChg chg="add mod">
          <ac:chgData name="Fatima Pillosu" userId="a6295d4dc9e22643" providerId="LiveId" clId="{5CDC3A23-AE87-49D3-91AC-08126FA2BC68}" dt="2025-07-14T21:29:09.014" v="206" actId="1035"/>
          <ac:spMkLst>
            <pc:docMk/>
            <pc:sldMk cId="1380674543" sldId="256"/>
            <ac:spMk id="19" creationId="{C9DC7499-5DE0-F436-0A8B-A070DEA8096C}"/>
          </ac:spMkLst>
        </pc:spChg>
        <pc:spChg chg="add mod">
          <ac:chgData name="Fatima Pillosu" userId="a6295d4dc9e22643" providerId="LiveId" clId="{5CDC3A23-AE87-49D3-91AC-08126FA2BC68}" dt="2025-07-14T21:29:09.014" v="206" actId="1035"/>
          <ac:spMkLst>
            <pc:docMk/>
            <pc:sldMk cId="1380674543" sldId="256"/>
            <ac:spMk id="20" creationId="{ECD1FCB4-C01C-4739-8CFD-EEF0675DC2CE}"/>
          </ac:spMkLst>
        </pc:spChg>
        <pc:spChg chg="add mod">
          <ac:chgData name="Fatima Pillosu" userId="a6295d4dc9e22643" providerId="LiveId" clId="{5CDC3A23-AE87-49D3-91AC-08126FA2BC68}" dt="2025-07-14T21:35:38.401" v="287" actId="1036"/>
          <ac:spMkLst>
            <pc:docMk/>
            <pc:sldMk cId="1380674543" sldId="256"/>
            <ac:spMk id="21" creationId="{ADE8FD3D-C79B-D426-8AE9-82F68C21C708}"/>
          </ac:spMkLst>
        </pc:spChg>
        <pc:spChg chg="add mod">
          <ac:chgData name="Fatima Pillosu" userId="a6295d4dc9e22643" providerId="LiveId" clId="{5CDC3A23-AE87-49D3-91AC-08126FA2BC68}" dt="2025-07-14T21:32:59.979" v="238" actId="1038"/>
          <ac:spMkLst>
            <pc:docMk/>
            <pc:sldMk cId="1380674543" sldId="256"/>
            <ac:spMk id="22" creationId="{AFFA82F6-2E04-BEE1-0526-52932A1FDFD9}"/>
          </ac:spMkLst>
        </pc:spChg>
        <pc:spChg chg="add mod">
          <ac:chgData name="Fatima Pillosu" userId="a6295d4dc9e22643" providerId="LiveId" clId="{5CDC3A23-AE87-49D3-91AC-08126FA2BC68}" dt="2025-07-14T21:28:55.464" v="200" actId="1035"/>
          <ac:spMkLst>
            <pc:docMk/>
            <pc:sldMk cId="1380674543" sldId="256"/>
            <ac:spMk id="23" creationId="{B563EF7E-EE96-2362-62E6-452A3D06E3EA}"/>
          </ac:spMkLst>
        </pc:spChg>
        <pc:spChg chg="add mod">
          <ac:chgData name="Fatima Pillosu" userId="a6295d4dc9e22643" providerId="LiveId" clId="{5CDC3A23-AE87-49D3-91AC-08126FA2BC68}" dt="2025-07-14T21:32:38.219" v="215" actId="20577"/>
          <ac:spMkLst>
            <pc:docMk/>
            <pc:sldMk cId="1380674543" sldId="256"/>
            <ac:spMk id="24" creationId="{B2E40E72-71AE-748D-E62D-0CE5A4BC830D}"/>
          </ac:spMkLst>
        </pc:spChg>
        <pc:spChg chg="add mod">
          <ac:chgData name="Fatima Pillosu" userId="a6295d4dc9e22643" providerId="LiveId" clId="{5CDC3A23-AE87-49D3-91AC-08126FA2BC68}" dt="2025-07-14T21:32:46.434" v="225" actId="20577"/>
          <ac:spMkLst>
            <pc:docMk/>
            <pc:sldMk cId="1380674543" sldId="256"/>
            <ac:spMk id="25" creationId="{FC23FFA6-7F3C-466D-8FF0-FCF8A6EB6A16}"/>
          </ac:spMkLst>
        </pc:spChg>
        <pc:spChg chg="add mod">
          <ac:chgData name="Fatima Pillosu" userId="a6295d4dc9e22643" providerId="LiveId" clId="{5CDC3A23-AE87-49D3-91AC-08126FA2BC68}" dt="2025-07-14T21:32:59.979" v="238" actId="1038"/>
          <ac:spMkLst>
            <pc:docMk/>
            <pc:sldMk cId="1380674543" sldId="256"/>
            <ac:spMk id="26" creationId="{627627DE-C47B-FDBC-6171-047EAAE6249A}"/>
          </ac:spMkLst>
        </pc:spChg>
        <pc:spChg chg="add mod">
          <ac:chgData name="Fatima Pillosu" userId="a6295d4dc9e22643" providerId="LiveId" clId="{5CDC3A23-AE87-49D3-91AC-08126FA2BC68}" dt="2025-07-14T21:32:59.979" v="238" actId="1038"/>
          <ac:spMkLst>
            <pc:docMk/>
            <pc:sldMk cId="1380674543" sldId="256"/>
            <ac:spMk id="27" creationId="{66C38C60-0BE9-A9A4-4473-582A0732B605}"/>
          </ac:spMkLst>
        </pc:spChg>
        <pc:spChg chg="add mod">
          <ac:chgData name="Fatima Pillosu" userId="a6295d4dc9e22643" providerId="LiveId" clId="{5CDC3A23-AE87-49D3-91AC-08126FA2BC68}" dt="2025-07-14T21:29:09.014" v="206" actId="1035"/>
          <ac:spMkLst>
            <pc:docMk/>
            <pc:sldMk cId="1380674543" sldId="256"/>
            <ac:spMk id="28" creationId="{BE2D46F5-F0A2-2152-17F3-89BB20BFC065}"/>
          </ac:spMkLst>
        </pc:spChg>
        <pc:spChg chg="add mod">
          <ac:chgData name="Fatima Pillosu" userId="a6295d4dc9e22643" providerId="LiveId" clId="{5CDC3A23-AE87-49D3-91AC-08126FA2BC68}" dt="2025-07-14T21:28:55.464" v="200" actId="1035"/>
          <ac:spMkLst>
            <pc:docMk/>
            <pc:sldMk cId="1380674543" sldId="256"/>
            <ac:spMk id="35" creationId="{A5919868-09EE-8604-212A-45C2257DED69}"/>
          </ac:spMkLst>
        </pc:spChg>
        <pc:spChg chg="add mod">
          <ac:chgData name="Fatima Pillosu" userId="a6295d4dc9e22643" providerId="LiveId" clId="{5CDC3A23-AE87-49D3-91AC-08126FA2BC68}" dt="2025-07-14T21:28:55.464" v="200" actId="1035"/>
          <ac:spMkLst>
            <pc:docMk/>
            <pc:sldMk cId="1380674543" sldId="256"/>
            <ac:spMk id="36" creationId="{F3AA8C12-1DE2-73BD-E0CE-11195BFD4597}"/>
          </ac:spMkLst>
        </pc:spChg>
        <pc:spChg chg="add mod">
          <ac:chgData name="Fatima Pillosu" userId="a6295d4dc9e22643" providerId="LiveId" clId="{5CDC3A23-AE87-49D3-91AC-08126FA2BC68}" dt="2025-07-14T21:28:55.464" v="200" actId="1035"/>
          <ac:spMkLst>
            <pc:docMk/>
            <pc:sldMk cId="1380674543" sldId="256"/>
            <ac:spMk id="37" creationId="{5B2999F4-224B-EE3A-3C5A-1D2142F0B985}"/>
          </ac:spMkLst>
        </pc:spChg>
        <pc:spChg chg="add mod">
          <ac:chgData name="Fatima Pillosu" userId="a6295d4dc9e22643" providerId="LiveId" clId="{5CDC3A23-AE87-49D3-91AC-08126FA2BC68}" dt="2025-07-14T21:28:55.464" v="200" actId="1035"/>
          <ac:spMkLst>
            <pc:docMk/>
            <pc:sldMk cId="1380674543" sldId="256"/>
            <ac:spMk id="38" creationId="{79A634CC-3B50-D4D9-1A80-BC7AA20DCC80}"/>
          </ac:spMkLst>
        </pc:spChg>
        <pc:spChg chg="add mod">
          <ac:chgData name="Fatima Pillosu" userId="a6295d4dc9e22643" providerId="LiveId" clId="{5CDC3A23-AE87-49D3-91AC-08126FA2BC68}" dt="2025-07-14T21:28:55.464" v="200" actId="1035"/>
          <ac:spMkLst>
            <pc:docMk/>
            <pc:sldMk cId="1380674543" sldId="256"/>
            <ac:spMk id="39" creationId="{CB4C159A-001F-4328-780D-BB631087509E}"/>
          </ac:spMkLst>
        </pc:spChg>
        <pc:spChg chg="add mod">
          <ac:chgData name="Fatima Pillosu" userId="a6295d4dc9e22643" providerId="LiveId" clId="{5CDC3A23-AE87-49D3-91AC-08126FA2BC68}" dt="2025-07-14T21:28:55.464" v="200" actId="1035"/>
          <ac:spMkLst>
            <pc:docMk/>
            <pc:sldMk cId="1380674543" sldId="256"/>
            <ac:spMk id="40" creationId="{7844C7F2-50D0-ACF1-94C0-5E5E5040A925}"/>
          </ac:spMkLst>
        </pc:spChg>
        <pc:spChg chg="add mod">
          <ac:chgData name="Fatima Pillosu" userId="a6295d4dc9e22643" providerId="LiveId" clId="{5CDC3A23-AE87-49D3-91AC-08126FA2BC68}" dt="2025-07-14T21:28:55.464" v="200" actId="1035"/>
          <ac:spMkLst>
            <pc:docMk/>
            <pc:sldMk cId="1380674543" sldId="256"/>
            <ac:spMk id="41" creationId="{DAC4FAE2-8503-EC27-9E0D-540A810A3AEB}"/>
          </ac:spMkLst>
        </pc:spChg>
        <pc:spChg chg="add mod">
          <ac:chgData name="Fatima Pillosu" userId="a6295d4dc9e22643" providerId="LiveId" clId="{5CDC3A23-AE87-49D3-91AC-08126FA2BC68}" dt="2025-07-14T21:28:55.464" v="200" actId="1035"/>
          <ac:spMkLst>
            <pc:docMk/>
            <pc:sldMk cId="1380674543" sldId="256"/>
            <ac:spMk id="42" creationId="{CCF25D72-1C70-2A13-384B-14BB3F149702}"/>
          </ac:spMkLst>
        </pc:spChg>
        <pc:spChg chg="add mod">
          <ac:chgData name="Fatima Pillosu" userId="a6295d4dc9e22643" providerId="LiveId" clId="{5CDC3A23-AE87-49D3-91AC-08126FA2BC68}" dt="2025-07-14T21:28:55.464" v="200" actId="1035"/>
          <ac:spMkLst>
            <pc:docMk/>
            <pc:sldMk cId="1380674543" sldId="256"/>
            <ac:spMk id="43" creationId="{AE7F3354-D007-A24B-43A1-C4386F467A9C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45" creationId="{F8E8BF63-273E-0C12-2314-78FB9D7EA77C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46" creationId="{31D547D6-3E3A-6367-A806-E3B56F1B5A30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47" creationId="{8AF1D376-2A82-A44F-4F2C-5830FEE78451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48" creationId="{28538DD9-DAB7-10B4-2328-9112FCBAC9B9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49" creationId="{9F366357-E9B2-2CA5-1755-68B795391F73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50" creationId="{344C4B38-03CB-55F0-EA16-6F4270C3443B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51" creationId="{3E807561-1BE6-323C-01CD-ACB63198B423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52" creationId="{36CCD4FD-C539-D5EE-73D0-29235DA41DB6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53" creationId="{E464C751-1730-9A7E-ECC2-2153B2204BBA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54" creationId="{99BDB8A4-0494-689D-2507-94CDCEB8D0C2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55" creationId="{22C4AD5E-E154-1EAD-C284-141D4E15EB00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56" creationId="{64644FAA-9682-8175-4D83-E0FAEBF5AECF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57" creationId="{59215346-0A39-CC39-D2D8-603954054EC6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58" creationId="{C7F77EE4-03F2-CE29-7AAC-D2E58CAD0D6F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59" creationId="{858257CA-1ABF-6E30-7CB5-A356C4E21C51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60" creationId="{C9DC7499-5DE0-F436-0A8B-A070DEA8096C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61" creationId="{ECD1FCB4-C01C-4739-8CFD-EEF0675DC2CE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62" creationId="{ADE8FD3D-C79B-D426-8AE9-82F68C21C708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63" creationId="{AFFA82F6-2E04-BEE1-0526-52932A1FDFD9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128" creationId="{B563EF7E-EE96-2362-62E6-452A3D06E3EA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129" creationId="{B2E40E72-71AE-748D-E62D-0CE5A4BC830D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130" creationId="{FC23FFA6-7F3C-466D-8FF0-FCF8A6EB6A16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131" creationId="{627627DE-C47B-FDBC-6171-047EAAE6249A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132" creationId="{66C38C60-0BE9-A9A4-4473-582A0732B605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133" creationId="{BE2D46F5-F0A2-2152-17F3-89BB20BFC065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140" creationId="{A5919868-09EE-8604-212A-45C2257DED69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141" creationId="{F3AA8C12-1DE2-73BD-E0CE-11195BFD4597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142" creationId="{5B2999F4-224B-EE3A-3C5A-1D2142F0B985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143" creationId="{79A634CC-3B50-D4D9-1A80-BC7AA20DCC80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144" creationId="{CB4C159A-001F-4328-780D-BB631087509E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145" creationId="{7844C7F2-50D0-ACF1-94C0-5E5E5040A925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146" creationId="{DAC4FAE2-8503-EC27-9E0D-540A810A3AEB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147" creationId="{CCF25D72-1C70-2A13-384B-14BB3F149702}"/>
          </ac:spMkLst>
        </pc:spChg>
        <pc:spChg chg="del mod">
          <ac:chgData name="Fatima Pillosu" userId="a6295d4dc9e22643" providerId="LiveId" clId="{5CDC3A23-AE87-49D3-91AC-08126FA2BC68}" dt="2025-07-14T21:28:38.224" v="194" actId="21"/>
          <ac:spMkLst>
            <pc:docMk/>
            <pc:sldMk cId="1380674543" sldId="256"/>
            <ac:spMk id="148" creationId="{AE7F3354-D007-A24B-43A1-C4386F467A9C}"/>
          </ac:spMkLst>
        </pc:spChg>
        <pc:picChg chg="add mod">
          <ac:chgData name="Fatima Pillosu" userId="a6295d4dc9e22643" providerId="LiveId" clId="{5CDC3A23-AE87-49D3-91AC-08126FA2BC68}" dt="2025-07-14T21:29:09.014" v="206" actId="1035"/>
          <ac:picMkLst>
            <pc:docMk/>
            <pc:sldMk cId="1380674543" sldId="256"/>
            <ac:picMk id="3" creationId="{E9C6D329-88F6-78AE-5643-50A8169BD267}"/>
          </ac:picMkLst>
        </pc:picChg>
        <pc:picChg chg="add mod">
          <ac:chgData name="Fatima Pillosu" userId="a6295d4dc9e22643" providerId="LiveId" clId="{5CDC3A23-AE87-49D3-91AC-08126FA2BC68}" dt="2025-07-14T21:28:55.464" v="200" actId="1035"/>
          <ac:picMkLst>
            <pc:docMk/>
            <pc:sldMk cId="1380674543" sldId="256"/>
            <ac:picMk id="29" creationId="{1AB91790-241D-C822-350D-3F1D0FD806C2}"/>
          </ac:picMkLst>
        </pc:picChg>
        <pc:picChg chg="add mod">
          <ac:chgData name="Fatima Pillosu" userId="a6295d4dc9e22643" providerId="LiveId" clId="{5CDC3A23-AE87-49D3-91AC-08126FA2BC68}" dt="2025-07-14T21:28:55.464" v="200" actId="1035"/>
          <ac:picMkLst>
            <pc:docMk/>
            <pc:sldMk cId="1380674543" sldId="256"/>
            <ac:picMk id="30" creationId="{7D7D65BD-35E5-4272-9263-80296BFF3D58}"/>
          </ac:picMkLst>
        </pc:picChg>
        <pc:picChg chg="add mod">
          <ac:chgData name="Fatima Pillosu" userId="a6295d4dc9e22643" providerId="LiveId" clId="{5CDC3A23-AE87-49D3-91AC-08126FA2BC68}" dt="2025-07-14T21:28:55.464" v="200" actId="1035"/>
          <ac:picMkLst>
            <pc:docMk/>
            <pc:sldMk cId="1380674543" sldId="256"/>
            <ac:picMk id="31" creationId="{89912CF2-DF84-DDE8-8A2B-98DD5F581BFE}"/>
          </ac:picMkLst>
        </pc:picChg>
        <pc:picChg chg="add mod">
          <ac:chgData name="Fatima Pillosu" userId="a6295d4dc9e22643" providerId="LiveId" clId="{5CDC3A23-AE87-49D3-91AC-08126FA2BC68}" dt="2025-07-14T21:28:55.464" v="200" actId="1035"/>
          <ac:picMkLst>
            <pc:docMk/>
            <pc:sldMk cId="1380674543" sldId="256"/>
            <ac:picMk id="32" creationId="{D99FD916-11FA-2202-E6F8-815B3C1FF0CF}"/>
          </ac:picMkLst>
        </pc:picChg>
        <pc:picChg chg="add mod">
          <ac:chgData name="Fatima Pillosu" userId="a6295d4dc9e22643" providerId="LiveId" clId="{5CDC3A23-AE87-49D3-91AC-08126FA2BC68}" dt="2025-07-14T21:28:55.464" v="200" actId="1035"/>
          <ac:picMkLst>
            <pc:docMk/>
            <pc:sldMk cId="1380674543" sldId="256"/>
            <ac:picMk id="33" creationId="{F3A3B378-28A8-1E3A-0B33-C9B2790CEF35}"/>
          </ac:picMkLst>
        </pc:picChg>
        <pc:picChg chg="add mod">
          <ac:chgData name="Fatima Pillosu" userId="a6295d4dc9e22643" providerId="LiveId" clId="{5CDC3A23-AE87-49D3-91AC-08126FA2BC68}" dt="2025-07-14T21:28:55.464" v="200" actId="1035"/>
          <ac:picMkLst>
            <pc:docMk/>
            <pc:sldMk cId="1380674543" sldId="256"/>
            <ac:picMk id="34" creationId="{484C5785-0B7E-3E8A-8CD3-3BBB01A73B13}"/>
          </ac:picMkLst>
        </pc:picChg>
        <pc:picChg chg="del mod">
          <ac:chgData name="Fatima Pillosu" userId="a6295d4dc9e22643" providerId="LiveId" clId="{5CDC3A23-AE87-49D3-91AC-08126FA2BC68}" dt="2025-07-14T21:28:38.224" v="194" actId="21"/>
          <ac:picMkLst>
            <pc:docMk/>
            <pc:sldMk cId="1380674543" sldId="256"/>
            <ac:picMk id="44" creationId="{E9C6D329-88F6-78AE-5643-50A8169BD267}"/>
          </ac:picMkLst>
        </pc:picChg>
        <pc:picChg chg="del mod">
          <ac:chgData name="Fatima Pillosu" userId="a6295d4dc9e22643" providerId="LiveId" clId="{5CDC3A23-AE87-49D3-91AC-08126FA2BC68}" dt="2025-07-14T21:28:38.224" v="194" actId="21"/>
          <ac:picMkLst>
            <pc:docMk/>
            <pc:sldMk cId="1380674543" sldId="256"/>
            <ac:picMk id="134" creationId="{1AB91790-241D-C822-350D-3F1D0FD806C2}"/>
          </ac:picMkLst>
        </pc:picChg>
        <pc:picChg chg="del mod">
          <ac:chgData name="Fatima Pillosu" userId="a6295d4dc9e22643" providerId="LiveId" clId="{5CDC3A23-AE87-49D3-91AC-08126FA2BC68}" dt="2025-07-14T21:28:38.224" v="194" actId="21"/>
          <ac:picMkLst>
            <pc:docMk/>
            <pc:sldMk cId="1380674543" sldId="256"/>
            <ac:picMk id="135" creationId="{7D7D65BD-35E5-4272-9263-80296BFF3D58}"/>
          </ac:picMkLst>
        </pc:picChg>
        <pc:picChg chg="del mod">
          <ac:chgData name="Fatima Pillosu" userId="a6295d4dc9e22643" providerId="LiveId" clId="{5CDC3A23-AE87-49D3-91AC-08126FA2BC68}" dt="2025-07-14T21:28:38.224" v="194" actId="21"/>
          <ac:picMkLst>
            <pc:docMk/>
            <pc:sldMk cId="1380674543" sldId="256"/>
            <ac:picMk id="136" creationId="{89912CF2-DF84-DDE8-8A2B-98DD5F581BFE}"/>
          </ac:picMkLst>
        </pc:picChg>
        <pc:picChg chg="del mod">
          <ac:chgData name="Fatima Pillosu" userId="a6295d4dc9e22643" providerId="LiveId" clId="{5CDC3A23-AE87-49D3-91AC-08126FA2BC68}" dt="2025-07-14T21:28:38.224" v="194" actId="21"/>
          <ac:picMkLst>
            <pc:docMk/>
            <pc:sldMk cId="1380674543" sldId="256"/>
            <ac:picMk id="137" creationId="{D99FD916-11FA-2202-E6F8-815B3C1FF0CF}"/>
          </ac:picMkLst>
        </pc:picChg>
        <pc:picChg chg="del mod">
          <ac:chgData name="Fatima Pillosu" userId="a6295d4dc9e22643" providerId="LiveId" clId="{5CDC3A23-AE87-49D3-91AC-08126FA2BC68}" dt="2025-07-14T21:28:38.224" v="194" actId="21"/>
          <ac:picMkLst>
            <pc:docMk/>
            <pc:sldMk cId="1380674543" sldId="256"/>
            <ac:picMk id="138" creationId="{F3A3B378-28A8-1E3A-0B33-C9B2790CEF35}"/>
          </ac:picMkLst>
        </pc:picChg>
        <pc:picChg chg="del mod">
          <ac:chgData name="Fatima Pillosu" userId="a6295d4dc9e22643" providerId="LiveId" clId="{5CDC3A23-AE87-49D3-91AC-08126FA2BC68}" dt="2025-07-14T21:28:38.224" v="194" actId="21"/>
          <ac:picMkLst>
            <pc:docMk/>
            <pc:sldMk cId="1380674543" sldId="256"/>
            <ac:picMk id="139" creationId="{484C5785-0B7E-3E8A-8CD3-3BBB01A73B13}"/>
          </ac:picMkLst>
        </pc:picChg>
      </pc:sldChg>
    </pc:docChg>
  </pc:docChgLst>
  <pc:docChgLst>
    <pc:chgData name="Fatima Pillosu" userId="a6295d4dc9e22643" providerId="LiveId" clId="{9C778C9B-CA3E-47BD-A91B-34A198640747}"/>
    <pc:docChg chg="undo custSel modSld">
      <pc:chgData name="Fatima Pillosu" userId="a6295d4dc9e22643" providerId="LiveId" clId="{9C778C9B-CA3E-47BD-A91B-34A198640747}" dt="2025-06-10T21:29:32.606" v="155" actId="20577"/>
      <pc:docMkLst>
        <pc:docMk/>
      </pc:docMkLst>
      <pc:sldChg chg="addSp delSp modSp mod">
        <pc:chgData name="Fatima Pillosu" userId="a6295d4dc9e22643" providerId="LiveId" clId="{9C778C9B-CA3E-47BD-A91B-34A198640747}" dt="2025-06-10T21:29:32.606" v="155" actId="20577"/>
        <pc:sldMkLst>
          <pc:docMk/>
          <pc:sldMk cId="1380674543" sldId="256"/>
        </pc:sldMkLst>
        <pc:spChg chg="add del">
          <ac:chgData name="Fatima Pillosu" userId="a6295d4dc9e22643" providerId="LiveId" clId="{9C778C9B-CA3E-47BD-A91B-34A198640747}" dt="2025-06-10T21:28:50.551" v="154" actId="478"/>
          <ac:spMkLst>
            <pc:docMk/>
            <pc:sldMk cId="1380674543" sldId="256"/>
            <ac:spMk id="2" creationId="{D6A9E610-F0F4-C8D1-8763-7FFE52613442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3" creationId="{F8E8BF63-273E-0C12-2314-78FB9D7EA77C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4" creationId="{31D547D6-3E3A-6367-A806-E3B56F1B5A30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5" creationId="{8AF1D376-2A82-A44F-4F2C-5830FEE78451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6" creationId="{28538DD9-DAB7-10B4-2328-9112FCBAC9B9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7" creationId="{9F366357-E9B2-2CA5-1755-68B795391F73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8" creationId="{344C4B38-03CB-55F0-EA16-6F4270C3443B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9" creationId="{3E807561-1BE6-323C-01CD-ACB63198B423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10" creationId="{36CCD4FD-C539-D5EE-73D0-29235DA41DB6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11" creationId="{E464C751-1730-9A7E-ECC2-2153B2204BBA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12" creationId="{99BDB8A4-0494-689D-2507-94CDCEB8D0C2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13" creationId="{22C4AD5E-E154-1EAD-C284-141D4E15EB00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14" creationId="{64644FAA-9682-8175-4D83-E0FAEBF5AECF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15" creationId="{59215346-0A39-CC39-D2D8-603954054EC6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16" creationId="{C7F77EE4-03F2-CE29-7AAC-D2E58CAD0D6F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17" creationId="{858257CA-1ABF-6E30-7CB5-A356C4E21C51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18" creationId="{C9DC7499-5DE0-F436-0A8B-A070DEA8096C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19" creationId="{ECD1FCB4-C01C-4739-8CFD-EEF0675DC2CE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20" creationId="{ADE8FD3D-C79B-D426-8AE9-82F68C21C708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21" creationId="{AFFA82F6-2E04-BEE1-0526-52932A1FDFD9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22" creationId="{B563EF7E-EE96-2362-62E6-452A3D06E3EA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23" creationId="{B2E40E72-71AE-748D-E62D-0CE5A4BC830D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24" creationId="{FC23FFA6-7F3C-466D-8FF0-FCF8A6EB6A16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25" creationId="{627627DE-C47B-FDBC-6171-047EAAE6249A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26" creationId="{66C38C60-0BE9-A9A4-4473-582A0732B605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27" creationId="{BE2D46F5-F0A2-2152-17F3-89BB20BFC065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34" creationId="{A5919868-09EE-8604-212A-45C2257DED69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35" creationId="{F3AA8C12-1DE2-73BD-E0CE-11195BFD4597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36" creationId="{5B2999F4-224B-EE3A-3C5A-1D2142F0B985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37" creationId="{79A634CC-3B50-D4D9-1A80-BC7AA20DCC80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38" creationId="{CB4C159A-001F-4328-780D-BB631087509E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39" creationId="{7844C7F2-50D0-ACF1-94C0-5E5E5040A925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40" creationId="{DAC4FAE2-8503-EC27-9E0D-540A810A3AEB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41" creationId="{CCF25D72-1C70-2A13-384B-14BB3F149702}"/>
          </ac:spMkLst>
        </pc:spChg>
        <pc:spChg chg="add del mod">
          <ac:chgData name="Fatima Pillosu" userId="a6295d4dc9e22643" providerId="LiveId" clId="{9C778C9B-CA3E-47BD-A91B-34A198640747}" dt="2025-06-10T16:24:26.716" v="146" actId="21"/>
          <ac:spMkLst>
            <pc:docMk/>
            <pc:sldMk cId="1380674543" sldId="256"/>
            <ac:spMk id="42" creationId="{AE7F3354-D007-A24B-43A1-C4386F467A9C}"/>
          </ac:spMkLst>
        </pc:spChg>
        <pc:spChg chg="add del">
          <ac:chgData name="Fatima Pillosu" userId="a6295d4dc9e22643" providerId="LiveId" clId="{9C778C9B-CA3E-47BD-A91B-34A198640747}" dt="2025-06-10T16:24:25.349" v="145" actId="478"/>
          <ac:spMkLst>
            <pc:docMk/>
            <pc:sldMk cId="1380674543" sldId="256"/>
            <ac:spMk id="43" creationId="{69F24C6D-0C3B-FE87-6CED-6DE90E16EFAA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45" creationId="{F8E8BF63-273E-0C12-2314-78FB9D7EA77C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46" creationId="{31D547D6-3E3A-6367-A806-E3B56F1B5A30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47" creationId="{8AF1D376-2A82-A44F-4F2C-5830FEE78451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48" creationId="{28538DD9-DAB7-10B4-2328-9112FCBAC9B9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49" creationId="{9F366357-E9B2-2CA5-1755-68B795391F73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50" creationId="{344C4B38-03CB-55F0-EA16-6F4270C3443B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51" creationId="{3E807561-1BE6-323C-01CD-ACB63198B423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52" creationId="{36CCD4FD-C539-D5EE-73D0-29235DA41DB6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53" creationId="{E464C751-1730-9A7E-ECC2-2153B2204BBA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54" creationId="{99BDB8A4-0494-689D-2507-94CDCEB8D0C2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55" creationId="{22C4AD5E-E154-1EAD-C284-141D4E15EB00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56" creationId="{64644FAA-9682-8175-4D83-E0FAEBF5AECF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57" creationId="{59215346-0A39-CC39-D2D8-603954054EC6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58" creationId="{C7F77EE4-03F2-CE29-7AAC-D2E58CAD0D6F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59" creationId="{858257CA-1ABF-6E30-7CB5-A356C4E21C51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60" creationId="{C9DC7499-5DE0-F436-0A8B-A070DEA8096C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61" creationId="{ECD1FCB4-C01C-4739-8CFD-EEF0675DC2CE}"/>
          </ac:spMkLst>
        </pc:spChg>
        <pc:spChg chg="add mod">
          <ac:chgData name="Fatima Pillosu" userId="a6295d4dc9e22643" providerId="LiveId" clId="{9C778C9B-CA3E-47BD-A91B-34A198640747}" dt="2025-06-10T21:29:32.606" v="155" actId="20577"/>
          <ac:spMkLst>
            <pc:docMk/>
            <pc:sldMk cId="1380674543" sldId="256"/>
            <ac:spMk id="62" creationId="{ADE8FD3D-C79B-D426-8AE9-82F68C21C708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63" creationId="{AFFA82F6-2E04-BEE1-0526-52932A1FDFD9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128" creationId="{B563EF7E-EE96-2362-62E6-452A3D06E3EA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129" creationId="{B2E40E72-71AE-748D-E62D-0CE5A4BC830D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130" creationId="{FC23FFA6-7F3C-466D-8FF0-FCF8A6EB6A16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131" creationId="{627627DE-C47B-FDBC-6171-047EAAE6249A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132" creationId="{66C38C60-0BE9-A9A4-4473-582A0732B605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133" creationId="{BE2D46F5-F0A2-2152-17F3-89BB20BFC065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140" creationId="{A5919868-09EE-8604-212A-45C2257DED69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141" creationId="{F3AA8C12-1DE2-73BD-E0CE-11195BFD4597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142" creationId="{5B2999F4-224B-EE3A-3C5A-1D2142F0B985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143" creationId="{79A634CC-3B50-D4D9-1A80-BC7AA20DCC80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144" creationId="{CB4C159A-001F-4328-780D-BB631087509E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145" creationId="{7844C7F2-50D0-ACF1-94C0-5E5E5040A925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146" creationId="{DAC4FAE2-8503-EC27-9E0D-540A810A3AEB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147" creationId="{CCF25D72-1C70-2A13-384B-14BB3F149702}"/>
          </ac:spMkLst>
        </pc:spChg>
        <pc:spChg chg="add mod">
          <ac:chgData name="Fatima Pillosu" userId="a6295d4dc9e22643" providerId="LiveId" clId="{9C778C9B-CA3E-47BD-A91B-34A198640747}" dt="2025-06-10T16:24:38.583" v="149" actId="1035"/>
          <ac:spMkLst>
            <pc:docMk/>
            <pc:sldMk cId="1380674543" sldId="256"/>
            <ac:spMk id="148" creationId="{AE7F3354-D007-A24B-43A1-C4386F467A9C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65" creationId="{F8E8BF63-273E-0C12-2314-78FB9D7EA77C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66" creationId="{31D547D6-3E3A-6367-A806-E3B56F1B5A30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67" creationId="{8AF1D376-2A82-A44F-4F2C-5830FEE78451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68" creationId="{28538DD9-DAB7-10B4-2328-9112FCBAC9B9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69" creationId="{9F366357-E9B2-2CA5-1755-68B795391F73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70" creationId="{344C4B38-03CB-55F0-EA16-6F4270C3443B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71" creationId="{3E807561-1BE6-323C-01CD-ACB63198B423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72" creationId="{36CCD4FD-C539-D5EE-73D0-29235DA41DB6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73" creationId="{E464C751-1730-9A7E-ECC2-2153B2204BBA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74" creationId="{99BDB8A4-0494-689D-2507-94CDCEB8D0C2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75" creationId="{22C4AD5E-E154-1EAD-C284-141D4E15EB00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76" creationId="{64644FAA-9682-8175-4D83-E0FAEBF5AECF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77" creationId="{59215346-0A39-CC39-D2D8-603954054EC6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78" creationId="{C7F77EE4-03F2-CE29-7AAC-D2E58CAD0D6F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79" creationId="{858257CA-1ABF-6E30-7CB5-A356C4E21C51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80" creationId="{C9DC7499-5DE0-F436-0A8B-A070DEA8096C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81" creationId="{ECD1FCB4-C01C-4739-8CFD-EEF0675DC2CE}"/>
          </ac:spMkLst>
        </pc:spChg>
        <pc:spChg chg="del mod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82" creationId="{ADE8FD3D-C79B-D426-8AE9-82F68C21C708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83" creationId="{AFFA82F6-2E04-BEE1-0526-52932A1FDFD9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84" creationId="{B563EF7E-EE96-2362-62E6-452A3D06E3EA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85" creationId="{B2E40E72-71AE-748D-E62D-0CE5A4BC830D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86" creationId="{FC23FFA6-7F3C-466D-8FF0-FCF8A6EB6A16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87" creationId="{627627DE-C47B-FDBC-6171-047EAAE6249A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88" creationId="{66C38C60-0BE9-A9A4-4473-582A0732B605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89" creationId="{BE2D46F5-F0A2-2152-17F3-89BB20BFC065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96" creationId="{A5919868-09EE-8604-212A-45C2257DED69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97" creationId="{F3AA8C12-1DE2-73BD-E0CE-11195BFD4597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98" creationId="{5B2999F4-224B-EE3A-3C5A-1D2142F0B985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199" creationId="{79A634CC-3B50-D4D9-1A80-BC7AA20DCC80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200" creationId="{CB4C159A-001F-4328-780D-BB631087509E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201" creationId="{7844C7F2-50D0-ACF1-94C0-5E5E5040A925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202" creationId="{DAC4FAE2-8503-EC27-9E0D-540A810A3AEB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203" creationId="{CCF25D72-1C70-2A13-384B-14BB3F149702}"/>
          </ac:spMkLst>
        </pc:spChg>
        <pc:spChg chg="del">
          <ac:chgData name="Fatima Pillosu" userId="a6295d4dc9e22643" providerId="LiveId" clId="{9C778C9B-CA3E-47BD-A91B-34A198640747}" dt="2025-06-10T16:20:55.088" v="37" actId="21"/>
          <ac:spMkLst>
            <pc:docMk/>
            <pc:sldMk cId="1380674543" sldId="256"/>
            <ac:spMk id="204" creationId="{AE7F3354-D007-A24B-43A1-C4386F467A9C}"/>
          </ac:spMkLst>
        </pc:spChg>
        <pc:picChg chg="add del mod">
          <ac:chgData name="Fatima Pillosu" userId="a6295d4dc9e22643" providerId="LiveId" clId="{9C778C9B-CA3E-47BD-A91B-34A198640747}" dt="2025-06-10T16:24:26.716" v="146" actId="21"/>
          <ac:picMkLst>
            <pc:docMk/>
            <pc:sldMk cId="1380674543" sldId="256"/>
            <ac:picMk id="2" creationId="{E9C6D329-88F6-78AE-5643-50A8169BD267}"/>
          </ac:picMkLst>
        </pc:picChg>
        <pc:picChg chg="add del mod">
          <ac:chgData name="Fatima Pillosu" userId="a6295d4dc9e22643" providerId="LiveId" clId="{9C778C9B-CA3E-47BD-A91B-34A198640747}" dt="2025-06-10T16:24:26.716" v="146" actId="21"/>
          <ac:picMkLst>
            <pc:docMk/>
            <pc:sldMk cId="1380674543" sldId="256"/>
            <ac:picMk id="28" creationId="{1AB91790-241D-C822-350D-3F1D0FD806C2}"/>
          </ac:picMkLst>
        </pc:picChg>
        <pc:picChg chg="add del mod">
          <ac:chgData name="Fatima Pillosu" userId="a6295d4dc9e22643" providerId="LiveId" clId="{9C778C9B-CA3E-47BD-A91B-34A198640747}" dt="2025-06-10T16:24:26.716" v="146" actId="21"/>
          <ac:picMkLst>
            <pc:docMk/>
            <pc:sldMk cId="1380674543" sldId="256"/>
            <ac:picMk id="29" creationId="{7D7D65BD-35E5-4272-9263-80296BFF3D58}"/>
          </ac:picMkLst>
        </pc:picChg>
        <pc:picChg chg="add del mod">
          <ac:chgData name="Fatima Pillosu" userId="a6295d4dc9e22643" providerId="LiveId" clId="{9C778C9B-CA3E-47BD-A91B-34A198640747}" dt="2025-06-10T16:24:26.716" v="146" actId="21"/>
          <ac:picMkLst>
            <pc:docMk/>
            <pc:sldMk cId="1380674543" sldId="256"/>
            <ac:picMk id="30" creationId="{89912CF2-DF84-DDE8-8A2B-98DD5F581BFE}"/>
          </ac:picMkLst>
        </pc:picChg>
        <pc:picChg chg="add del mod">
          <ac:chgData name="Fatima Pillosu" userId="a6295d4dc9e22643" providerId="LiveId" clId="{9C778C9B-CA3E-47BD-A91B-34A198640747}" dt="2025-06-10T16:24:26.716" v="146" actId="21"/>
          <ac:picMkLst>
            <pc:docMk/>
            <pc:sldMk cId="1380674543" sldId="256"/>
            <ac:picMk id="31" creationId="{D99FD916-11FA-2202-E6F8-815B3C1FF0CF}"/>
          </ac:picMkLst>
        </pc:picChg>
        <pc:picChg chg="add del mod">
          <ac:chgData name="Fatima Pillosu" userId="a6295d4dc9e22643" providerId="LiveId" clId="{9C778C9B-CA3E-47BD-A91B-34A198640747}" dt="2025-06-10T16:24:26.716" v="146" actId="21"/>
          <ac:picMkLst>
            <pc:docMk/>
            <pc:sldMk cId="1380674543" sldId="256"/>
            <ac:picMk id="32" creationId="{F3A3B378-28A8-1E3A-0B33-C9B2790CEF35}"/>
          </ac:picMkLst>
        </pc:picChg>
        <pc:picChg chg="add del mod">
          <ac:chgData name="Fatima Pillosu" userId="a6295d4dc9e22643" providerId="LiveId" clId="{9C778C9B-CA3E-47BD-A91B-34A198640747}" dt="2025-06-10T16:24:26.716" v="146" actId="21"/>
          <ac:picMkLst>
            <pc:docMk/>
            <pc:sldMk cId="1380674543" sldId="256"/>
            <ac:picMk id="33" creationId="{484C5785-0B7E-3E8A-8CD3-3BBB01A73B13}"/>
          </ac:picMkLst>
        </pc:picChg>
        <pc:picChg chg="add mod">
          <ac:chgData name="Fatima Pillosu" userId="a6295d4dc9e22643" providerId="LiveId" clId="{9C778C9B-CA3E-47BD-A91B-34A198640747}" dt="2025-06-10T16:24:38.583" v="149" actId="1035"/>
          <ac:picMkLst>
            <pc:docMk/>
            <pc:sldMk cId="1380674543" sldId="256"/>
            <ac:picMk id="44" creationId="{E9C6D329-88F6-78AE-5643-50A8169BD267}"/>
          </ac:picMkLst>
        </pc:picChg>
        <pc:picChg chg="add mod">
          <ac:chgData name="Fatima Pillosu" userId="a6295d4dc9e22643" providerId="LiveId" clId="{9C778C9B-CA3E-47BD-A91B-34A198640747}" dt="2025-06-10T16:24:38.583" v="149" actId="1035"/>
          <ac:picMkLst>
            <pc:docMk/>
            <pc:sldMk cId="1380674543" sldId="256"/>
            <ac:picMk id="134" creationId="{1AB91790-241D-C822-350D-3F1D0FD806C2}"/>
          </ac:picMkLst>
        </pc:picChg>
        <pc:picChg chg="add mod">
          <ac:chgData name="Fatima Pillosu" userId="a6295d4dc9e22643" providerId="LiveId" clId="{9C778C9B-CA3E-47BD-A91B-34A198640747}" dt="2025-06-10T16:24:38.583" v="149" actId="1035"/>
          <ac:picMkLst>
            <pc:docMk/>
            <pc:sldMk cId="1380674543" sldId="256"/>
            <ac:picMk id="135" creationId="{7D7D65BD-35E5-4272-9263-80296BFF3D58}"/>
          </ac:picMkLst>
        </pc:picChg>
        <pc:picChg chg="add mod">
          <ac:chgData name="Fatima Pillosu" userId="a6295d4dc9e22643" providerId="LiveId" clId="{9C778C9B-CA3E-47BD-A91B-34A198640747}" dt="2025-06-10T16:24:38.583" v="149" actId="1035"/>
          <ac:picMkLst>
            <pc:docMk/>
            <pc:sldMk cId="1380674543" sldId="256"/>
            <ac:picMk id="136" creationId="{89912CF2-DF84-DDE8-8A2B-98DD5F581BFE}"/>
          </ac:picMkLst>
        </pc:picChg>
        <pc:picChg chg="add mod">
          <ac:chgData name="Fatima Pillosu" userId="a6295d4dc9e22643" providerId="LiveId" clId="{9C778C9B-CA3E-47BD-A91B-34A198640747}" dt="2025-06-10T16:24:38.583" v="149" actId="1035"/>
          <ac:picMkLst>
            <pc:docMk/>
            <pc:sldMk cId="1380674543" sldId="256"/>
            <ac:picMk id="137" creationId="{D99FD916-11FA-2202-E6F8-815B3C1FF0CF}"/>
          </ac:picMkLst>
        </pc:picChg>
        <pc:picChg chg="add mod">
          <ac:chgData name="Fatima Pillosu" userId="a6295d4dc9e22643" providerId="LiveId" clId="{9C778C9B-CA3E-47BD-A91B-34A198640747}" dt="2025-06-10T16:24:38.583" v="149" actId="1035"/>
          <ac:picMkLst>
            <pc:docMk/>
            <pc:sldMk cId="1380674543" sldId="256"/>
            <ac:picMk id="138" creationId="{F3A3B378-28A8-1E3A-0B33-C9B2790CEF35}"/>
          </ac:picMkLst>
        </pc:picChg>
        <pc:picChg chg="add mod">
          <ac:chgData name="Fatima Pillosu" userId="a6295d4dc9e22643" providerId="LiveId" clId="{9C778C9B-CA3E-47BD-A91B-34A198640747}" dt="2025-06-10T16:24:38.583" v="149" actId="1035"/>
          <ac:picMkLst>
            <pc:docMk/>
            <pc:sldMk cId="1380674543" sldId="256"/>
            <ac:picMk id="139" creationId="{484C5785-0B7E-3E8A-8CD3-3BBB01A73B13}"/>
          </ac:picMkLst>
        </pc:picChg>
        <pc:picChg chg="del">
          <ac:chgData name="Fatima Pillosu" userId="a6295d4dc9e22643" providerId="LiveId" clId="{9C778C9B-CA3E-47BD-A91B-34A198640747}" dt="2025-06-10T16:20:55.088" v="37" actId="21"/>
          <ac:picMkLst>
            <pc:docMk/>
            <pc:sldMk cId="1380674543" sldId="256"/>
            <ac:picMk id="164" creationId="{E9C6D329-88F6-78AE-5643-50A8169BD267}"/>
          </ac:picMkLst>
        </pc:picChg>
        <pc:picChg chg="del">
          <ac:chgData name="Fatima Pillosu" userId="a6295d4dc9e22643" providerId="LiveId" clId="{9C778C9B-CA3E-47BD-A91B-34A198640747}" dt="2025-06-10T16:20:55.088" v="37" actId="21"/>
          <ac:picMkLst>
            <pc:docMk/>
            <pc:sldMk cId="1380674543" sldId="256"/>
            <ac:picMk id="190" creationId="{1AB91790-241D-C822-350D-3F1D0FD806C2}"/>
          </ac:picMkLst>
        </pc:picChg>
        <pc:picChg chg="del">
          <ac:chgData name="Fatima Pillosu" userId="a6295d4dc9e22643" providerId="LiveId" clId="{9C778C9B-CA3E-47BD-A91B-34A198640747}" dt="2025-06-10T16:20:55.088" v="37" actId="21"/>
          <ac:picMkLst>
            <pc:docMk/>
            <pc:sldMk cId="1380674543" sldId="256"/>
            <ac:picMk id="191" creationId="{7D7D65BD-35E5-4272-9263-80296BFF3D58}"/>
          </ac:picMkLst>
        </pc:picChg>
        <pc:picChg chg="del">
          <ac:chgData name="Fatima Pillosu" userId="a6295d4dc9e22643" providerId="LiveId" clId="{9C778C9B-CA3E-47BD-A91B-34A198640747}" dt="2025-06-10T16:20:55.088" v="37" actId="21"/>
          <ac:picMkLst>
            <pc:docMk/>
            <pc:sldMk cId="1380674543" sldId="256"/>
            <ac:picMk id="192" creationId="{89912CF2-DF84-DDE8-8A2B-98DD5F581BFE}"/>
          </ac:picMkLst>
        </pc:picChg>
        <pc:picChg chg="del">
          <ac:chgData name="Fatima Pillosu" userId="a6295d4dc9e22643" providerId="LiveId" clId="{9C778C9B-CA3E-47BD-A91B-34A198640747}" dt="2025-06-10T16:20:55.088" v="37" actId="21"/>
          <ac:picMkLst>
            <pc:docMk/>
            <pc:sldMk cId="1380674543" sldId="256"/>
            <ac:picMk id="193" creationId="{D99FD916-11FA-2202-E6F8-815B3C1FF0CF}"/>
          </ac:picMkLst>
        </pc:picChg>
        <pc:picChg chg="del">
          <ac:chgData name="Fatima Pillosu" userId="a6295d4dc9e22643" providerId="LiveId" clId="{9C778C9B-CA3E-47BD-A91B-34A198640747}" dt="2025-06-10T16:20:55.088" v="37" actId="21"/>
          <ac:picMkLst>
            <pc:docMk/>
            <pc:sldMk cId="1380674543" sldId="256"/>
            <ac:picMk id="194" creationId="{F3A3B378-28A8-1E3A-0B33-C9B2790CEF35}"/>
          </ac:picMkLst>
        </pc:picChg>
        <pc:picChg chg="del">
          <ac:chgData name="Fatima Pillosu" userId="a6295d4dc9e22643" providerId="LiveId" clId="{9C778C9B-CA3E-47BD-A91B-34A198640747}" dt="2025-06-10T16:20:55.088" v="37" actId="21"/>
          <ac:picMkLst>
            <pc:docMk/>
            <pc:sldMk cId="1380674543" sldId="256"/>
            <ac:picMk id="195" creationId="{484C5785-0B7E-3E8A-8CD3-3BBB01A73B13}"/>
          </ac:picMkLst>
        </pc:picChg>
      </pc:sldChg>
    </pc:docChg>
  </pc:docChgLst>
  <pc:docChgLst>
    <pc:chgData name="Fatima Pillosu" userId="a6295d4dc9e22643" providerId="LiveId" clId="{0EC97EC2-C770-4AE8-9D0C-3702CDF83D14}"/>
    <pc:docChg chg="undo custSel addSld delSld modSld">
      <pc:chgData name="Fatima Pillosu" userId="a6295d4dc9e22643" providerId="LiveId" clId="{0EC97EC2-C770-4AE8-9D0C-3702CDF83D14}" dt="2025-05-26T06:29:41.450" v="1324" actId="408"/>
      <pc:docMkLst>
        <pc:docMk/>
      </pc:docMkLst>
      <pc:sldChg chg="addSp delSp modSp mod">
        <pc:chgData name="Fatima Pillosu" userId="a6295d4dc9e22643" providerId="LiveId" clId="{0EC97EC2-C770-4AE8-9D0C-3702CDF83D14}" dt="2025-05-26T06:29:41.450" v="1324" actId="408"/>
        <pc:sldMkLst>
          <pc:docMk/>
          <pc:sldMk cId="1380674543" sldId="256"/>
        </pc:sldMkLst>
        <pc:spChg chg="add del">
          <ac:chgData name="Fatima Pillosu" userId="a6295d4dc9e22643" providerId="LiveId" clId="{0EC97EC2-C770-4AE8-9D0C-3702CDF83D14}" dt="2025-05-14T22:33:01.405" v="78" actId="478"/>
          <ac:spMkLst>
            <pc:docMk/>
            <pc:sldMk cId="1380674543" sldId="256"/>
            <ac:spMk id="2" creationId="{C996CE2F-8644-3836-7699-57AECABC1019}"/>
          </ac:spMkLst>
        </pc:spChg>
        <pc:spChg chg="add del mod">
          <ac:chgData name="Fatima Pillosu" userId="a6295d4dc9e22643" providerId="LiveId" clId="{0EC97EC2-C770-4AE8-9D0C-3702CDF83D14}" dt="2025-05-26T06:15:30.844" v="825" actId="478"/>
          <ac:spMkLst>
            <pc:docMk/>
            <pc:sldMk cId="1380674543" sldId="256"/>
            <ac:spMk id="4" creationId="{0C7866F8-3D28-D23F-94F4-31434FC45C8D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5" creationId="{0C7866F8-3D28-D23F-94F4-31434FC45C8D}"/>
          </ac:spMkLst>
        </pc:spChg>
        <pc:spChg chg="add del mod">
          <ac:chgData name="Fatima Pillosu" userId="a6295d4dc9e22643" providerId="LiveId" clId="{0EC97EC2-C770-4AE8-9D0C-3702CDF83D14}" dt="2025-05-26T06:15:30.844" v="825" actId="478"/>
          <ac:spMkLst>
            <pc:docMk/>
            <pc:sldMk cId="1380674543" sldId="256"/>
            <ac:spMk id="5" creationId="{12F23E37-D850-2205-D764-E65B9EEE2D3F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6" creationId="{12F23E37-D850-2205-D764-E65B9EEE2D3F}"/>
          </ac:spMkLst>
        </pc:spChg>
        <pc:spChg chg="add del mod">
          <ac:chgData name="Fatima Pillosu" userId="a6295d4dc9e22643" providerId="LiveId" clId="{0EC97EC2-C770-4AE8-9D0C-3702CDF83D14}" dt="2025-05-26T06:15:30.844" v="825" actId="478"/>
          <ac:spMkLst>
            <pc:docMk/>
            <pc:sldMk cId="1380674543" sldId="256"/>
            <ac:spMk id="6" creationId="{47E1CCA9-1FE1-AC39-2A65-B2530877FE67}"/>
          </ac:spMkLst>
        </pc:spChg>
        <pc:spChg chg="add del mod">
          <ac:chgData name="Fatima Pillosu" userId="a6295d4dc9e22643" providerId="LiveId" clId="{0EC97EC2-C770-4AE8-9D0C-3702CDF83D14}" dt="2025-05-26T06:15:30.844" v="825" actId="478"/>
          <ac:spMkLst>
            <pc:docMk/>
            <pc:sldMk cId="1380674543" sldId="256"/>
            <ac:spMk id="7" creationId="{1BF944C8-72B7-EE1A-6F7B-CF42B3774EC5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7" creationId="{47E1CCA9-1FE1-AC39-2A65-B2530877FE67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8" creationId="{1BF944C8-72B7-EE1A-6F7B-CF42B3774EC5}"/>
          </ac:spMkLst>
        </pc:spChg>
        <pc:spChg chg="add del mod">
          <ac:chgData name="Fatima Pillosu" userId="a6295d4dc9e22643" providerId="LiveId" clId="{0EC97EC2-C770-4AE8-9D0C-3702CDF83D14}" dt="2025-05-26T06:15:30.844" v="825" actId="478"/>
          <ac:spMkLst>
            <pc:docMk/>
            <pc:sldMk cId="1380674543" sldId="256"/>
            <ac:spMk id="8" creationId="{E426F851-70D0-C74A-EE11-AF956E60CFE7}"/>
          </ac:spMkLst>
        </pc:spChg>
        <pc:spChg chg="add del mod">
          <ac:chgData name="Fatima Pillosu" userId="a6295d4dc9e22643" providerId="LiveId" clId="{0EC97EC2-C770-4AE8-9D0C-3702CDF83D14}" dt="2025-05-26T06:15:30.844" v="825" actId="478"/>
          <ac:spMkLst>
            <pc:docMk/>
            <pc:sldMk cId="1380674543" sldId="256"/>
            <ac:spMk id="9" creationId="{27EB65F3-73F5-B07A-A818-9796C53071D9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9" creationId="{E426F851-70D0-C74A-EE11-AF956E60CFE7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10" creationId="{27EB65F3-73F5-B07A-A818-9796C53071D9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10" creationId="{F8E8BF63-273E-0C12-2314-78FB9D7EA77C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11" creationId="{31D547D6-3E3A-6367-A806-E3B56F1B5A30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11" creationId="{F8E8BF63-273E-0C12-2314-78FB9D7EA77C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12" creationId="{31D547D6-3E3A-6367-A806-E3B56F1B5A30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12" creationId="{8AF1D376-2A82-A44F-4F2C-5830FEE78451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13" creationId="{28538DD9-DAB7-10B4-2328-9112FCBAC9B9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13" creationId="{8AF1D376-2A82-A44F-4F2C-5830FEE78451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14" creationId="{28538DD9-DAB7-10B4-2328-9112FCBAC9B9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14" creationId="{9F366357-E9B2-2CA5-1755-68B795391F73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15" creationId="{344C4B38-03CB-55F0-EA16-6F4270C3443B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15" creationId="{9F366357-E9B2-2CA5-1755-68B795391F73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16" creationId="{344C4B38-03CB-55F0-EA16-6F4270C3443B}"/>
          </ac:spMkLst>
        </pc:spChg>
        <pc:spChg chg="add del mod">
          <ac:chgData name="Fatima Pillosu" userId="a6295d4dc9e22643" providerId="LiveId" clId="{0EC97EC2-C770-4AE8-9D0C-3702CDF83D14}" dt="2025-05-26T06:15:30.844" v="825" actId="478"/>
          <ac:spMkLst>
            <pc:docMk/>
            <pc:sldMk cId="1380674543" sldId="256"/>
            <ac:spMk id="16" creationId="{BAB5FA82-2A90-06EE-6258-9D203AB1BDB8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17" creationId="{BAB5FA82-2A90-06EE-6258-9D203AB1BDB8}"/>
          </ac:spMkLst>
        </pc:spChg>
        <pc:spChg chg="add del mod">
          <ac:chgData name="Fatima Pillosu" userId="a6295d4dc9e22643" providerId="LiveId" clId="{0EC97EC2-C770-4AE8-9D0C-3702CDF83D14}" dt="2025-05-26T06:15:30.844" v="825" actId="478"/>
          <ac:spMkLst>
            <pc:docMk/>
            <pc:sldMk cId="1380674543" sldId="256"/>
            <ac:spMk id="18" creationId="{B6871B03-CD01-1DE9-106B-BECB69B252AC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19" creationId="{B6871B03-CD01-1DE9-106B-BECB69B252AC}"/>
          </ac:spMkLst>
        </pc:spChg>
        <pc:spChg chg="add del mod">
          <ac:chgData name="Fatima Pillosu" userId="a6295d4dc9e22643" providerId="LiveId" clId="{0EC97EC2-C770-4AE8-9D0C-3702CDF83D14}" dt="2025-05-26T06:15:30.844" v="825" actId="478"/>
          <ac:spMkLst>
            <pc:docMk/>
            <pc:sldMk cId="1380674543" sldId="256"/>
            <ac:spMk id="19" creationId="{ED01783E-4F4C-A8C9-3F22-8A910D6F8F90}"/>
          </ac:spMkLst>
        </pc:spChg>
        <pc:spChg chg="add del mod">
          <ac:chgData name="Fatima Pillosu" userId="a6295d4dc9e22643" providerId="LiveId" clId="{0EC97EC2-C770-4AE8-9D0C-3702CDF83D14}" dt="2025-05-26T06:15:30.844" v="825" actId="478"/>
          <ac:spMkLst>
            <pc:docMk/>
            <pc:sldMk cId="1380674543" sldId="256"/>
            <ac:spMk id="20" creationId="{6ECAE385-D2E4-A5F8-D03D-40BE92503682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20" creationId="{ED01783E-4F4C-A8C9-3F22-8A910D6F8F90}"/>
          </ac:spMkLst>
        </pc:spChg>
        <pc:spChg chg="add del mod">
          <ac:chgData name="Fatima Pillosu" userId="a6295d4dc9e22643" providerId="LiveId" clId="{0EC97EC2-C770-4AE8-9D0C-3702CDF83D14}" dt="2025-05-26T06:15:30.844" v="825" actId="478"/>
          <ac:spMkLst>
            <pc:docMk/>
            <pc:sldMk cId="1380674543" sldId="256"/>
            <ac:spMk id="21" creationId="{377CE1CC-2AA5-9330-A970-BB92ACF08CEE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21" creationId="{6ECAE385-D2E4-A5F8-D03D-40BE92503682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22" creationId="{377CE1CC-2AA5-9330-A970-BB92ACF08CEE}"/>
          </ac:spMkLst>
        </pc:spChg>
        <pc:spChg chg="add del mod">
          <ac:chgData name="Fatima Pillosu" userId="a6295d4dc9e22643" providerId="LiveId" clId="{0EC97EC2-C770-4AE8-9D0C-3702CDF83D14}" dt="2025-05-26T06:15:30.844" v="825" actId="478"/>
          <ac:spMkLst>
            <pc:docMk/>
            <pc:sldMk cId="1380674543" sldId="256"/>
            <ac:spMk id="22" creationId="{89D16ACE-F790-DC3D-1B03-3F9F7A9E10BB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23" creationId="{89D16ACE-F790-DC3D-1B03-3F9F7A9E10BB}"/>
          </ac:spMkLst>
        </pc:spChg>
        <pc:spChg chg="add del mod">
          <ac:chgData name="Fatima Pillosu" userId="a6295d4dc9e22643" providerId="LiveId" clId="{0EC97EC2-C770-4AE8-9D0C-3702CDF83D14}" dt="2025-05-26T06:15:30.844" v="825" actId="478"/>
          <ac:spMkLst>
            <pc:docMk/>
            <pc:sldMk cId="1380674543" sldId="256"/>
            <ac:spMk id="23" creationId="{BD98A7DA-E44F-537E-878D-920D528D2374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24" creationId="{BD98A7DA-E44F-537E-878D-920D528D2374}"/>
          </ac:spMkLst>
        </pc:spChg>
        <pc:spChg chg="add del mod">
          <ac:chgData name="Fatima Pillosu" userId="a6295d4dc9e22643" providerId="LiveId" clId="{0EC97EC2-C770-4AE8-9D0C-3702CDF83D14}" dt="2025-05-26T06:15:30.844" v="825" actId="478"/>
          <ac:spMkLst>
            <pc:docMk/>
            <pc:sldMk cId="1380674543" sldId="256"/>
            <ac:spMk id="24" creationId="{D91A9B1A-3935-E2D1-6A45-A04DB53FA9AF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25" creationId="{D91A9B1A-3935-E2D1-6A45-A04DB53FA9AF}"/>
          </ac:spMkLst>
        </pc:spChg>
        <pc:spChg chg="add del mod">
          <ac:chgData name="Fatima Pillosu" userId="a6295d4dc9e22643" providerId="LiveId" clId="{0EC97EC2-C770-4AE8-9D0C-3702CDF83D14}" dt="2025-05-26T06:15:30.844" v="825" actId="478"/>
          <ac:spMkLst>
            <pc:docMk/>
            <pc:sldMk cId="1380674543" sldId="256"/>
            <ac:spMk id="25" creationId="{FD0F6C0C-3187-59C2-B8AB-8CE80E69B405}"/>
          </ac:spMkLst>
        </pc:spChg>
        <pc:spChg chg="add del mod">
          <ac:chgData name="Fatima Pillosu" userId="a6295d4dc9e22643" providerId="LiveId" clId="{0EC97EC2-C770-4AE8-9D0C-3702CDF83D14}" dt="2025-05-26T06:15:30.844" v="825" actId="478"/>
          <ac:spMkLst>
            <pc:docMk/>
            <pc:sldMk cId="1380674543" sldId="256"/>
            <ac:spMk id="26" creationId="{B9263D22-8B6B-1445-8A0C-5061E90D79EF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26" creationId="{FD0F6C0C-3187-59C2-B8AB-8CE80E69B405}"/>
          </ac:spMkLst>
        </pc:spChg>
        <pc:spChg chg="add del mod">
          <ac:chgData name="Fatima Pillosu" userId="a6295d4dc9e22643" providerId="LiveId" clId="{0EC97EC2-C770-4AE8-9D0C-3702CDF83D14}" dt="2025-05-26T06:15:30.844" v="825" actId="478"/>
          <ac:spMkLst>
            <pc:docMk/>
            <pc:sldMk cId="1380674543" sldId="256"/>
            <ac:spMk id="27" creationId="{734D8A0F-DA4D-8309-F970-E2530B211CA4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27" creationId="{B9263D22-8B6B-1445-8A0C-5061E90D79EF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28" creationId="{734D8A0F-DA4D-8309-F970-E2530B211CA4}"/>
          </ac:spMkLst>
        </pc:spChg>
        <pc:spChg chg="add del mod">
          <ac:chgData name="Fatima Pillosu" userId="a6295d4dc9e22643" providerId="LiveId" clId="{0EC97EC2-C770-4AE8-9D0C-3702CDF83D14}" dt="2025-05-26T06:15:30.844" v="825" actId="478"/>
          <ac:spMkLst>
            <pc:docMk/>
            <pc:sldMk cId="1380674543" sldId="256"/>
            <ac:spMk id="28" creationId="{D6D9CBDE-E9C7-3D16-96D4-8E67B270EAE3}"/>
          </ac:spMkLst>
        </pc:spChg>
        <pc:spChg chg="add del mod">
          <ac:chgData name="Fatima Pillosu" userId="a6295d4dc9e22643" providerId="LiveId" clId="{0EC97EC2-C770-4AE8-9D0C-3702CDF83D14}" dt="2025-05-26T06:15:30.844" v="825" actId="478"/>
          <ac:spMkLst>
            <pc:docMk/>
            <pc:sldMk cId="1380674543" sldId="256"/>
            <ac:spMk id="29" creationId="{A7B8CD3B-CE6E-F022-E60D-BF8E98B05737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29" creationId="{D6D9CBDE-E9C7-3D16-96D4-8E67B270EAE3}"/>
          </ac:spMkLst>
        </pc:spChg>
        <pc:spChg chg="add del mod">
          <ac:chgData name="Fatima Pillosu" userId="a6295d4dc9e22643" providerId="LiveId" clId="{0EC97EC2-C770-4AE8-9D0C-3702CDF83D14}" dt="2025-05-26T06:15:30.844" v="825" actId="478"/>
          <ac:spMkLst>
            <pc:docMk/>
            <pc:sldMk cId="1380674543" sldId="256"/>
            <ac:spMk id="30" creationId="{3BA2A2CA-0B12-CD6C-AFDA-1197C74E9C14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30" creationId="{A7B8CD3B-CE6E-F022-E60D-BF8E98B05737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31" creationId="{3BA2A2CA-0B12-CD6C-AFDA-1197C74E9C14}"/>
          </ac:spMkLst>
        </pc:spChg>
        <pc:spChg chg="add del mod">
          <ac:chgData name="Fatima Pillosu" userId="a6295d4dc9e22643" providerId="LiveId" clId="{0EC97EC2-C770-4AE8-9D0C-3702CDF83D14}" dt="2025-05-26T06:15:30.844" v="825" actId="478"/>
          <ac:spMkLst>
            <pc:docMk/>
            <pc:sldMk cId="1380674543" sldId="256"/>
            <ac:spMk id="31" creationId="{457BE35D-A1A5-58C6-2F5E-A07F0ABA918B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32" creationId="{3E807561-1BE6-323C-01CD-ACB63198B423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32" creationId="{457BE35D-A1A5-58C6-2F5E-A07F0ABA918B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33" creationId="{36CCD4FD-C539-D5EE-73D0-29235DA41DB6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33" creationId="{3E807561-1BE6-323C-01CD-ACB63198B423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34" creationId="{36CCD4FD-C539-D5EE-73D0-29235DA41DB6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34" creationId="{E464C751-1730-9A7E-ECC2-2153B2204BBA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35" creationId="{99BDB8A4-0494-689D-2507-94CDCEB8D0C2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35" creationId="{E464C751-1730-9A7E-ECC2-2153B2204BBA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36" creationId="{22C4AD5E-E154-1EAD-C284-141D4E15EB00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36" creationId="{99BDB8A4-0494-689D-2507-94CDCEB8D0C2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37" creationId="{22C4AD5E-E154-1EAD-C284-141D4E15EB00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37" creationId="{64644FAA-9682-8175-4D83-E0FAEBF5AECF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38" creationId="{64644FAA-9682-8175-4D83-E0FAEBF5AECF}"/>
          </ac:spMkLst>
        </pc:spChg>
        <pc:spChg chg="add del mod">
          <ac:chgData name="Fatima Pillosu" userId="a6295d4dc9e22643" providerId="LiveId" clId="{0EC97EC2-C770-4AE8-9D0C-3702CDF83D14}" dt="2025-05-26T06:03:50.061" v="200" actId="478"/>
          <ac:spMkLst>
            <pc:docMk/>
            <pc:sldMk cId="1380674543" sldId="256"/>
            <ac:spMk id="38" creationId="{F606AFF2-A448-29EC-8740-4E64AAE7AB72}"/>
          </ac:spMkLst>
        </pc:spChg>
        <pc:spChg chg="add del mod">
          <ac:chgData name="Fatima Pillosu" userId="a6295d4dc9e22643" providerId="LiveId" clId="{0EC97EC2-C770-4AE8-9D0C-3702CDF83D14}" dt="2025-05-26T06:03:48.674" v="199" actId="478"/>
          <ac:spMkLst>
            <pc:docMk/>
            <pc:sldMk cId="1380674543" sldId="256"/>
            <ac:spMk id="39" creationId="{47CED736-C2A1-36CE-3DF2-F463782B7FF3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39" creationId="{F606AFF2-A448-29EC-8740-4E64AAE7AB72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40" creationId="{47CED736-C2A1-36CE-3DF2-F463782B7FF3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40" creationId="{59215346-0A39-CC39-D2D8-603954054EC6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41" creationId="{59215346-0A39-CC39-D2D8-603954054EC6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41" creationId="{C7F77EE4-03F2-CE29-7AAC-D2E58CAD0D6F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42" creationId="{858257CA-1ABF-6E30-7CB5-A356C4E21C51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42" creationId="{C7F77EE4-03F2-CE29-7AAC-D2E58CAD0D6F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43" creationId="{858257CA-1ABF-6E30-7CB5-A356C4E21C51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43" creationId="{C9DC7499-5DE0-F436-0A8B-A070DEA8096C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44" creationId="{C9DC7499-5DE0-F436-0A8B-A070DEA8096C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44" creationId="{ECD1FCB4-C01C-4739-8CFD-EEF0675DC2CE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45" creationId="{ADE8FD3D-C79B-D426-8AE9-82F68C21C708}"/>
          </ac:spMkLst>
        </pc:spChg>
        <pc:spChg chg="add del mod">
          <ac:chgData name="Fatima Pillosu" userId="a6295d4dc9e22643" providerId="LiveId" clId="{0EC97EC2-C770-4AE8-9D0C-3702CDF83D14}" dt="2025-05-25T20:52:53.842" v="81" actId="21"/>
          <ac:spMkLst>
            <pc:docMk/>
            <pc:sldMk cId="1380674543" sldId="256"/>
            <ac:spMk id="45" creationId="{ECD1FCB4-C01C-4739-8CFD-EEF0675DC2CE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46" creationId="{AFFA82F6-2E04-BEE1-0526-52932A1FDFD9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47" creationId="{0C7866F8-3D28-D23F-94F4-31434FC45C8D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47" creationId="{B563EF7E-EE96-2362-62E6-452A3D06E3EA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48" creationId="{12F23E37-D850-2205-D764-E65B9EEE2D3F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48" creationId="{B2E40E72-71AE-748D-E62D-0CE5A4BC830D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49" creationId="{47E1CCA9-1FE1-AC39-2A65-B2530877FE67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49" creationId="{FC23FFA6-7F3C-466D-8FF0-FCF8A6EB6A16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50" creationId="{1BF944C8-72B7-EE1A-6F7B-CF42B3774EC5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50" creationId="{627627DE-C47B-FDBC-6171-047EAAE6249A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51" creationId="{66C38C60-0BE9-A9A4-4473-582A0732B605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51" creationId="{E426F851-70D0-C74A-EE11-AF956E60CFE7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52" creationId="{27EB65F3-73F5-B07A-A818-9796C53071D9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53" creationId="{F8E8BF63-273E-0C12-2314-78FB9D7EA77C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54" creationId="{31D547D6-3E3A-6367-A806-E3B56F1B5A30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55" creationId="{8AF1D376-2A82-A44F-4F2C-5830FEE78451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56" creationId="{28538DD9-DAB7-10B4-2328-9112FCBAC9B9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57" creationId="{9F366357-E9B2-2CA5-1755-68B795391F73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57" creationId="{BE2D46F5-F0A2-2152-17F3-89BB20BFC065}"/>
          </ac:spMkLst>
        </pc:spChg>
        <pc:spChg chg="add del mod">
          <ac:chgData name="Fatima Pillosu" userId="a6295d4dc9e22643" providerId="LiveId" clId="{0EC97EC2-C770-4AE8-9D0C-3702CDF83D14}" dt="2025-05-26T06:23:53.217" v="1043" actId="478"/>
          <ac:spMkLst>
            <pc:docMk/>
            <pc:sldMk cId="1380674543" sldId="256"/>
            <ac:spMk id="58" creationId="{1F207016-C123-77CF-5002-2E964D35559C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58" creationId="{344C4B38-03CB-55F0-EA16-6F4270C3443B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59" creationId="{BAB5FA82-2A90-06EE-6258-9D203AB1BDB8}"/>
          </ac:spMkLst>
        </pc:spChg>
        <pc:spChg chg="add del mod">
          <ac:chgData name="Fatima Pillosu" userId="a6295d4dc9e22643" providerId="LiveId" clId="{0EC97EC2-C770-4AE8-9D0C-3702CDF83D14}" dt="2025-05-26T06:23:53.217" v="1043" actId="478"/>
          <ac:spMkLst>
            <pc:docMk/>
            <pc:sldMk cId="1380674543" sldId="256"/>
            <ac:spMk id="59" creationId="{D7958BEF-8E94-27AE-910E-042D82DEB81A}"/>
          </ac:spMkLst>
        </pc:spChg>
        <pc:spChg chg="add del mod">
          <ac:chgData name="Fatima Pillosu" userId="a6295d4dc9e22643" providerId="LiveId" clId="{0EC97EC2-C770-4AE8-9D0C-3702CDF83D14}" dt="2025-05-26T06:23:54.794" v="1045" actId="478"/>
          <ac:spMkLst>
            <pc:docMk/>
            <pc:sldMk cId="1380674543" sldId="256"/>
            <ac:spMk id="60" creationId="{59AA4FFA-6448-25D4-AABB-C0D8BFEF1721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61" creationId="{B6871B03-CD01-1DE9-106B-BECB69B252AC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62" creationId="{ED01783E-4F4C-A8C9-3F22-8A910D6F8F90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63" creationId="{6ECAE385-D2E4-A5F8-D03D-40BE92503682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64" creationId="{377CE1CC-2AA5-9330-A970-BB92ACF08CEE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65" creationId="{89D16ACE-F790-DC3D-1B03-3F9F7A9E10BB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66" creationId="{BD98A7DA-E44F-537E-878D-920D528D2374}"/>
          </ac:spMkLst>
        </pc:spChg>
        <pc:spChg chg="add mod">
          <ac:chgData name="Fatima Pillosu" userId="a6295d4dc9e22643" providerId="LiveId" clId="{0EC97EC2-C770-4AE8-9D0C-3702CDF83D14}" dt="2025-05-26T06:22:44.555" v="981" actId="1076"/>
          <ac:spMkLst>
            <pc:docMk/>
            <pc:sldMk cId="1380674543" sldId="256"/>
            <ac:spMk id="67" creationId="{0850AAF4-C3E5-8975-47F7-3DCB86A0E536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67" creationId="{D91A9B1A-3935-E2D1-6A45-A04DB53FA9AF}"/>
          </ac:spMkLst>
        </pc:spChg>
        <pc:spChg chg="add mod">
          <ac:chgData name="Fatima Pillosu" userId="a6295d4dc9e22643" providerId="LiveId" clId="{0EC97EC2-C770-4AE8-9D0C-3702CDF83D14}" dt="2025-05-26T06:22:44.555" v="981" actId="1076"/>
          <ac:spMkLst>
            <pc:docMk/>
            <pc:sldMk cId="1380674543" sldId="256"/>
            <ac:spMk id="68" creationId="{A6447CC3-31A6-1C82-323E-73FB8BF629D8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68" creationId="{FD0F6C0C-3187-59C2-B8AB-8CE80E69B405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69" creationId="{A5919868-09EE-8604-212A-45C2257DED69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69" creationId="{B9263D22-8B6B-1445-8A0C-5061E90D79EF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70" creationId="{734D8A0F-DA4D-8309-F970-E2530B211CA4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70" creationId="{F3AA8C12-1DE2-73BD-E0CE-11195BFD4597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71" creationId="{5B2999F4-224B-EE3A-3C5A-1D2142F0B985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71" creationId="{D6D9CBDE-E9C7-3D16-96D4-8E67B270EAE3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72" creationId="{79A634CC-3B50-D4D9-1A80-BC7AA20DCC80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72" creationId="{A7B8CD3B-CE6E-F022-E60D-BF8E98B05737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73" creationId="{3BA2A2CA-0B12-CD6C-AFDA-1197C74E9C14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73" creationId="{CB4C159A-001F-4328-780D-BB631087509E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74" creationId="{457BE35D-A1A5-58C6-2F5E-A07F0ABA918B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74" creationId="{7844C7F2-50D0-ACF1-94C0-5E5E5040A925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75" creationId="{3E807561-1BE6-323C-01CD-ACB63198B423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75" creationId="{DAC4FAE2-8503-EC27-9E0D-540A810A3AEB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76" creationId="{36CCD4FD-C539-D5EE-73D0-29235DA41DB6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76" creationId="{CCF25D72-1C70-2A13-384B-14BB3F149702}"/>
          </ac:spMkLst>
        </pc:spChg>
        <pc:spChg chg="add del mod">
          <ac:chgData name="Fatima Pillosu" userId="a6295d4dc9e22643" providerId="LiveId" clId="{0EC97EC2-C770-4AE8-9D0C-3702CDF83D14}" dt="2025-05-26T06:25:09.232" v="1055" actId="21"/>
          <ac:spMkLst>
            <pc:docMk/>
            <pc:sldMk cId="1380674543" sldId="256"/>
            <ac:spMk id="77" creationId="{AE7F3354-D007-A24B-43A1-C4386F467A9C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77" creationId="{E464C751-1730-9A7E-ECC2-2153B2204BBA}"/>
          </ac:spMkLst>
        </pc:spChg>
        <pc:spChg chg="add del">
          <ac:chgData name="Fatima Pillosu" userId="a6295d4dc9e22643" providerId="LiveId" clId="{0EC97EC2-C770-4AE8-9D0C-3702CDF83D14}" dt="2025-05-26T06:25:01.139" v="1054" actId="478"/>
          <ac:spMkLst>
            <pc:docMk/>
            <pc:sldMk cId="1380674543" sldId="256"/>
            <ac:spMk id="78" creationId="{8C036ED6-8440-976A-5005-33AE7873F732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78" creationId="{99BDB8A4-0494-689D-2507-94CDCEB8D0C2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79" creationId="{22C4AD5E-E154-1EAD-C284-141D4E15EB00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80" creationId="{64644FAA-9682-8175-4D83-E0FAEBF5AECF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80" creationId="{F8E8BF63-273E-0C12-2314-78FB9D7EA77C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81" creationId="{31D547D6-3E3A-6367-A806-E3B56F1B5A30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81" creationId="{F606AFF2-A448-29EC-8740-4E64AAE7AB72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82" creationId="{47CED736-C2A1-36CE-3DF2-F463782B7FF3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82" creationId="{8AF1D376-2A82-A44F-4F2C-5830FEE78451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83" creationId="{28538DD9-DAB7-10B4-2328-9112FCBAC9B9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83" creationId="{59215346-0A39-CC39-D2D8-603954054EC6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84" creationId="{9F366357-E9B2-2CA5-1755-68B795391F73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84" creationId="{C7F77EE4-03F2-CE29-7AAC-D2E58CAD0D6F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85" creationId="{344C4B38-03CB-55F0-EA16-6F4270C3443B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85" creationId="{858257CA-1ABF-6E30-7CB5-A356C4E21C51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86" creationId="{3E807561-1BE6-323C-01CD-ACB63198B423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86" creationId="{C9DC7499-5DE0-F436-0A8B-A070DEA8096C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87" creationId="{36CCD4FD-C539-D5EE-73D0-29235DA41DB6}"/>
          </ac:spMkLst>
        </pc:spChg>
        <pc:spChg chg="add del mod">
          <ac:chgData name="Fatima Pillosu" userId="a6295d4dc9e22643" providerId="LiveId" clId="{0EC97EC2-C770-4AE8-9D0C-3702CDF83D14}" dt="2025-05-25T20:56:11.319" v="89" actId="21"/>
          <ac:spMkLst>
            <pc:docMk/>
            <pc:sldMk cId="1380674543" sldId="256"/>
            <ac:spMk id="87" creationId="{ECD1FCB4-C01C-4739-8CFD-EEF0675DC2CE}"/>
          </ac:spMkLst>
        </pc:spChg>
        <pc:spChg chg="add del mod">
          <ac:chgData name="Fatima Pillosu" userId="a6295d4dc9e22643" providerId="LiveId" clId="{0EC97EC2-C770-4AE8-9D0C-3702CDF83D14}" dt="2025-05-25T20:56:09.500" v="88" actId="478"/>
          <ac:spMkLst>
            <pc:docMk/>
            <pc:sldMk cId="1380674543" sldId="256"/>
            <ac:spMk id="88" creationId="{6919FE3E-27F5-266F-1564-232239C0614A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88" creationId="{E464C751-1730-9A7E-ECC2-2153B2204BBA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91" creationId="{0C7866F8-3D28-D23F-94F4-31434FC45C8D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92" creationId="{12F23E37-D850-2205-D764-E65B9EEE2D3F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93" creationId="{47E1CCA9-1FE1-AC39-2A65-B2530877FE67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94" creationId="{1BF944C8-72B7-EE1A-6F7B-CF42B3774EC5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95" creationId="{E426F851-70D0-C74A-EE11-AF956E60CFE7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96" creationId="{27EB65F3-73F5-B07A-A818-9796C53071D9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97" creationId="{F8E8BF63-273E-0C12-2314-78FB9D7EA77C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98" creationId="{31D547D6-3E3A-6367-A806-E3B56F1B5A30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99" creationId="{8AF1D376-2A82-A44F-4F2C-5830FEE78451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00" creationId="{28538DD9-DAB7-10B4-2328-9112FCBAC9B9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01" creationId="{9F366357-E9B2-2CA5-1755-68B795391F73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02" creationId="{344C4B38-03CB-55F0-EA16-6F4270C3443B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03" creationId="{BAB5FA82-2A90-06EE-6258-9D203AB1BDB8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05" creationId="{B6871B03-CD01-1DE9-106B-BECB69B252AC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06" creationId="{ED01783E-4F4C-A8C9-3F22-8A910D6F8F90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07" creationId="{6ECAE385-D2E4-A5F8-D03D-40BE92503682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08" creationId="{377CE1CC-2AA5-9330-A970-BB92ACF08CEE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09" creationId="{89D16ACE-F790-DC3D-1B03-3F9F7A9E10BB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10" creationId="{BD98A7DA-E44F-537E-878D-920D528D2374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11" creationId="{D91A9B1A-3935-E2D1-6A45-A04DB53FA9AF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12" creationId="{FD0F6C0C-3187-59C2-B8AB-8CE80E69B405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13" creationId="{B9263D22-8B6B-1445-8A0C-5061E90D79EF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14" creationId="{734D8A0F-DA4D-8309-F970-E2530B211CA4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15" creationId="{D6D9CBDE-E9C7-3D16-96D4-8E67B270EAE3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16" creationId="{A7B8CD3B-CE6E-F022-E60D-BF8E98B05737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17" creationId="{3BA2A2CA-0B12-CD6C-AFDA-1197C74E9C14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18" creationId="{457BE35D-A1A5-58C6-2F5E-A07F0ABA918B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19" creationId="{3E807561-1BE6-323C-01CD-ACB63198B423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20" creationId="{36CCD4FD-C539-D5EE-73D0-29235DA41DB6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21" creationId="{E464C751-1730-9A7E-ECC2-2153B2204BBA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22" creationId="{99BDB8A4-0494-689D-2507-94CDCEB8D0C2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23" creationId="{22C4AD5E-E154-1EAD-C284-141D4E15EB00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24" creationId="{64644FAA-9682-8175-4D83-E0FAEBF5AECF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25" creationId="{F606AFF2-A448-29EC-8740-4E64AAE7AB72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26" creationId="{47CED736-C2A1-36CE-3DF2-F463782B7FF3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27" creationId="{59215346-0A39-CC39-D2D8-603954054EC6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28" creationId="{C7F77EE4-03F2-CE29-7AAC-D2E58CAD0D6F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29" creationId="{858257CA-1ABF-6E30-7CB5-A356C4E21C51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30" creationId="{C9DC7499-5DE0-F436-0A8B-A070DEA8096C}"/>
          </ac:spMkLst>
        </pc:spChg>
        <pc:spChg chg="add del mod">
          <ac:chgData name="Fatima Pillosu" userId="a6295d4dc9e22643" providerId="LiveId" clId="{0EC97EC2-C770-4AE8-9D0C-3702CDF83D14}" dt="2025-05-26T05:59:18.012" v="99" actId="21"/>
          <ac:spMkLst>
            <pc:docMk/>
            <pc:sldMk cId="1380674543" sldId="256"/>
            <ac:spMk id="131" creationId="{ECD1FCB4-C01C-4739-8CFD-EEF0675DC2CE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132" creationId="{99BDB8A4-0494-689D-2507-94CDCEB8D0C2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133" creationId="{22C4AD5E-E154-1EAD-C284-141D4E15EB00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134" creationId="{64644FAA-9682-8175-4D83-E0FAEBF5AECF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135" creationId="{59215346-0A39-CC39-D2D8-603954054EC6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136" creationId="{C7F77EE4-03F2-CE29-7AAC-D2E58CAD0D6F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137" creationId="{858257CA-1ABF-6E30-7CB5-A356C4E21C51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138" creationId="{C9DC7499-5DE0-F436-0A8B-A070DEA8096C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139" creationId="{ECD1FCB4-C01C-4739-8CFD-EEF0675DC2CE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140" creationId="{ADE8FD3D-C79B-D426-8AE9-82F68C21C708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141" creationId="{AFFA82F6-2E04-BEE1-0526-52932A1FDFD9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142" creationId="{B563EF7E-EE96-2362-62E6-452A3D06E3EA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143" creationId="{B2E40E72-71AE-748D-E62D-0CE5A4BC830D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144" creationId="{FC23FFA6-7F3C-466D-8FF0-FCF8A6EB6A16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145" creationId="{627627DE-C47B-FDBC-6171-047EAAE6249A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146" creationId="{66C38C60-0BE9-A9A4-4473-582A0732B605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147" creationId="{BE2D46F5-F0A2-2152-17F3-89BB20BFC065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154" creationId="{A5919868-09EE-8604-212A-45C2257DED69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155" creationId="{F3AA8C12-1DE2-73BD-E0CE-11195BFD4597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156" creationId="{5B2999F4-224B-EE3A-3C5A-1D2142F0B985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157" creationId="{79A634CC-3B50-D4D9-1A80-BC7AA20DCC80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158" creationId="{CB4C159A-001F-4328-780D-BB631087509E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159" creationId="{7844C7F2-50D0-ACF1-94C0-5E5E5040A925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160" creationId="{DAC4FAE2-8503-EC27-9E0D-540A810A3AEB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161" creationId="{CCF25D72-1C70-2A13-384B-14BB3F149702}"/>
          </ac:spMkLst>
        </pc:spChg>
        <pc:spChg chg="add del mod">
          <ac:chgData name="Fatima Pillosu" userId="a6295d4dc9e22643" providerId="LiveId" clId="{0EC97EC2-C770-4AE8-9D0C-3702CDF83D14}" dt="2025-05-26T06:28:37.258" v="1291" actId="21"/>
          <ac:spMkLst>
            <pc:docMk/>
            <pc:sldMk cId="1380674543" sldId="256"/>
            <ac:spMk id="162" creationId="{AE7F3354-D007-A24B-43A1-C4386F467A9C}"/>
          </ac:spMkLst>
        </pc:spChg>
        <pc:spChg chg="add del">
          <ac:chgData name="Fatima Pillosu" userId="a6295d4dc9e22643" providerId="LiveId" clId="{0EC97EC2-C770-4AE8-9D0C-3702CDF83D14}" dt="2025-05-26T06:28:34.398" v="1290" actId="478"/>
          <ac:spMkLst>
            <pc:docMk/>
            <pc:sldMk cId="1380674543" sldId="256"/>
            <ac:spMk id="163" creationId="{D92479BE-DF22-6299-B7F9-23C53A81EF5A}"/>
          </ac:spMkLst>
        </pc:spChg>
        <pc:spChg chg="add mod">
          <ac:chgData name="Fatima Pillosu" userId="a6295d4dc9e22643" providerId="LiveId" clId="{0EC97EC2-C770-4AE8-9D0C-3702CDF83D14}" dt="2025-05-26T06:29:25.356" v="1323" actId="1038"/>
          <ac:spMkLst>
            <pc:docMk/>
            <pc:sldMk cId="1380674543" sldId="256"/>
            <ac:spMk id="165" creationId="{F8E8BF63-273E-0C12-2314-78FB9D7EA77C}"/>
          </ac:spMkLst>
        </pc:spChg>
        <pc:spChg chg="add mod">
          <ac:chgData name="Fatima Pillosu" userId="a6295d4dc9e22643" providerId="LiveId" clId="{0EC97EC2-C770-4AE8-9D0C-3702CDF83D14}" dt="2025-05-26T06:29:41.450" v="1324" actId="408"/>
          <ac:spMkLst>
            <pc:docMk/>
            <pc:sldMk cId="1380674543" sldId="256"/>
            <ac:spMk id="166" creationId="{31D547D6-3E3A-6367-A806-E3B56F1B5A30}"/>
          </ac:spMkLst>
        </pc:spChg>
        <pc:spChg chg="add mod">
          <ac:chgData name="Fatima Pillosu" userId="a6295d4dc9e22643" providerId="LiveId" clId="{0EC97EC2-C770-4AE8-9D0C-3702CDF83D14}" dt="2025-05-26T06:29:41.450" v="1324" actId="408"/>
          <ac:spMkLst>
            <pc:docMk/>
            <pc:sldMk cId="1380674543" sldId="256"/>
            <ac:spMk id="167" creationId="{8AF1D376-2A82-A44F-4F2C-5830FEE78451}"/>
          </ac:spMkLst>
        </pc:spChg>
        <pc:spChg chg="add mod">
          <ac:chgData name="Fatima Pillosu" userId="a6295d4dc9e22643" providerId="LiveId" clId="{0EC97EC2-C770-4AE8-9D0C-3702CDF83D14}" dt="2025-05-26T06:29:41.450" v="1324" actId="408"/>
          <ac:spMkLst>
            <pc:docMk/>
            <pc:sldMk cId="1380674543" sldId="256"/>
            <ac:spMk id="168" creationId="{28538DD9-DAB7-10B4-2328-9112FCBAC9B9}"/>
          </ac:spMkLst>
        </pc:spChg>
        <pc:spChg chg="add mod">
          <ac:chgData name="Fatima Pillosu" userId="a6295d4dc9e22643" providerId="LiveId" clId="{0EC97EC2-C770-4AE8-9D0C-3702CDF83D14}" dt="2025-05-26T06:29:41.450" v="1324" actId="408"/>
          <ac:spMkLst>
            <pc:docMk/>
            <pc:sldMk cId="1380674543" sldId="256"/>
            <ac:spMk id="169" creationId="{9F366357-E9B2-2CA5-1755-68B795391F73}"/>
          </ac:spMkLst>
        </pc:spChg>
        <pc:spChg chg="add mod">
          <ac:chgData name="Fatima Pillosu" userId="a6295d4dc9e22643" providerId="LiveId" clId="{0EC97EC2-C770-4AE8-9D0C-3702CDF83D14}" dt="2025-05-26T06:29:18.230" v="1316" actId="1038"/>
          <ac:spMkLst>
            <pc:docMk/>
            <pc:sldMk cId="1380674543" sldId="256"/>
            <ac:spMk id="170" creationId="{344C4B38-03CB-55F0-EA16-6F4270C3443B}"/>
          </ac:spMkLst>
        </pc:spChg>
        <pc:spChg chg="add mod">
          <ac:chgData name="Fatima Pillosu" userId="a6295d4dc9e22643" providerId="LiveId" clId="{0EC97EC2-C770-4AE8-9D0C-3702CDF83D14}" dt="2025-05-26T06:28:50.209" v="1292"/>
          <ac:spMkLst>
            <pc:docMk/>
            <pc:sldMk cId="1380674543" sldId="256"/>
            <ac:spMk id="171" creationId="{3E807561-1BE6-323C-01CD-ACB63198B423}"/>
          </ac:spMkLst>
        </pc:spChg>
        <pc:spChg chg="add mod">
          <ac:chgData name="Fatima Pillosu" userId="a6295d4dc9e22643" providerId="LiveId" clId="{0EC97EC2-C770-4AE8-9D0C-3702CDF83D14}" dt="2025-05-26T06:28:50.209" v="1292"/>
          <ac:spMkLst>
            <pc:docMk/>
            <pc:sldMk cId="1380674543" sldId="256"/>
            <ac:spMk id="172" creationId="{36CCD4FD-C539-D5EE-73D0-29235DA41DB6}"/>
          </ac:spMkLst>
        </pc:spChg>
        <pc:spChg chg="add mod">
          <ac:chgData name="Fatima Pillosu" userId="a6295d4dc9e22643" providerId="LiveId" clId="{0EC97EC2-C770-4AE8-9D0C-3702CDF83D14}" dt="2025-05-26T06:28:50.209" v="1292"/>
          <ac:spMkLst>
            <pc:docMk/>
            <pc:sldMk cId="1380674543" sldId="256"/>
            <ac:spMk id="173" creationId="{E464C751-1730-9A7E-ECC2-2153B2204BBA}"/>
          </ac:spMkLst>
        </pc:spChg>
        <pc:spChg chg="add mod">
          <ac:chgData name="Fatima Pillosu" userId="a6295d4dc9e22643" providerId="LiveId" clId="{0EC97EC2-C770-4AE8-9D0C-3702CDF83D14}" dt="2025-05-26T06:28:50.209" v="1292"/>
          <ac:spMkLst>
            <pc:docMk/>
            <pc:sldMk cId="1380674543" sldId="256"/>
            <ac:spMk id="174" creationId="{99BDB8A4-0494-689D-2507-94CDCEB8D0C2}"/>
          </ac:spMkLst>
        </pc:spChg>
        <pc:spChg chg="add mod">
          <ac:chgData name="Fatima Pillosu" userId="a6295d4dc9e22643" providerId="LiveId" clId="{0EC97EC2-C770-4AE8-9D0C-3702CDF83D14}" dt="2025-05-26T06:28:50.209" v="1292"/>
          <ac:spMkLst>
            <pc:docMk/>
            <pc:sldMk cId="1380674543" sldId="256"/>
            <ac:spMk id="175" creationId="{22C4AD5E-E154-1EAD-C284-141D4E15EB00}"/>
          </ac:spMkLst>
        </pc:spChg>
        <pc:spChg chg="add mod">
          <ac:chgData name="Fatima Pillosu" userId="a6295d4dc9e22643" providerId="LiveId" clId="{0EC97EC2-C770-4AE8-9D0C-3702CDF83D14}" dt="2025-05-26T06:28:50.209" v="1292"/>
          <ac:spMkLst>
            <pc:docMk/>
            <pc:sldMk cId="1380674543" sldId="256"/>
            <ac:spMk id="176" creationId="{64644FAA-9682-8175-4D83-E0FAEBF5AECF}"/>
          </ac:spMkLst>
        </pc:spChg>
        <pc:spChg chg="add mod">
          <ac:chgData name="Fatima Pillosu" userId="a6295d4dc9e22643" providerId="LiveId" clId="{0EC97EC2-C770-4AE8-9D0C-3702CDF83D14}" dt="2025-05-26T06:29:41.450" v="1324" actId="408"/>
          <ac:spMkLst>
            <pc:docMk/>
            <pc:sldMk cId="1380674543" sldId="256"/>
            <ac:spMk id="177" creationId="{59215346-0A39-CC39-D2D8-603954054EC6}"/>
          </ac:spMkLst>
        </pc:spChg>
        <pc:spChg chg="add mod">
          <ac:chgData name="Fatima Pillosu" userId="a6295d4dc9e22643" providerId="LiveId" clId="{0EC97EC2-C770-4AE8-9D0C-3702CDF83D14}" dt="2025-05-26T06:29:41.450" v="1324" actId="408"/>
          <ac:spMkLst>
            <pc:docMk/>
            <pc:sldMk cId="1380674543" sldId="256"/>
            <ac:spMk id="178" creationId="{C7F77EE4-03F2-CE29-7AAC-D2E58CAD0D6F}"/>
          </ac:spMkLst>
        </pc:spChg>
        <pc:spChg chg="add mod">
          <ac:chgData name="Fatima Pillosu" userId="a6295d4dc9e22643" providerId="LiveId" clId="{0EC97EC2-C770-4AE8-9D0C-3702CDF83D14}" dt="2025-05-26T06:29:41.450" v="1324" actId="408"/>
          <ac:spMkLst>
            <pc:docMk/>
            <pc:sldMk cId="1380674543" sldId="256"/>
            <ac:spMk id="179" creationId="{858257CA-1ABF-6E30-7CB5-A356C4E21C51}"/>
          </ac:spMkLst>
        </pc:spChg>
        <pc:spChg chg="add mod">
          <ac:chgData name="Fatima Pillosu" userId="a6295d4dc9e22643" providerId="LiveId" clId="{0EC97EC2-C770-4AE8-9D0C-3702CDF83D14}" dt="2025-05-26T06:29:41.450" v="1324" actId="408"/>
          <ac:spMkLst>
            <pc:docMk/>
            <pc:sldMk cId="1380674543" sldId="256"/>
            <ac:spMk id="180" creationId="{C9DC7499-5DE0-F436-0A8B-A070DEA8096C}"/>
          </ac:spMkLst>
        </pc:spChg>
        <pc:spChg chg="add mod">
          <ac:chgData name="Fatima Pillosu" userId="a6295d4dc9e22643" providerId="LiveId" clId="{0EC97EC2-C770-4AE8-9D0C-3702CDF83D14}" dt="2025-05-26T06:29:41.450" v="1324" actId="408"/>
          <ac:spMkLst>
            <pc:docMk/>
            <pc:sldMk cId="1380674543" sldId="256"/>
            <ac:spMk id="181" creationId="{ECD1FCB4-C01C-4739-8CFD-EEF0675DC2CE}"/>
          </ac:spMkLst>
        </pc:spChg>
        <pc:spChg chg="add mod">
          <ac:chgData name="Fatima Pillosu" userId="a6295d4dc9e22643" providerId="LiveId" clId="{0EC97EC2-C770-4AE8-9D0C-3702CDF83D14}" dt="2025-05-26T06:28:50.209" v="1292"/>
          <ac:spMkLst>
            <pc:docMk/>
            <pc:sldMk cId="1380674543" sldId="256"/>
            <ac:spMk id="182" creationId="{ADE8FD3D-C79B-D426-8AE9-82F68C21C708}"/>
          </ac:spMkLst>
        </pc:spChg>
        <pc:spChg chg="add mod">
          <ac:chgData name="Fatima Pillosu" userId="a6295d4dc9e22643" providerId="LiveId" clId="{0EC97EC2-C770-4AE8-9D0C-3702CDF83D14}" dt="2025-05-26T06:28:50.209" v="1292"/>
          <ac:spMkLst>
            <pc:docMk/>
            <pc:sldMk cId="1380674543" sldId="256"/>
            <ac:spMk id="183" creationId="{AFFA82F6-2E04-BEE1-0526-52932A1FDFD9}"/>
          </ac:spMkLst>
        </pc:spChg>
        <pc:spChg chg="add mod">
          <ac:chgData name="Fatima Pillosu" userId="a6295d4dc9e22643" providerId="LiveId" clId="{0EC97EC2-C770-4AE8-9D0C-3702CDF83D14}" dt="2025-05-26T06:28:50.209" v="1292"/>
          <ac:spMkLst>
            <pc:docMk/>
            <pc:sldMk cId="1380674543" sldId="256"/>
            <ac:spMk id="184" creationId="{B563EF7E-EE96-2362-62E6-452A3D06E3EA}"/>
          </ac:spMkLst>
        </pc:spChg>
        <pc:spChg chg="add mod">
          <ac:chgData name="Fatima Pillosu" userId="a6295d4dc9e22643" providerId="LiveId" clId="{0EC97EC2-C770-4AE8-9D0C-3702CDF83D14}" dt="2025-05-26T06:28:50.209" v="1292"/>
          <ac:spMkLst>
            <pc:docMk/>
            <pc:sldMk cId="1380674543" sldId="256"/>
            <ac:spMk id="185" creationId="{B2E40E72-71AE-748D-E62D-0CE5A4BC830D}"/>
          </ac:spMkLst>
        </pc:spChg>
        <pc:spChg chg="add mod">
          <ac:chgData name="Fatima Pillosu" userId="a6295d4dc9e22643" providerId="LiveId" clId="{0EC97EC2-C770-4AE8-9D0C-3702CDF83D14}" dt="2025-05-26T06:28:50.209" v="1292"/>
          <ac:spMkLst>
            <pc:docMk/>
            <pc:sldMk cId="1380674543" sldId="256"/>
            <ac:spMk id="186" creationId="{FC23FFA6-7F3C-466D-8FF0-FCF8A6EB6A16}"/>
          </ac:spMkLst>
        </pc:spChg>
        <pc:spChg chg="add mod">
          <ac:chgData name="Fatima Pillosu" userId="a6295d4dc9e22643" providerId="LiveId" clId="{0EC97EC2-C770-4AE8-9D0C-3702CDF83D14}" dt="2025-05-26T06:28:50.209" v="1292"/>
          <ac:spMkLst>
            <pc:docMk/>
            <pc:sldMk cId="1380674543" sldId="256"/>
            <ac:spMk id="187" creationId="{627627DE-C47B-FDBC-6171-047EAAE6249A}"/>
          </ac:spMkLst>
        </pc:spChg>
        <pc:spChg chg="add mod">
          <ac:chgData name="Fatima Pillosu" userId="a6295d4dc9e22643" providerId="LiveId" clId="{0EC97EC2-C770-4AE8-9D0C-3702CDF83D14}" dt="2025-05-26T06:28:50.209" v="1292"/>
          <ac:spMkLst>
            <pc:docMk/>
            <pc:sldMk cId="1380674543" sldId="256"/>
            <ac:spMk id="188" creationId="{66C38C60-0BE9-A9A4-4473-582A0732B605}"/>
          </ac:spMkLst>
        </pc:spChg>
        <pc:spChg chg="add mod">
          <ac:chgData name="Fatima Pillosu" userId="a6295d4dc9e22643" providerId="LiveId" clId="{0EC97EC2-C770-4AE8-9D0C-3702CDF83D14}" dt="2025-05-26T06:29:08.826" v="1294" actId="12788"/>
          <ac:spMkLst>
            <pc:docMk/>
            <pc:sldMk cId="1380674543" sldId="256"/>
            <ac:spMk id="189" creationId="{BE2D46F5-F0A2-2152-17F3-89BB20BFC065}"/>
          </ac:spMkLst>
        </pc:spChg>
        <pc:spChg chg="add mod">
          <ac:chgData name="Fatima Pillosu" userId="a6295d4dc9e22643" providerId="LiveId" clId="{0EC97EC2-C770-4AE8-9D0C-3702CDF83D14}" dt="2025-05-26T06:28:50.209" v="1292"/>
          <ac:spMkLst>
            <pc:docMk/>
            <pc:sldMk cId="1380674543" sldId="256"/>
            <ac:spMk id="196" creationId="{A5919868-09EE-8604-212A-45C2257DED69}"/>
          </ac:spMkLst>
        </pc:spChg>
        <pc:spChg chg="add mod">
          <ac:chgData name="Fatima Pillosu" userId="a6295d4dc9e22643" providerId="LiveId" clId="{0EC97EC2-C770-4AE8-9D0C-3702CDF83D14}" dt="2025-05-26T06:28:50.209" v="1292"/>
          <ac:spMkLst>
            <pc:docMk/>
            <pc:sldMk cId="1380674543" sldId="256"/>
            <ac:spMk id="197" creationId="{F3AA8C12-1DE2-73BD-E0CE-11195BFD4597}"/>
          </ac:spMkLst>
        </pc:spChg>
        <pc:spChg chg="add mod">
          <ac:chgData name="Fatima Pillosu" userId="a6295d4dc9e22643" providerId="LiveId" clId="{0EC97EC2-C770-4AE8-9D0C-3702CDF83D14}" dt="2025-05-26T06:28:50.209" v="1292"/>
          <ac:spMkLst>
            <pc:docMk/>
            <pc:sldMk cId="1380674543" sldId="256"/>
            <ac:spMk id="198" creationId="{5B2999F4-224B-EE3A-3C5A-1D2142F0B985}"/>
          </ac:spMkLst>
        </pc:spChg>
        <pc:spChg chg="add mod">
          <ac:chgData name="Fatima Pillosu" userId="a6295d4dc9e22643" providerId="LiveId" clId="{0EC97EC2-C770-4AE8-9D0C-3702CDF83D14}" dt="2025-05-26T06:28:50.209" v="1292"/>
          <ac:spMkLst>
            <pc:docMk/>
            <pc:sldMk cId="1380674543" sldId="256"/>
            <ac:spMk id="199" creationId="{79A634CC-3B50-D4D9-1A80-BC7AA20DCC80}"/>
          </ac:spMkLst>
        </pc:spChg>
        <pc:spChg chg="add mod">
          <ac:chgData name="Fatima Pillosu" userId="a6295d4dc9e22643" providerId="LiveId" clId="{0EC97EC2-C770-4AE8-9D0C-3702CDF83D14}" dt="2025-05-26T06:28:50.209" v="1292"/>
          <ac:spMkLst>
            <pc:docMk/>
            <pc:sldMk cId="1380674543" sldId="256"/>
            <ac:spMk id="200" creationId="{CB4C159A-001F-4328-780D-BB631087509E}"/>
          </ac:spMkLst>
        </pc:spChg>
        <pc:spChg chg="add mod">
          <ac:chgData name="Fatima Pillosu" userId="a6295d4dc9e22643" providerId="LiveId" clId="{0EC97EC2-C770-4AE8-9D0C-3702CDF83D14}" dt="2025-05-26T06:28:50.209" v="1292"/>
          <ac:spMkLst>
            <pc:docMk/>
            <pc:sldMk cId="1380674543" sldId="256"/>
            <ac:spMk id="201" creationId="{7844C7F2-50D0-ACF1-94C0-5E5E5040A925}"/>
          </ac:spMkLst>
        </pc:spChg>
        <pc:spChg chg="add mod">
          <ac:chgData name="Fatima Pillosu" userId="a6295d4dc9e22643" providerId="LiveId" clId="{0EC97EC2-C770-4AE8-9D0C-3702CDF83D14}" dt="2025-05-26T06:28:50.209" v="1292"/>
          <ac:spMkLst>
            <pc:docMk/>
            <pc:sldMk cId="1380674543" sldId="256"/>
            <ac:spMk id="202" creationId="{DAC4FAE2-8503-EC27-9E0D-540A810A3AEB}"/>
          </ac:spMkLst>
        </pc:spChg>
        <pc:spChg chg="add mod">
          <ac:chgData name="Fatima Pillosu" userId="a6295d4dc9e22643" providerId="LiveId" clId="{0EC97EC2-C770-4AE8-9D0C-3702CDF83D14}" dt="2025-05-26T06:28:50.209" v="1292"/>
          <ac:spMkLst>
            <pc:docMk/>
            <pc:sldMk cId="1380674543" sldId="256"/>
            <ac:spMk id="203" creationId="{CCF25D72-1C70-2A13-384B-14BB3F149702}"/>
          </ac:spMkLst>
        </pc:spChg>
        <pc:spChg chg="add mod">
          <ac:chgData name="Fatima Pillosu" userId="a6295d4dc9e22643" providerId="LiveId" clId="{0EC97EC2-C770-4AE8-9D0C-3702CDF83D14}" dt="2025-05-26T06:28:50.209" v="1292"/>
          <ac:spMkLst>
            <pc:docMk/>
            <pc:sldMk cId="1380674543" sldId="256"/>
            <ac:spMk id="204" creationId="{AE7F3354-D007-A24B-43A1-C4386F467A9C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272" creationId="{0C7866F8-3D28-D23F-94F4-31434FC45C8D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273" creationId="{12F23E37-D850-2205-D764-E65B9EEE2D3F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274" creationId="{47E1CCA9-1FE1-AC39-2A65-B2530877FE67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275" creationId="{1BF944C8-72B7-EE1A-6F7B-CF42B3774EC5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276" creationId="{E426F851-70D0-C74A-EE11-AF956E60CFE7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277" creationId="{27EB65F3-73F5-B07A-A818-9796C53071D9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278" creationId="{F8E8BF63-273E-0C12-2314-78FB9D7EA77C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279" creationId="{31D547D6-3E3A-6367-A806-E3B56F1B5A30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280" creationId="{8AF1D376-2A82-A44F-4F2C-5830FEE78451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281" creationId="{28538DD9-DAB7-10B4-2328-9112FCBAC9B9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282" creationId="{9F366357-E9B2-2CA5-1755-68B795391F73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283" creationId="{344C4B38-03CB-55F0-EA16-6F4270C3443B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284" creationId="{BAB5FA82-2A90-06EE-6258-9D203AB1BDB8}"/>
          </ac:spMkLst>
        </pc:spChg>
        <pc:spChg chg="del">
          <ac:chgData name="Fatima Pillosu" userId="a6295d4dc9e22643" providerId="LiveId" clId="{0EC97EC2-C770-4AE8-9D0C-3702CDF83D14}" dt="2025-05-14T22:31:53.104" v="0" actId="478"/>
          <ac:spMkLst>
            <pc:docMk/>
            <pc:sldMk cId="1380674543" sldId="256"/>
            <ac:spMk id="285" creationId="{0CF0744B-6F21-8DAC-A83E-61D8222B0F1B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287" creationId="{B6871B03-CD01-1DE9-106B-BECB69B252AC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288" creationId="{ED01783E-4F4C-A8C9-3F22-8A910D6F8F90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289" creationId="{6ECAE385-D2E4-A5F8-D03D-40BE92503682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290" creationId="{377CE1CC-2AA5-9330-A970-BB92ACF08CEE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291" creationId="{89D16ACE-F790-DC3D-1B03-3F9F7A9E10BB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292" creationId="{BD98A7DA-E44F-537E-878D-920D528D2374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293" creationId="{D91A9B1A-3935-E2D1-6A45-A04DB53FA9AF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294" creationId="{FD0F6C0C-3187-59C2-B8AB-8CE80E69B405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295" creationId="{B9263D22-8B6B-1445-8A0C-5061E90D79EF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296" creationId="{734D8A0F-DA4D-8309-F970-E2530B211CA4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297" creationId="{D6D9CBDE-E9C7-3D16-96D4-8E67B270EAE3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298" creationId="{A7B8CD3B-CE6E-F022-E60D-BF8E98B05737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299" creationId="{3BA2A2CA-0B12-CD6C-AFDA-1197C74E9C14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300" creationId="{457BE35D-A1A5-58C6-2F5E-A07F0ABA918B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301" creationId="{3E807561-1BE6-323C-01CD-ACB63198B423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302" creationId="{36CCD4FD-C539-D5EE-73D0-29235DA41DB6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303" creationId="{E464C751-1730-9A7E-ECC2-2153B2204BBA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304" creationId="{99BDB8A4-0494-689D-2507-94CDCEB8D0C2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305" creationId="{22C4AD5E-E154-1EAD-C284-141D4E15EB00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306" creationId="{64644FAA-9682-8175-4D83-E0FAEBF5AECF}"/>
          </ac:spMkLst>
        </pc:spChg>
        <pc:spChg chg="del mod">
          <ac:chgData name="Fatima Pillosu" userId="a6295d4dc9e22643" providerId="LiveId" clId="{0EC97EC2-C770-4AE8-9D0C-3702CDF83D14}" dt="2025-05-14T22:32:10.319" v="4" actId="478"/>
          <ac:spMkLst>
            <pc:docMk/>
            <pc:sldMk cId="1380674543" sldId="256"/>
            <ac:spMk id="307" creationId="{06CC44EE-81B7-DD3C-555F-07C259495E5C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308" creationId="{F606AFF2-A448-29EC-8740-4E64AAE7AB72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309" creationId="{47CED736-C2A1-36CE-3DF2-F463782B7FF3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310" creationId="{59215346-0A39-CC39-D2D8-603954054EC6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311" creationId="{C7F77EE4-03F2-CE29-7AAC-D2E58CAD0D6F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312" creationId="{858257CA-1ABF-6E30-7CB5-A356C4E21C51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313" creationId="{C9DC7499-5DE0-F436-0A8B-A070DEA8096C}"/>
          </ac:spMkLst>
        </pc:spChg>
        <pc:spChg chg="del mod">
          <ac:chgData name="Fatima Pillosu" userId="a6295d4dc9e22643" providerId="LiveId" clId="{0EC97EC2-C770-4AE8-9D0C-3702CDF83D14}" dt="2025-05-14T22:33:03.334" v="79" actId="21"/>
          <ac:spMkLst>
            <pc:docMk/>
            <pc:sldMk cId="1380674543" sldId="256"/>
            <ac:spMk id="314" creationId="{ECD1FCB4-C01C-4739-8CFD-EEF0675DC2CE}"/>
          </ac:spMkLst>
        </pc:spChg>
        <pc:spChg chg="del">
          <ac:chgData name="Fatima Pillosu" userId="a6295d4dc9e22643" providerId="LiveId" clId="{0EC97EC2-C770-4AE8-9D0C-3702CDF83D14}" dt="2025-05-14T22:31:55.534" v="2" actId="478"/>
          <ac:spMkLst>
            <pc:docMk/>
            <pc:sldMk cId="1380674543" sldId="256"/>
            <ac:spMk id="315" creationId="{2D626F25-64D5-8432-44FC-367DBB39D105}"/>
          </ac:spMkLst>
        </pc:spChg>
        <pc:spChg chg="del">
          <ac:chgData name="Fatima Pillosu" userId="a6295d4dc9e22643" providerId="LiveId" clId="{0EC97EC2-C770-4AE8-9D0C-3702CDF83D14}" dt="2025-05-14T22:31:54.731" v="1" actId="478"/>
          <ac:spMkLst>
            <pc:docMk/>
            <pc:sldMk cId="1380674543" sldId="256"/>
            <ac:spMk id="316" creationId="{B8007B7D-F052-FFD1-CAEA-9E7123846D05}"/>
          </ac:spMkLst>
        </pc:spChg>
        <pc:picChg chg="add del mod">
          <ac:chgData name="Fatima Pillosu" userId="a6295d4dc9e22643" providerId="LiveId" clId="{0EC97EC2-C770-4AE8-9D0C-3702CDF83D14}" dt="2025-05-26T06:19:19.896" v="893" actId="478"/>
          <ac:picMkLst>
            <pc:docMk/>
            <pc:sldMk cId="1380674543" sldId="256"/>
            <ac:picMk id="2" creationId="{D26D42B5-73FE-CAB1-1164-A632119A173E}"/>
          </ac:picMkLst>
        </pc:picChg>
        <pc:picChg chg="add del mod">
          <ac:chgData name="Fatima Pillosu" userId="a6295d4dc9e22643" providerId="LiveId" clId="{0EC97EC2-C770-4AE8-9D0C-3702CDF83D14}" dt="2025-05-25T20:52:53.842" v="81" actId="21"/>
          <ac:picMkLst>
            <pc:docMk/>
            <pc:sldMk cId="1380674543" sldId="256"/>
            <ac:picMk id="3" creationId="{D26D42B5-73FE-CAB1-1164-A632119A173E}"/>
          </ac:picMkLst>
        </pc:picChg>
        <pc:picChg chg="add del mod">
          <ac:chgData name="Fatima Pillosu" userId="a6295d4dc9e22643" providerId="LiveId" clId="{0EC97EC2-C770-4AE8-9D0C-3702CDF83D14}" dt="2025-05-26T06:25:09.232" v="1055" actId="21"/>
          <ac:picMkLst>
            <pc:docMk/>
            <pc:sldMk cId="1380674543" sldId="256"/>
            <ac:picMk id="3" creationId="{E9C6D329-88F6-78AE-5643-50A8169BD267}"/>
          </ac:picMkLst>
        </pc:picChg>
        <pc:picChg chg="add del mod">
          <ac:chgData name="Fatima Pillosu" userId="a6295d4dc9e22643" providerId="LiveId" clId="{0EC97EC2-C770-4AE8-9D0C-3702CDF83D14}" dt="2025-05-25T20:52:53.842" v="81" actId="21"/>
          <ac:picMkLst>
            <pc:docMk/>
            <pc:sldMk cId="1380674543" sldId="256"/>
            <ac:picMk id="4" creationId="{E9C6D329-88F6-78AE-5643-50A8169BD267}"/>
          </ac:picMkLst>
        </pc:picChg>
        <pc:picChg chg="add del mod">
          <ac:chgData name="Fatima Pillosu" userId="a6295d4dc9e22643" providerId="LiveId" clId="{0EC97EC2-C770-4AE8-9D0C-3702CDF83D14}" dt="2025-05-26T06:15:30.844" v="825" actId="478"/>
          <ac:picMkLst>
            <pc:docMk/>
            <pc:sldMk cId="1380674543" sldId="256"/>
            <ac:picMk id="17" creationId="{1AB615E8-0B17-7B4A-E110-256F4C39CFC6}"/>
          </ac:picMkLst>
        </pc:picChg>
        <pc:picChg chg="add del mod">
          <ac:chgData name="Fatima Pillosu" userId="a6295d4dc9e22643" providerId="LiveId" clId="{0EC97EC2-C770-4AE8-9D0C-3702CDF83D14}" dt="2025-05-25T20:52:53.842" v="81" actId="21"/>
          <ac:picMkLst>
            <pc:docMk/>
            <pc:sldMk cId="1380674543" sldId="256"/>
            <ac:picMk id="18" creationId="{1AB615E8-0B17-7B4A-E110-256F4C39CFC6}"/>
          </ac:picMkLst>
        </pc:picChg>
        <pc:picChg chg="add del mod">
          <ac:chgData name="Fatima Pillosu" userId="a6295d4dc9e22643" providerId="LiveId" clId="{0EC97EC2-C770-4AE8-9D0C-3702CDF83D14}" dt="2025-05-25T20:56:11.319" v="89" actId="21"/>
          <ac:picMkLst>
            <pc:docMk/>
            <pc:sldMk cId="1380674543" sldId="256"/>
            <ac:picMk id="46" creationId="{E9C6D329-88F6-78AE-5643-50A8169BD267}"/>
          </ac:picMkLst>
        </pc:picChg>
        <pc:picChg chg="add del mod">
          <ac:chgData name="Fatima Pillosu" userId="a6295d4dc9e22643" providerId="LiveId" clId="{0EC97EC2-C770-4AE8-9D0C-3702CDF83D14}" dt="2025-05-26T06:16:09.599" v="837" actId="478"/>
          <ac:picMkLst>
            <pc:docMk/>
            <pc:sldMk cId="1380674543" sldId="256"/>
            <ac:picMk id="52" creationId="{9856A293-72A5-FBF7-841D-C30CE3130B62}"/>
          </ac:picMkLst>
        </pc:picChg>
        <pc:picChg chg="add del mod">
          <ac:chgData name="Fatima Pillosu" userId="a6295d4dc9e22643" providerId="LiveId" clId="{0EC97EC2-C770-4AE8-9D0C-3702CDF83D14}" dt="2025-05-26T06:16:07.641" v="835" actId="478"/>
          <ac:picMkLst>
            <pc:docMk/>
            <pc:sldMk cId="1380674543" sldId="256"/>
            <ac:picMk id="53" creationId="{8CD712D8-6C87-BE17-7EC4-6916FC28EEC0}"/>
          </ac:picMkLst>
        </pc:picChg>
        <pc:picChg chg="add del mod">
          <ac:chgData name="Fatima Pillosu" userId="a6295d4dc9e22643" providerId="LiveId" clId="{0EC97EC2-C770-4AE8-9D0C-3702CDF83D14}" dt="2025-05-26T06:16:08.316" v="836" actId="478"/>
          <ac:picMkLst>
            <pc:docMk/>
            <pc:sldMk cId="1380674543" sldId="256"/>
            <ac:picMk id="54" creationId="{8AF96B35-2255-E40A-0622-CAC89CCA3B07}"/>
          </ac:picMkLst>
        </pc:picChg>
        <pc:picChg chg="add del mod">
          <ac:chgData name="Fatima Pillosu" userId="a6295d4dc9e22643" providerId="LiveId" clId="{0EC97EC2-C770-4AE8-9D0C-3702CDF83D14}" dt="2025-05-26T06:16:07.046" v="834" actId="478"/>
          <ac:picMkLst>
            <pc:docMk/>
            <pc:sldMk cId="1380674543" sldId="256"/>
            <ac:picMk id="55" creationId="{6DD042E1-38BD-0363-479A-BAB72032885B}"/>
          </ac:picMkLst>
        </pc:picChg>
        <pc:picChg chg="add del mod">
          <ac:chgData name="Fatima Pillosu" userId="a6295d4dc9e22643" providerId="LiveId" clId="{0EC97EC2-C770-4AE8-9D0C-3702CDF83D14}" dt="2025-05-26T06:16:06.430" v="833" actId="478"/>
          <ac:picMkLst>
            <pc:docMk/>
            <pc:sldMk cId="1380674543" sldId="256"/>
            <ac:picMk id="56" creationId="{8AFC756F-9CB4-E410-E0A4-84278CD01BD0}"/>
          </ac:picMkLst>
        </pc:picChg>
        <pc:picChg chg="add del mod">
          <ac:chgData name="Fatima Pillosu" userId="a6295d4dc9e22643" providerId="LiveId" clId="{0EC97EC2-C770-4AE8-9D0C-3702CDF83D14}" dt="2025-05-25T20:56:11.319" v="89" actId="21"/>
          <ac:picMkLst>
            <pc:docMk/>
            <pc:sldMk cId="1380674543" sldId="256"/>
            <ac:picMk id="60" creationId="{1AB615E8-0B17-7B4A-E110-256F4C39CFC6}"/>
          </ac:picMkLst>
        </pc:picChg>
        <pc:picChg chg="add del mod">
          <ac:chgData name="Fatima Pillosu" userId="a6295d4dc9e22643" providerId="LiveId" clId="{0EC97EC2-C770-4AE8-9D0C-3702CDF83D14}" dt="2025-05-26T06:25:09.232" v="1055" actId="21"/>
          <ac:picMkLst>
            <pc:docMk/>
            <pc:sldMk cId="1380674543" sldId="256"/>
            <ac:picMk id="61" creationId="{1AB91790-241D-C822-350D-3F1D0FD806C2}"/>
          </ac:picMkLst>
        </pc:picChg>
        <pc:picChg chg="add del mod">
          <ac:chgData name="Fatima Pillosu" userId="a6295d4dc9e22643" providerId="LiveId" clId="{0EC97EC2-C770-4AE8-9D0C-3702CDF83D14}" dt="2025-05-26T06:25:09.232" v="1055" actId="21"/>
          <ac:picMkLst>
            <pc:docMk/>
            <pc:sldMk cId="1380674543" sldId="256"/>
            <ac:picMk id="62" creationId="{7D7D65BD-35E5-4272-9263-80296BFF3D58}"/>
          </ac:picMkLst>
        </pc:picChg>
        <pc:picChg chg="add del mod">
          <ac:chgData name="Fatima Pillosu" userId="a6295d4dc9e22643" providerId="LiveId" clId="{0EC97EC2-C770-4AE8-9D0C-3702CDF83D14}" dt="2025-05-26T06:25:09.232" v="1055" actId="21"/>
          <ac:picMkLst>
            <pc:docMk/>
            <pc:sldMk cId="1380674543" sldId="256"/>
            <ac:picMk id="63" creationId="{89912CF2-DF84-DDE8-8A2B-98DD5F581BFE}"/>
          </ac:picMkLst>
        </pc:picChg>
        <pc:picChg chg="add del mod">
          <ac:chgData name="Fatima Pillosu" userId="a6295d4dc9e22643" providerId="LiveId" clId="{0EC97EC2-C770-4AE8-9D0C-3702CDF83D14}" dt="2025-05-26T06:25:09.232" v="1055" actId="21"/>
          <ac:picMkLst>
            <pc:docMk/>
            <pc:sldMk cId="1380674543" sldId="256"/>
            <ac:picMk id="64" creationId="{D99FD916-11FA-2202-E6F8-815B3C1FF0CF}"/>
          </ac:picMkLst>
        </pc:picChg>
        <pc:picChg chg="add del mod">
          <ac:chgData name="Fatima Pillosu" userId="a6295d4dc9e22643" providerId="LiveId" clId="{0EC97EC2-C770-4AE8-9D0C-3702CDF83D14}" dt="2025-05-26T06:25:09.232" v="1055" actId="21"/>
          <ac:picMkLst>
            <pc:docMk/>
            <pc:sldMk cId="1380674543" sldId="256"/>
            <ac:picMk id="65" creationId="{F3A3B378-28A8-1E3A-0B33-C9B2790CEF35}"/>
          </ac:picMkLst>
        </pc:picChg>
        <pc:picChg chg="add del mod">
          <ac:chgData name="Fatima Pillosu" userId="a6295d4dc9e22643" providerId="LiveId" clId="{0EC97EC2-C770-4AE8-9D0C-3702CDF83D14}" dt="2025-05-26T06:25:09.232" v="1055" actId="21"/>
          <ac:picMkLst>
            <pc:docMk/>
            <pc:sldMk cId="1380674543" sldId="256"/>
            <ac:picMk id="66" creationId="{484C5785-0B7E-3E8A-8CD3-3BBB01A73B13}"/>
          </ac:picMkLst>
        </pc:picChg>
        <pc:picChg chg="add del mod">
          <ac:chgData name="Fatima Pillosu" userId="a6295d4dc9e22643" providerId="LiveId" clId="{0EC97EC2-C770-4AE8-9D0C-3702CDF83D14}" dt="2025-05-26T06:28:37.258" v="1291" actId="21"/>
          <ac:picMkLst>
            <pc:docMk/>
            <pc:sldMk cId="1380674543" sldId="256"/>
            <ac:picMk id="79" creationId="{E9C6D329-88F6-78AE-5643-50A8169BD267}"/>
          </ac:picMkLst>
        </pc:picChg>
        <pc:picChg chg="add del mod">
          <ac:chgData name="Fatima Pillosu" userId="a6295d4dc9e22643" providerId="LiveId" clId="{0EC97EC2-C770-4AE8-9D0C-3702CDF83D14}" dt="2025-05-26T05:59:18.012" v="99" actId="21"/>
          <ac:picMkLst>
            <pc:docMk/>
            <pc:sldMk cId="1380674543" sldId="256"/>
            <ac:picMk id="89" creationId="{D26D42B5-73FE-CAB1-1164-A632119A173E}"/>
          </ac:picMkLst>
        </pc:picChg>
        <pc:picChg chg="add del mod">
          <ac:chgData name="Fatima Pillosu" userId="a6295d4dc9e22643" providerId="LiveId" clId="{0EC97EC2-C770-4AE8-9D0C-3702CDF83D14}" dt="2025-05-26T05:59:18.012" v="99" actId="21"/>
          <ac:picMkLst>
            <pc:docMk/>
            <pc:sldMk cId="1380674543" sldId="256"/>
            <ac:picMk id="90" creationId="{E9C6D329-88F6-78AE-5643-50A8169BD267}"/>
          </ac:picMkLst>
        </pc:picChg>
        <pc:picChg chg="add del mod">
          <ac:chgData name="Fatima Pillosu" userId="a6295d4dc9e22643" providerId="LiveId" clId="{0EC97EC2-C770-4AE8-9D0C-3702CDF83D14}" dt="2025-05-26T05:59:18.012" v="99" actId="21"/>
          <ac:picMkLst>
            <pc:docMk/>
            <pc:sldMk cId="1380674543" sldId="256"/>
            <ac:picMk id="104" creationId="{1AB615E8-0B17-7B4A-E110-256F4C39CFC6}"/>
          </ac:picMkLst>
        </pc:picChg>
        <pc:picChg chg="add del mod">
          <ac:chgData name="Fatima Pillosu" userId="a6295d4dc9e22643" providerId="LiveId" clId="{0EC97EC2-C770-4AE8-9D0C-3702CDF83D14}" dt="2025-05-26T06:28:37.258" v="1291" actId="21"/>
          <ac:picMkLst>
            <pc:docMk/>
            <pc:sldMk cId="1380674543" sldId="256"/>
            <ac:picMk id="148" creationId="{1AB91790-241D-C822-350D-3F1D0FD806C2}"/>
          </ac:picMkLst>
        </pc:picChg>
        <pc:picChg chg="add del mod">
          <ac:chgData name="Fatima Pillosu" userId="a6295d4dc9e22643" providerId="LiveId" clId="{0EC97EC2-C770-4AE8-9D0C-3702CDF83D14}" dt="2025-05-26T06:28:37.258" v="1291" actId="21"/>
          <ac:picMkLst>
            <pc:docMk/>
            <pc:sldMk cId="1380674543" sldId="256"/>
            <ac:picMk id="149" creationId="{7D7D65BD-35E5-4272-9263-80296BFF3D58}"/>
          </ac:picMkLst>
        </pc:picChg>
        <pc:picChg chg="add del mod">
          <ac:chgData name="Fatima Pillosu" userId="a6295d4dc9e22643" providerId="LiveId" clId="{0EC97EC2-C770-4AE8-9D0C-3702CDF83D14}" dt="2025-05-26T06:28:37.258" v="1291" actId="21"/>
          <ac:picMkLst>
            <pc:docMk/>
            <pc:sldMk cId="1380674543" sldId="256"/>
            <ac:picMk id="150" creationId="{89912CF2-DF84-DDE8-8A2B-98DD5F581BFE}"/>
          </ac:picMkLst>
        </pc:picChg>
        <pc:picChg chg="add del mod">
          <ac:chgData name="Fatima Pillosu" userId="a6295d4dc9e22643" providerId="LiveId" clId="{0EC97EC2-C770-4AE8-9D0C-3702CDF83D14}" dt="2025-05-26T06:28:37.258" v="1291" actId="21"/>
          <ac:picMkLst>
            <pc:docMk/>
            <pc:sldMk cId="1380674543" sldId="256"/>
            <ac:picMk id="151" creationId="{D99FD916-11FA-2202-E6F8-815B3C1FF0CF}"/>
          </ac:picMkLst>
        </pc:picChg>
        <pc:picChg chg="add del mod">
          <ac:chgData name="Fatima Pillosu" userId="a6295d4dc9e22643" providerId="LiveId" clId="{0EC97EC2-C770-4AE8-9D0C-3702CDF83D14}" dt="2025-05-26T06:28:37.258" v="1291" actId="21"/>
          <ac:picMkLst>
            <pc:docMk/>
            <pc:sldMk cId="1380674543" sldId="256"/>
            <ac:picMk id="152" creationId="{F3A3B378-28A8-1E3A-0B33-C9B2790CEF35}"/>
          </ac:picMkLst>
        </pc:picChg>
        <pc:picChg chg="add del mod">
          <ac:chgData name="Fatima Pillosu" userId="a6295d4dc9e22643" providerId="LiveId" clId="{0EC97EC2-C770-4AE8-9D0C-3702CDF83D14}" dt="2025-05-26T06:28:37.258" v="1291" actId="21"/>
          <ac:picMkLst>
            <pc:docMk/>
            <pc:sldMk cId="1380674543" sldId="256"/>
            <ac:picMk id="153" creationId="{484C5785-0B7E-3E8A-8CD3-3BBB01A73B13}"/>
          </ac:picMkLst>
        </pc:picChg>
        <pc:picChg chg="add mod">
          <ac:chgData name="Fatima Pillosu" userId="a6295d4dc9e22643" providerId="LiveId" clId="{0EC97EC2-C770-4AE8-9D0C-3702CDF83D14}" dt="2025-05-26T06:29:03.683" v="1293" actId="12788"/>
          <ac:picMkLst>
            <pc:docMk/>
            <pc:sldMk cId="1380674543" sldId="256"/>
            <ac:picMk id="164" creationId="{E9C6D329-88F6-78AE-5643-50A8169BD267}"/>
          </ac:picMkLst>
        </pc:picChg>
        <pc:picChg chg="add mod">
          <ac:chgData name="Fatima Pillosu" userId="a6295d4dc9e22643" providerId="LiveId" clId="{0EC97EC2-C770-4AE8-9D0C-3702CDF83D14}" dt="2025-05-26T06:28:50.209" v="1292"/>
          <ac:picMkLst>
            <pc:docMk/>
            <pc:sldMk cId="1380674543" sldId="256"/>
            <ac:picMk id="190" creationId="{1AB91790-241D-C822-350D-3F1D0FD806C2}"/>
          </ac:picMkLst>
        </pc:picChg>
        <pc:picChg chg="add mod">
          <ac:chgData name="Fatima Pillosu" userId="a6295d4dc9e22643" providerId="LiveId" clId="{0EC97EC2-C770-4AE8-9D0C-3702CDF83D14}" dt="2025-05-26T06:28:50.209" v="1292"/>
          <ac:picMkLst>
            <pc:docMk/>
            <pc:sldMk cId="1380674543" sldId="256"/>
            <ac:picMk id="191" creationId="{7D7D65BD-35E5-4272-9263-80296BFF3D58}"/>
          </ac:picMkLst>
        </pc:picChg>
        <pc:picChg chg="add mod">
          <ac:chgData name="Fatima Pillosu" userId="a6295d4dc9e22643" providerId="LiveId" clId="{0EC97EC2-C770-4AE8-9D0C-3702CDF83D14}" dt="2025-05-26T06:28:50.209" v="1292"/>
          <ac:picMkLst>
            <pc:docMk/>
            <pc:sldMk cId="1380674543" sldId="256"/>
            <ac:picMk id="192" creationId="{89912CF2-DF84-DDE8-8A2B-98DD5F581BFE}"/>
          </ac:picMkLst>
        </pc:picChg>
        <pc:picChg chg="add mod">
          <ac:chgData name="Fatima Pillosu" userId="a6295d4dc9e22643" providerId="LiveId" clId="{0EC97EC2-C770-4AE8-9D0C-3702CDF83D14}" dt="2025-05-26T06:28:50.209" v="1292"/>
          <ac:picMkLst>
            <pc:docMk/>
            <pc:sldMk cId="1380674543" sldId="256"/>
            <ac:picMk id="193" creationId="{D99FD916-11FA-2202-E6F8-815B3C1FF0CF}"/>
          </ac:picMkLst>
        </pc:picChg>
        <pc:picChg chg="add mod">
          <ac:chgData name="Fatima Pillosu" userId="a6295d4dc9e22643" providerId="LiveId" clId="{0EC97EC2-C770-4AE8-9D0C-3702CDF83D14}" dt="2025-05-26T06:28:50.209" v="1292"/>
          <ac:picMkLst>
            <pc:docMk/>
            <pc:sldMk cId="1380674543" sldId="256"/>
            <ac:picMk id="194" creationId="{F3A3B378-28A8-1E3A-0B33-C9B2790CEF35}"/>
          </ac:picMkLst>
        </pc:picChg>
        <pc:picChg chg="add mod">
          <ac:chgData name="Fatima Pillosu" userId="a6295d4dc9e22643" providerId="LiveId" clId="{0EC97EC2-C770-4AE8-9D0C-3702CDF83D14}" dt="2025-05-26T06:28:50.209" v="1292"/>
          <ac:picMkLst>
            <pc:docMk/>
            <pc:sldMk cId="1380674543" sldId="256"/>
            <ac:picMk id="195" creationId="{484C5785-0B7E-3E8A-8CD3-3BBB01A73B13}"/>
          </ac:picMkLst>
        </pc:picChg>
        <pc:picChg chg="del mod">
          <ac:chgData name="Fatima Pillosu" userId="a6295d4dc9e22643" providerId="LiveId" clId="{0EC97EC2-C770-4AE8-9D0C-3702CDF83D14}" dt="2025-05-14T22:33:03.334" v="79" actId="21"/>
          <ac:picMkLst>
            <pc:docMk/>
            <pc:sldMk cId="1380674543" sldId="256"/>
            <ac:picMk id="270" creationId="{D26D42B5-73FE-CAB1-1164-A632119A173E}"/>
          </ac:picMkLst>
        </pc:picChg>
        <pc:picChg chg="del mod">
          <ac:chgData name="Fatima Pillosu" userId="a6295d4dc9e22643" providerId="LiveId" clId="{0EC97EC2-C770-4AE8-9D0C-3702CDF83D14}" dt="2025-05-14T22:33:03.334" v="79" actId="21"/>
          <ac:picMkLst>
            <pc:docMk/>
            <pc:sldMk cId="1380674543" sldId="256"/>
            <ac:picMk id="271" creationId="{E9C6D329-88F6-78AE-5643-50A8169BD267}"/>
          </ac:picMkLst>
        </pc:picChg>
        <pc:picChg chg="del mod">
          <ac:chgData name="Fatima Pillosu" userId="a6295d4dc9e22643" providerId="LiveId" clId="{0EC97EC2-C770-4AE8-9D0C-3702CDF83D14}" dt="2025-05-14T22:33:03.334" v="79" actId="21"/>
          <ac:picMkLst>
            <pc:docMk/>
            <pc:sldMk cId="1380674543" sldId="256"/>
            <ac:picMk id="286" creationId="{1AB615E8-0B17-7B4A-E110-256F4C39CFC6}"/>
          </ac:picMkLst>
        </pc:picChg>
      </pc:sldChg>
      <pc:sldChg chg="addSp delSp modSp new del mod">
        <pc:chgData name="Fatima Pillosu" userId="a6295d4dc9e22643" providerId="LiveId" clId="{0EC97EC2-C770-4AE8-9D0C-3702CDF83D14}" dt="2025-05-26T06:28:16.116" v="1288" actId="2696"/>
        <pc:sldMkLst>
          <pc:docMk/>
          <pc:sldMk cId="548172348" sldId="257"/>
        </pc:sldMkLst>
        <pc:spChg chg="del">
          <ac:chgData name="Fatima Pillosu" userId="a6295d4dc9e22643" providerId="LiveId" clId="{0EC97EC2-C770-4AE8-9D0C-3702CDF83D14}" dt="2025-05-26T06:16:20.408" v="839" actId="478"/>
          <ac:spMkLst>
            <pc:docMk/>
            <pc:sldMk cId="548172348" sldId="257"/>
            <ac:spMk id="2" creationId="{C30144E7-2F6E-0336-8685-0E3ABDF8BE0C}"/>
          </ac:spMkLst>
        </pc:spChg>
        <pc:spChg chg="del">
          <ac:chgData name="Fatima Pillosu" userId="a6295d4dc9e22643" providerId="LiveId" clId="{0EC97EC2-C770-4AE8-9D0C-3702CDF83D14}" dt="2025-05-26T06:16:21.036" v="840" actId="478"/>
          <ac:spMkLst>
            <pc:docMk/>
            <pc:sldMk cId="548172348" sldId="257"/>
            <ac:spMk id="3" creationId="{5C309EF4-7FB1-2967-583E-CEBDF51F1286}"/>
          </ac:spMkLst>
        </pc:spChg>
        <pc:picChg chg="add del mod modCrop">
          <ac:chgData name="Fatima Pillosu" userId="a6295d4dc9e22643" providerId="LiveId" clId="{0EC97EC2-C770-4AE8-9D0C-3702CDF83D14}" dt="2025-05-26T06:19:16.580" v="892" actId="21"/>
          <ac:picMkLst>
            <pc:docMk/>
            <pc:sldMk cId="548172348" sldId="257"/>
            <ac:picMk id="5" creationId="{1AB91790-241D-C822-350D-3F1D0FD806C2}"/>
          </ac:picMkLst>
        </pc:picChg>
        <pc:picChg chg="add del mod modCrop">
          <ac:chgData name="Fatima Pillosu" userId="a6295d4dc9e22643" providerId="LiveId" clId="{0EC97EC2-C770-4AE8-9D0C-3702CDF83D14}" dt="2025-05-26T06:19:16.580" v="892" actId="21"/>
          <ac:picMkLst>
            <pc:docMk/>
            <pc:sldMk cId="548172348" sldId="257"/>
            <ac:picMk id="7" creationId="{7D7D65BD-35E5-4272-9263-80296BFF3D58}"/>
          </ac:picMkLst>
        </pc:picChg>
        <pc:picChg chg="add del mod modCrop">
          <ac:chgData name="Fatima Pillosu" userId="a6295d4dc9e22643" providerId="LiveId" clId="{0EC97EC2-C770-4AE8-9D0C-3702CDF83D14}" dt="2025-05-26T06:19:16.580" v="892" actId="21"/>
          <ac:picMkLst>
            <pc:docMk/>
            <pc:sldMk cId="548172348" sldId="257"/>
            <ac:picMk id="9" creationId="{89912CF2-DF84-DDE8-8A2B-98DD5F581BFE}"/>
          </ac:picMkLst>
        </pc:picChg>
        <pc:picChg chg="add del mod modCrop">
          <ac:chgData name="Fatima Pillosu" userId="a6295d4dc9e22643" providerId="LiveId" clId="{0EC97EC2-C770-4AE8-9D0C-3702CDF83D14}" dt="2025-05-26T06:19:16.580" v="892" actId="21"/>
          <ac:picMkLst>
            <pc:docMk/>
            <pc:sldMk cId="548172348" sldId="257"/>
            <ac:picMk id="11" creationId="{D99FD916-11FA-2202-E6F8-815B3C1FF0CF}"/>
          </ac:picMkLst>
        </pc:picChg>
        <pc:picChg chg="add del mod modCrop">
          <ac:chgData name="Fatima Pillosu" userId="a6295d4dc9e22643" providerId="LiveId" clId="{0EC97EC2-C770-4AE8-9D0C-3702CDF83D14}" dt="2025-05-26T06:19:16.580" v="892" actId="21"/>
          <ac:picMkLst>
            <pc:docMk/>
            <pc:sldMk cId="548172348" sldId="257"/>
            <ac:picMk id="13" creationId="{F3A3B378-28A8-1E3A-0B33-C9B2790CEF35}"/>
          </ac:picMkLst>
        </pc:picChg>
        <pc:picChg chg="add del mod modCrop">
          <ac:chgData name="Fatima Pillosu" userId="a6295d4dc9e22643" providerId="LiveId" clId="{0EC97EC2-C770-4AE8-9D0C-3702CDF83D14}" dt="2025-05-26T06:19:16.580" v="892" actId="21"/>
          <ac:picMkLst>
            <pc:docMk/>
            <pc:sldMk cId="548172348" sldId="257"/>
            <ac:picMk id="15" creationId="{484C5785-0B7E-3E8A-8CD3-3BBB01A73B13}"/>
          </ac:picMkLst>
        </pc:picChg>
      </pc:sldChg>
    </pc:docChg>
  </pc:docChgLst>
  <pc:docChgLst>
    <pc:chgData name="Fatima Pillosu" userId="a6295d4dc9e22643" providerId="LiveId" clId="{A639B221-95ED-436B-94AC-BA1E98316219}"/>
    <pc:docChg chg="custSel modSld">
      <pc:chgData name="Fatima Pillosu" userId="a6295d4dc9e22643" providerId="LiveId" clId="{A639B221-95ED-436B-94AC-BA1E98316219}" dt="2024-06-25T03:00:31.126" v="221" actId="20577"/>
      <pc:docMkLst>
        <pc:docMk/>
      </pc:docMkLst>
      <pc:sldChg chg="addSp delSp modSp mod">
        <pc:chgData name="Fatima Pillosu" userId="a6295d4dc9e22643" providerId="LiveId" clId="{A639B221-95ED-436B-94AC-BA1E98316219}" dt="2024-06-25T03:00:31.126" v="221" actId="20577"/>
        <pc:sldMkLst>
          <pc:docMk/>
          <pc:sldMk cId="1380674543" sldId="256"/>
        </pc:sldMkLst>
        <pc:spChg chg="add del mod">
          <ac:chgData name="Fatima Pillosu" userId="a6295d4dc9e22643" providerId="LiveId" clId="{A639B221-95ED-436B-94AC-BA1E98316219}" dt="2024-06-25T02:59:08.093" v="210" actId="21"/>
          <ac:spMkLst>
            <pc:docMk/>
            <pc:sldMk cId="1380674543" sldId="256"/>
            <ac:spMk id="4" creationId="{0C7866F8-3D28-D23F-94F4-31434FC45C8D}"/>
          </ac:spMkLst>
        </pc:spChg>
        <pc:spChg chg="add del mod">
          <ac:chgData name="Fatima Pillosu" userId="a6295d4dc9e22643" providerId="LiveId" clId="{A639B221-95ED-436B-94AC-BA1E98316219}" dt="2024-06-25T02:59:08.093" v="210" actId="21"/>
          <ac:spMkLst>
            <pc:docMk/>
            <pc:sldMk cId="1380674543" sldId="256"/>
            <ac:spMk id="5" creationId="{12F23E37-D850-2205-D764-E65B9EEE2D3F}"/>
          </ac:spMkLst>
        </pc:spChg>
        <pc:spChg chg="add del mod">
          <ac:chgData name="Fatima Pillosu" userId="a6295d4dc9e22643" providerId="LiveId" clId="{A639B221-95ED-436B-94AC-BA1E98316219}" dt="2024-06-25T02:59:08.093" v="210" actId="21"/>
          <ac:spMkLst>
            <pc:docMk/>
            <pc:sldMk cId="1380674543" sldId="256"/>
            <ac:spMk id="6" creationId="{47E1CCA9-1FE1-AC39-2A65-B2530877FE67}"/>
          </ac:spMkLst>
        </pc:spChg>
        <pc:spChg chg="del mod">
          <ac:chgData name="Fatima Pillosu" userId="a6295d4dc9e22643" providerId="LiveId" clId="{A639B221-95ED-436B-94AC-BA1E98316219}" dt="2024-06-24T16:38:55.818" v="15" actId="21"/>
          <ac:spMkLst>
            <pc:docMk/>
            <pc:sldMk cId="1380674543" sldId="256"/>
            <ac:spMk id="7" creationId="{0C7866F8-3D28-D23F-94F4-31434FC45C8D}"/>
          </ac:spMkLst>
        </pc:spChg>
        <pc:spChg chg="add del mod">
          <ac:chgData name="Fatima Pillosu" userId="a6295d4dc9e22643" providerId="LiveId" clId="{A639B221-95ED-436B-94AC-BA1E98316219}" dt="2024-06-25T02:59:08.093" v="210" actId="21"/>
          <ac:spMkLst>
            <pc:docMk/>
            <pc:sldMk cId="1380674543" sldId="256"/>
            <ac:spMk id="7" creationId="{1BF944C8-72B7-EE1A-6F7B-CF42B3774EC5}"/>
          </ac:spMkLst>
        </pc:spChg>
        <pc:spChg chg="del mod">
          <ac:chgData name="Fatima Pillosu" userId="a6295d4dc9e22643" providerId="LiveId" clId="{A639B221-95ED-436B-94AC-BA1E98316219}" dt="2024-06-24T16:38:55.818" v="15" actId="21"/>
          <ac:spMkLst>
            <pc:docMk/>
            <pc:sldMk cId="1380674543" sldId="256"/>
            <ac:spMk id="8" creationId="{12F23E37-D850-2205-D764-E65B9EEE2D3F}"/>
          </ac:spMkLst>
        </pc:spChg>
        <pc:spChg chg="add del mod">
          <ac:chgData name="Fatima Pillosu" userId="a6295d4dc9e22643" providerId="LiveId" clId="{A639B221-95ED-436B-94AC-BA1E98316219}" dt="2024-06-25T02:59:08.093" v="210" actId="21"/>
          <ac:spMkLst>
            <pc:docMk/>
            <pc:sldMk cId="1380674543" sldId="256"/>
            <ac:spMk id="8" creationId="{E426F851-70D0-C74A-EE11-AF956E60CFE7}"/>
          </ac:spMkLst>
        </pc:spChg>
        <pc:spChg chg="add del mod">
          <ac:chgData name="Fatima Pillosu" userId="a6295d4dc9e22643" providerId="LiveId" clId="{A639B221-95ED-436B-94AC-BA1E98316219}" dt="2024-06-25T02:59:08.093" v="210" actId="21"/>
          <ac:spMkLst>
            <pc:docMk/>
            <pc:sldMk cId="1380674543" sldId="256"/>
            <ac:spMk id="9" creationId="{27EB65F3-73F5-B07A-A818-9796C53071D9}"/>
          </ac:spMkLst>
        </pc:spChg>
        <pc:spChg chg="del mod">
          <ac:chgData name="Fatima Pillosu" userId="a6295d4dc9e22643" providerId="LiveId" clId="{A639B221-95ED-436B-94AC-BA1E98316219}" dt="2024-06-24T16:38:55.818" v="15" actId="21"/>
          <ac:spMkLst>
            <pc:docMk/>
            <pc:sldMk cId="1380674543" sldId="256"/>
            <ac:spMk id="9" creationId="{47E1CCA9-1FE1-AC39-2A65-B2530877FE67}"/>
          </ac:spMkLst>
        </pc:spChg>
        <pc:spChg chg="del mod">
          <ac:chgData name="Fatima Pillosu" userId="a6295d4dc9e22643" providerId="LiveId" clId="{A639B221-95ED-436B-94AC-BA1E98316219}" dt="2024-06-24T16:38:55.818" v="15" actId="21"/>
          <ac:spMkLst>
            <pc:docMk/>
            <pc:sldMk cId="1380674543" sldId="256"/>
            <ac:spMk id="10" creationId="{1BF944C8-72B7-EE1A-6F7B-CF42B3774EC5}"/>
          </ac:spMkLst>
        </pc:spChg>
        <pc:spChg chg="add del mod">
          <ac:chgData name="Fatima Pillosu" userId="a6295d4dc9e22643" providerId="LiveId" clId="{A639B221-95ED-436B-94AC-BA1E98316219}" dt="2024-06-25T02:59:08.093" v="210" actId="21"/>
          <ac:spMkLst>
            <pc:docMk/>
            <pc:sldMk cId="1380674543" sldId="256"/>
            <ac:spMk id="10" creationId="{F8E8BF63-273E-0C12-2314-78FB9D7EA77C}"/>
          </ac:spMkLst>
        </pc:spChg>
        <pc:spChg chg="add del mod">
          <ac:chgData name="Fatima Pillosu" userId="a6295d4dc9e22643" providerId="LiveId" clId="{A639B221-95ED-436B-94AC-BA1E98316219}" dt="2024-06-25T02:59:08.093" v="210" actId="21"/>
          <ac:spMkLst>
            <pc:docMk/>
            <pc:sldMk cId="1380674543" sldId="256"/>
            <ac:spMk id="11" creationId="{CAD43641-B052-26FD-5C23-957921D8EC51}"/>
          </ac:spMkLst>
        </pc:spChg>
        <pc:spChg chg="del mod">
          <ac:chgData name="Fatima Pillosu" userId="a6295d4dc9e22643" providerId="LiveId" clId="{A639B221-95ED-436B-94AC-BA1E98316219}" dt="2024-06-24T16:38:55.818" v="15" actId="21"/>
          <ac:spMkLst>
            <pc:docMk/>
            <pc:sldMk cId="1380674543" sldId="256"/>
            <ac:spMk id="11" creationId="{E426F851-70D0-C74A-EE11-AF956E60CFE7}"/>
          </ac:spMkLst>
        </pc:spChg>
        <pc:spChg chg="del mod">
          <ac:chgData name="Fatima Pillosu" userId="a6295d4dc9e22643" providerId="LiveId" clId="{A639B221-95ED-436B-94AC-BA1E98316219}" dt="2024-06-24T16:38:55.818" v="15" actId="21"/>
          <ac:spMkLst>
            <pc:docMk/>
            <pc:sldMk cId="1380674543" sldId="256"/>
            <ac:spMk id="12" creationId="{27EB65F3-73F5-B07A-A818-9796C53071D9}"/>
          </ac:spMkLst>
        </pc:spChg>
        <pc:spChg chg="add del mod">
          <ac:chgData name="Fatima Pillosu" userId="a6295d4dc9e22643" providerId="LiveId" clId="{A639B221-95ED-436B-94AC-BA1E98316219}" dt="2024-06-25T02:59:08.093" v="210" actId="21"/>
          <ac:spMkLst>
            <pc:docMk/>
            <pc:sldMk cId="1380674543" sldId="256"/>
            <ac:spMk id="12" creationId="{31D547D6-3E3A-6367-A806-E3B56F1B5A30}"/>
          </ac:spMkLst>
        </pc:spChg>
        <pc:spChg chg="add del mod">
          <ac:chgData name="Fatima Pillosu" userId="a6295d4dc9e22643" providerId="LiveId" clId="{A639B221-95ED-436B-94AC-BA1E98316219}" dt="2024-06-25T02:59:08.093" v="210" actId="21"/>
          <ac:spMkLst>
            <pc:docMk/>
            <pc:sldMk cId="1380674543" sldId="256"/>
            <ac:spMk id="13" creationId="{E201E88B-CB14-1D48-CC93-3771BD593147}"/>
          </ac:spMkLst>
        </pc:spChg>
        <pc:spChg chg="del mod">
          <ac:chgData name="Fatima Pillosu" userId="a6295d4dc9e22643" providerId="LiveId" clId="{A639B221-95ED-436B-94AC-BA1E98316219}" dt="2024-06-24T16:38:55.818" v="15" actId="21"/>
          <ac:spMkLst>
            <pc:docMk/>
            <pc:sldMk cId="1380674543" sldId="256"/>
            <ac:spMk id="13" creationId="{F8E8BF63-273E-0C12-2314-78FB9D7EA77C}"/>
          </ac:spMkLst>
        </pc:spChg>
        <pc:spChg chg="add del mod">
          <ac:chgData name="Fatima Pillosu" userId="a6295d4dc9e22643" providerId="LiveId" clId="{A639B221-95ED-436B-94AC-BA1E98316219}" dt="2024-06-25T02:59:08.093" v="210" actId="21"/>
          <ac:spMkLst>
            <pc:docMk/>
            <pc:sldMk cId="1380674543" sldId="256"/>
            <ac:spMk id="14" creationId="{8AF1D376-2A82-A44F-4F2C-5830FEE78451}"/>
          </ac:spMkLst>
        </pc:spChg>
        <pc:spChg chg="del mod">
          <ac:chgData name="Fatima Pillosu" userId="a6295d4dc9e22643" providerId="LiveId" clId="{A639B221-95ED-436B-94AC-BA1E98316219}" dt="2024-06-24T16:38:55.818" v="15" actId="21"/>
          <ac:spMkLst>
            <pc:docMk/>
            <pc:sldMk cId="1380674543" sldId="256"/>
            <ac:spMk id="14" creationId="{CAD43641-B052-26FD-5C23-957921D8EC51}"/>
          </ac:spMkLst>
        </pc:spChg>
        <pc:spChg chg="del mod">
          <ac:chgData name="Fatima Pillosu" userId="a6295d4dc9e22643" providerId="LiveId" clId="{A639B221-95ED-436B-94AC-BA1E98316219}" dt="2024-06-24T16:38:55.818" v="15" actId="21"/>
          <ac:spMkLst>
            <pc:docMk/>
            <pc:sldMk cId="1380674543" sldId="256"/>
            <ac:spMk id="15" creationId="{31D547D6-3E3A-6367-A806-E3B56F1B5A30}"/>
          </ac:spMkLst>
        </pc:spChg>
        <pc:spChg chg="add del mod">
          <ac:chgData name="Fatima Pillosu" userId="a6295d4dc9e22643" providerId="LiveId" clId="{A639B221-95ED-436B-94AC-BA1E98316219}" dt="2024-06-25T02:59:08.093" v="210" actId="21"/>
          <ac:spMkLst>
            <pc:docMk/>
            <pc:sldMk cId="1380674543" sldId="256"/>
            <ac:spMk id="15" creationId="{336AAD33-3254-2597-0C5A-D40BACC164CF}"/>
          </ac:spMkLst>
        </pc:spChg>
        <pc:spChg chg="add del mod">
          <ac:chgData name="Fatima Pillosu" userId="a6295d4dc9e22643" providerId="LiveId" clId="{A639B221-95ED-436B-94AC-BA1E98316219}" dt="2024-06-25T02:59:08.093" v="210" actId="21"/>
          <ac:spMkLst>
            <pc:docMk/>
            <pc:sldMk cId="1380674543" sldId="256"/>
            <ac:spMk id="16" creationId="{28538DD9-DAB7-10B4-2328-9112FCBAC9B9}"/>
          </ac:spMkLst>
        </pc:spChg>
        <pc:spChg chg="del mod">
          <ac:chgData name="Fatima Pillosu" userId="a6295d4dc9e22643" providerId="LiveId" clId="{A639B221-95ED-436B-94AC-BA1E98316219}" dt="2024-06-24T16:38:55.818" v="15" actId="21"/>
          <ac:spMkLst>
            <pc:docMk/>
            <pc:sldMk cId="1380674543" sldId="256"/>
            <ac:spMk id="16" creationId="{E201E88B-CB14-1D48-CC93-3771BD593147}"/>
          </ac:spMkLst>
        </pc:spChg>
        <pc:spChg chg="del mod">
          <ac:chgData name="Fatima Pillosu" userId="a6295d4dc9e22643" providerId="LiveId" clId="{A639B221-95ED-436B-94AC-BA1E98316219}" dt="2024-06-24T16:38:55.818" v="15" actId="21"/>
          <ac:spMkLst>
            <pc:docMk/>
            <pc:sldMk cId="1380674543" sldId="256"/>
            <ac:spMk id="17" creationId="{8AF1D376-2A82-A44F-4F2C-5830FEE78451}"/>
          </ac:spMkLst>
        </pc:spChg>
        <pc:spChg chg="add del mod">
          <ac:chgData name="Fatima Pillosu" userId="a6295d4dc9e22643" providerId="LiveId" clId="{A639B221-95ED-436B-94AC-BA1E98316219}" dt="2024-06-25T02:59:08.093" v="210" actId="21"/>
          <ac:spMkLst>
            <pc:docMk/>
            <pc:sldMk cId="1380674543" sldId="256"/>
            <ac:spMk id="17" creationId="{EC17B1CC-8CA4-004D-DEE3-B25D56C75213}"/>
          </ac:spMkLst>
        </pc:spChg>
        <pc:spChg chg="del mod">
          <ac:chgData name="Fatima Pillosu" userId="a6295d4dc9e22643" providerId="LiveId" clId="{A639B221-95ED-436B-94AC-BA1E98316219}" dt="2024-06-24T16:38:55.818" v="15" actId="21"/>
          <ac:spMkLst>
            <pc:docMk/>
            <pc:sldMk cId="1380674543" sldId="256"/>
            <ac:spMk id="18" creationId="{336AAD33-3254-2597-0C5A-D40BACC164CF}"/>
          </ac:spMkLst>
        </pc:spChg>
        <pc:spChg chg="add del mod">
          <ac:chgData name="Fatima Pillosu" userId="a6295d4dc9e22643" providerId="LiveId" clId="{A639B221-95ED-436B-94AC-BA1E98316219}" dt="2024-06-25T02:59:08.093" v="210" actId="21"/>
          <ac:spMkLst>
            <pc:docMk/>
            <pc:sldMk cId="1380674543" sldId="256"/>
            <ac:spMk id="18" creationId="{9F366357-E9B2-2CA5-1755-68B795391F73}"/>
          </ac:spMkLst>
        </pc:spChg>
        <pc:spChg chg="del mod">
          <ac:chgData name="Fatima Pillosu" userId="a6295d4dc9e22643" providerId="LiveId" clId="{A639B221-95ED-436B-94AC-BA1E98316219}" dt="2024-06-24T16:38:55.818" v="15" actId="21"/>
          <ac:spMkLst>
            <pc:docMk/>
            <pc:sldMk cId="1380674543" sldId="256"/>
            <ac:spMk id="19" creationId="{28538DD9-DAB7-10B4-2328-9112FCBAC9B9}"/>
          </ac:spMkLst>
        </pc:spChg>
        <pc:spChg chg="add del mod">
          <ac:chgData name="Fatima Pillosu" userId="a6295d4dc9e22643" providerId="LiveId" clId="{A639B221-95ED-436B-94AC-BA1E98316219}" dt="2024-06-25T02:59:08.093" v="210" actId="21"/>
          <ac:spMkLst>
            <pc:docMk/>
            <pc:sldMk cId="1380674543" sldId="256"/>
            <ac:spMk id="19" creationId="{344C4B38-03CB-55F0-EA16-6F4270C3443B}"/>
          </ac:spMkLst>
        </pc:spChg>
        <pc:spChg chg="add del mod">
          <ac:chgData name="Fatima Pillosu" userId="a6295d4dc9e22643" providerId="LiveId" clId="{A639B221-95ED-436B-94AC-BA1E98316219}" dt="2024-06-25T02:59:08.093" v="210" actId="21"/>
          <ac:spMkLst>
            <pc:docMk/>
            <pc:sldMk cId="1380674543" sldId="256"/>
            <ac:spMk id="20" creationId="{30784AA1-49B7-932A-21A6-6E70BE8E78F9}"/>
          </ac:spMkLst>
        </pc:spChg>
        <pc:spChg chg="del mod">
          <ac:chgData name="Fatima Pillosu" userId="a6295d4dc9e22643" providerId="LiveId" clId="{A639B221-95ED-436B-94AC-BA1E98316219}" dt="2024-06-24T16:38:55.818" v="15" actId="21"/>
          <ac:spMkLst>
            <pc:docMk/>
            <pc:sldMk cId="1380674543" sldId="256"/>
            <ac:spMk id="20" creationId="{EC17B1CC-8CA4-004D-DEE3-B25D56C75213}"/>
          </ac:spMkLst>
        </pc:spChg>
        <pc:spChg chg="del mod">
          <ac:chgData name="Fatima Pillosu" userId="a6295d4dc9e22643" providerId="LiveId" clId="{A639B221-95ED-436B-94AC-BA1E98316219}" dt="2024-06-24T16:38:55.818" v="15" actId="21"/>
          <ac:spMkLst>
            <pc:docMk/>
            <pc:sldMk cId="1380674543" sldId="256"/>
            <ac:spMk id="21" creationId="{9F366357-E9B2-2CA5-1755-68B795391F73}"/>
          </ac:spMkLst>
        </pc:spChg>
        <pc:spChg chg="add del mod">
          <ac:chgData name="Fatima Pillosu" userId="a6295d4dc9e22643" providerId="LiveId" clId="{A639B221-95ED-436B-94AC-BA1E98316219}" dt="2024-06-25T02:59:08.093" v="210" actId="21"/>
          <ac:spMkLst>
            <pc:docMk/>
            <pc:sldMk cId="1380674543" sldId="256"/>
            <ac:spMk id="21" creationId="{BAB5FA82-2A90-06EE-6258-9D203AB1BDB8}"/>
          </ac:spMkLst>
        </pc:spChg>
        <pc:spChg chg="add del mod">
          <ac:chgData name="Fatima Pillosu" userId="a6295d4dc9e22643" providerId="LiveId" clId="{A639B221-95ED-436B-94AC-BA1E98316219}" dt="2024-06-25T02:59:08.093" v="210" actId="21"/>
          <ac:spMkLst>
            <pc:docMk/>
            <pc:sldMk cId="1380674543" sldId="256"/>
            <ac:spMk id="22" creationId="{0CF0744B-6F21-8DAC-A83E-61D8222B0F1B}"/>
          </ac:spMkLst>
        </pc:spChg>
        <pc:spChg chg="del mod">
          <ac:chgData name="Fatima Pillosu" userId="a6295d4dc9e22643" providerId="LiveId" clId="{A639B221-95ED-436B-94AC-BA1E98316219}" dt="2024-06-24T16:38:55.818" v="15" actId="21"/>
          <ac:spMkLst>
            <pc:docMk/>
            <pc:sldMk cId="1380674543" sldId="256"/>
            <ac:spMk id="22" creationId="{344C4B38-03CB-55F0-EA16-6F4270C3443B}"/>
          </ac:spMkLst>
        </pc:spChg>
        <pc:spChg chg="del mod">
          <ac:chgData name="Fatima Pillosu" userId="a6295d4dc9e22643" providerId="LiveId" clId="{A639B221-95ED-436B-94AC-BA1E98316219}" dt="2024-06-24T16:38:55.818" v="15" actId="21"/>
          <ac:spMkLst>
            <pc:docMk/>
            <pc:sldMk cId="1380674543" sldId="256"/>
            <ac:spMk id="23" creationId="{30784AA1-49B7-932A-21A6-6E70BE8E78F9}"/>
          </ac:spMkLst>
        </pc:spChg>
        <pc:spChg chg="add del">
          <ac:chgData name="Fatima Pillosu" userId="a6295d4dc9e22643" providerId="LiveId" clId="{A639B221-95ED-436B-94AC-BA1E98316219}" dt="2024-06-25T02:59:05.030" v="209" actId="478"/>
          <ac:spMkLst>
            <pc:docMk/>
            <pc:sldMk cId="1380674543" sldId="256"/>
            <ac:spMk id="23" creationId="{B6E00075-0CCA-D0C4-0CB1-CE61ED5F8864}"/>
          </ac:spMkLst>
        </pc:spChg>
        <pc:spChg chg="del mod">
          <ac:chgData name="Fatima Pillosu" userId="a6295d4dc9e22643" providerId="LiveId" clId="{A639B221-95ED-436B-94AC-BA1E98316219}" dt="2024-06-24T16:38:55.818" v="15" actId="21"/>
          <ac:spMkLst>
            <pc:docMk/>
            <pc:sldMk cId="1380674543" sldId="256"/>
            <ac:spMk id="24" creationId="{BAB5FA82-2A90-06EE-6258-9D203AB1BDB8}"/>
          </ac:spMkLst>
        </pc:spChg>
        <pc:spChg chg="add del mod">
          <ac:chgData name="Fatima Pillosu" userId="a6295d4dc9e22643" providerId="LiveId" clId="{A639B221-95ED-436B-94AC-BA1E98316219}" dt="2024-06-24T16:38:54.405" v="14" actId="478"/>
          <ac:spMkLst>
            <pc:docMk/>
            <pc:sldMk cId="1380674543" sldId="256"/>
            <ac:spMk id="25" creationId="{C39913BD-F1B8-D77C-E72F-C0A1C591125A}"/>
          </ac:spMkLst>
        </pc:spChg>
        <pc:spChg chg="add del mod">
          <ac:chgData name="Fatima Pillosu" userId="a6295d4dc9e22643" providerId="LiveId" clId="{A639B221-95ED-436B-94AC-BA1E98316219}" dt="2024-06-25T02:55:15.251" v="18" actId="21"/>
          <ac:spMkLst>
            <pc:docMk/>
            <pc:sldMk cId="1380674543" sldId="256"/>
            <ac:spMk id="28" creationId="{0C7866F8-3D28-D23F-94F4-31434FC45C8D}"/>
          </ac:spMkLst>
        </pc:spChg>
        <pc:spChg chg="add del mod">
          <ac:chgData name="Fatima Pillosu" userId="a6295d4dc9e22643" providerId="LiveId" clId="{A639B221-95ED-436B-94AC-BA1E98316219}" dt="2024-06-25T02:55:15.251" v="18" actId="21"/>
          <ac:spMkLst>
            <pc:docMk/>
            <pc:sldMk cId="1380674543" sldId="256"/>
            <ac:spMk id="29" creationId="{12F23E37-D850-2205-D764-E65B9EEE2D3F}"/>
          </ac:spMkLst>
        </pc:spChg>
        <pc:spChg chg="add del mod">
          <ac:chgData name="Fatima Pillosu" userId="a6295d4dc9e22643" providerId="LiveId" clId="{A639B221-95ED-436B-94AC-BA1E98316219}" dt="2024-06-25T02:55:15.251" v="18" actId="21"/>
          <ac:spMkLst>
            <pc:docMk/>
            <pc:sldMk cId="1380674543" sldId="256"/>
            <ac:spMk id="30" creationId="{47E1CCA9-1FE1-AC39-2A65-B2530877FE67}"/>
          </ac:spMkLst>
        </pc:spChg>
        <pc:spChg chg="add del mod">
          <ac:chgData name="Fatima Pillosu" userId="a6295d4dc9e22643" providerId="LiveId" clId="{A639B221-95ED-436B-94AC-BA1E98316219}" dt="2024-06-25T02:55:15.251" v="18" actId="21"/>
          <ac:spMkLst>
            <pc:docMk/>
            <pc:sldMk cId="1380674543" sldId="256"/>
            <ac:spMk id="31" creationId="{1BF944C8-72B7-EE1A-6F7B-CF42B3774EC5}"/>
          </ac:spMkLst>
        </pc:spChg>
        <pc:spChg chg="add del mod">
          <ac:chgData name="Fatima Pillosu" userId="a6295d4dc9e22643" providerId="LiveId" clId="{A639B221-95ED-436B-94AC-BA1E98316219}" dt="2024-06-25T02:55:15.251" v="18" actId="21"/>
          <ac:spMkLst>
            <pc:docMk/>
            <pc:sldMk cId="1380674543" sldId="256"/>
            <ac:spMk id="32" creationId="{E426F851-70D0-C74A-EE11-AF956E60CFE7}"/>
          </ac:spMkLst>
        </pc:spChg>
        <pc:spChg chg="add del mod">
          <ac:chgData name="Fatima Pillosu" userId="a6295d4dc9e22643" providerId="LiveId" clId="{A639B221-95ED-436B-94AC-BA1E98316219}" dt="2024-06-25T02:55:15.251" v="18" actId="21"/>
          <ac:spMkLst>
            <pc:docMk/>
            <pc:sldMk cId="1380674543" sldId="256"/>
            <ac:spMk id="33" creationId="{27EB65F3-73F5-B07A-A818-9796C53071D9}"/>
          </ac:spMkLst>
        </pc:spChg>
        <pc:spChg chg="add del mod">
          <ac:chgData name="Fatima Pillosu" userId="a6295d4dc9e22643" providerId="LiveId" clId="{A639B221-95ED-436B-94AC-BA1E98316219}" dt="2024-06-25T02:55:15.251" v="18" actId="21"/>
          <ac:spMkLst>
            <pc:docMk/>
            <pc:sldMk cId="1380674543" sldId="256"/>
            <ac:spMk id="34" creationId="{F8E8BF63-273E-0C12-2314-78FB9D7EA77C}"/>
          </ac:spMkLst>
        </pc:spChg>
        <pc:spChg chg="add del mod">
          <ac:chgData name="Fatima Pillosu" userId="a6295d4dc9e22643" providerId="LiveId" clId="{A639B221-95ED-436B-94AC-BA1E98316219}" dt="2024-06-25T02:55:15.251" v="18" actId="21"/>
          <ac:spMkLst>
            <pc:docMk/>
            <pc:sldMk cId="1380674543" sldId="256"/>
            <ac:spMk id="35" creationId="{CAD43641-B052-26FD-5C23-957921D8EC51}"/>
          </ac:spMkLst>
        </pc:spChg>
        <pc:spChg chg="add del mod">
          <ac:chgData name="Fatima Pillosu" userId="a6295d4dc9e22643" providerId="LiveId" clId="{A639B221-95ED-436B-94AC-BA1E98316219}" dt="2024-06-25T02:55:15.251" v="18" actId="21"/>
          <ac:spMkLst>
            <pc:docMk/>
            <pc:sldMk cId="1380674543" sldId="256"/>
            <ac:spMk id="36" creationId="{31D547D6-3E3A-6367-A806-E3B56F1B5A30}"/>
          </ac:spMkLst>
        </pc:spChg>
        <pc:spChg chg="add del mod">
          <ac:chgData name="Fatima Pillosu" userId="a6295d4dc9e22643" providerId="LiveId" clId="{A639B221-95ED-436B-94AC-BA1E98316219}" dt="2024-06-25T02:55:15.251" v="18" actId="21"/>
          <ac:spMkLst>
            <pc:docMk/>
            <pc:sldMk cId="1380674543" sldId="256"/>
            <ac:spMk id="37" creationId="{E201E88B-CB14-1D48-CC93-3771BD593147}"/>
          </ac:spMkLst>
        </pc:spChg>
        <pc:spChg chg="add del mod">
          <ac:chgData name="Fatima Pillosu" userId="a6295d4dc9e22643" providerId="LiveId" clId="{A639B221-95ED-436B-94AC-BA1E98316219}" dt="2024-06-25T02:55:15.251" v="18" actId="21"/>
          <ac:spMkLst>
            <pc:docMk/>
            <pc:sldMk cId="1380674543" sldId="256"/>
            <ac:spMk id="38" creationId="{8AF1D376-2A82-A44F-4F2C-5830FEE78451}"/>
          </ac:spMkLst>
        </pc:spChg>
        <pc:spChg chg="add del mod">
          <ac:chgData name="Fatima Pillosu" userId="a6295d4dc9e22643" providerId="LiveId" clId="{A639B221-95ED-436B-94AC-BA1E98316219}" dt="2024-06-25T02:55:15.251" v="18" actId="21"/>
          <ac:spMkLst>
            <pc:docMk/>
            <pc:sldMk cId="1380674543" sldId="256"/>
            <ac:spMk id="39" creationId="{336AAD33-3254-2597-0C5A-D40BACC164CF}"/>
          </ac:spMkLst>
        </pc:spChg>
        <pc:spChg chg="add del mod">
          <ac:chgData name="Fatima Pillosu" userId="a6295d4dc9e22643" providerId="LiveId" clId="{A639B221-95ED-436B-94AC-BA1E98316219}" dt="2024-06-25T02:55:15.251" v="18" actId="21"/>
          <ac:spMkLst>
            <pc:docMk/>
            <pc:sldMk cId="1380674543" sldId="256"/>
            <ac:spMk id="40" creationId="{28538DD9-DAB7-10B4-2328-9112FCBAC9B9}"/>
          </ac:spMkLst>
        </pc:spChg>
        <pc:spChg chg="add del mod">
          <ac:chgData name="Fatima Pillosu" userId="a6295d4dc9e22643" providerId="LiveId" clId="{A639B221-95ED-436B-94AC-BA1E98316219}" dt="2024-06-25T02:55:15.251" v="18" actId="21"/>
          <ac:spMkLst>
            <pc:docMk/>
            <pc:sldMk cId="1380674543" sldId="256"/>
            <ac:spMk id="41" creationId="{EC17B1CC-8CA4-004D-DEE3-B25D56C75213}"/>
          </ac:spMkLst>
        </pc:spChg>
        <pc:spChg chg="add del mod">
          <ac:chgData name="Fatima Pillosu" userId="a6295d4dc9e22643" providerId="LiveId" clId="{A639B221-95ED-436B-94AC-BA1E98316219}" dt="2024-06-25T02:55:15.251" v="18" actId="21"/>
          <ac:spMkLst>
            <pc:docMk/>
            <pc:sldMk cId="1380674543" sldId="256"/>
            <ac:spMk id="42" creationId="{9F366357-E9B2-2CA5-1755-68B795391F73}"/>
          </ac:spMkLst>
        </pc:spChg>
        <pc:spChg chg="add del mod">
          <ac:chgData name="Fatima Pillosu" userId="a6295d4dc9e22643" providerId="LiveId" clId="{A639B221-95ED-436B-94AC-BA1E98316219}" dt="2024-06-25T02:55:15.251" v="18" actId="21"/>
          <ac:spMkLst>
            <pc:docMk/>
            <pc:sldMk cId="1380674543" sldId="256"/>
            <ac:spMk id="43" creationId="{344C4B38-03CB-55F0-EA16-6F4270C3443B}"/>
          </ac:spMkLst>
        </pc:spChg>
        <pc:spChg chg="add del mod">
          <ac:chgData name="Fatima Pillosu" userId="a6295d4dc9e22643" providerId="LiveId" clId="{A639B221-95ED-436B-94AC-BA1E98316219}" dt="2024-06-25T02:55:15.251" v="18" actId="21"/>
          <ac:spMkLst>
            <pc:docMk/>
            <pc:sldMk cId="1380674543" sldId="256"/>
            <ac:spMk id="44" creationId="{30784AA1-49B7-932A-21A6-6E70BE8E78F9}"/>
          </ac:spMkLst>
        </pc:spChg>
        <pc:spChg chg="add del mod">
          <ac:chgData name="Fatima Pillosu" userId="a6295d4dc9e22643" providerId="LiveId" clId="{A639B221-95ED-436B-94AC-BA1E98316219}" dt="2024-06-25T02:55:15.251" v="18" actId="21"/>
          <ac:spMkLst>
            <pc:docMk/>
            <pc:sldMk cId="1380674543" sldId="256"/>
            <ac:spMk id="45" creationId="{BAB5FA82-2A90-06EE-6258-9D203AB1BDB8}"/>
          </ac:spMkLst>
        </pc:spChg>
        <pc:spChg chg="add mod">
          <ac:chgData name="Fatima Pillosu" userId="a6295d4dc9e22643" providerId="LiveId" clId="{A639B221-95ED-436B-94AC-BA1E98316219}" dt="2024-06-25T02:59:19.399" v="211"/>
          <ac:spMkLst>
            <pc:docMk/>
            <pc:sldMk cId="1380674543" sldId="256"/>
            <ac:spMk id="46" creationId="{0C7866F8-3D28-D23F-94F4-31434FC45C8D}"/>
          </ac:spMkLst>
        </pc:spChg>
        <pc:spChg chg="add mod">
          <ac:chgData name="Fatima Pillosu" userId="a6295d4dc9e22643" providerId="LiveId" clId="{A639B221-95ED-436B-94AC-BA1E98316219}" dt="2024-06-25T02:59:19.399" v="211"/>
          <ac:spMkLst>
            <pc:docMk/>
            <pc:sldMk cId="1380674543" sldId="256"/>
            <ac:spMk id="47" creationId="{12F23E37-D850-2205-D764-E65B9EEE2D3F}"/>
          </ac:spMkLst>
        </pc:spChg>
        <pc:spChg chg="add mod">
          <ac:chgData name="Fatima Pillosu" userId="a6295d4dc9e22643" providerId="LiveId" clId="{A639B221-95ED-436B-94AC-BA1E98316219}" dt="2024-06-25T02:59:19.399" v="211"/>
          <ac:spMkLst>
            <pc:docMk/>
            <pc:sldMk cId="1380674543" sldId="256"/>
            <ac:spMk id="48" creationId="{47E1CCA9-1FE1-AC39-2A65-B2530877FE67}"/>
          </ac:spMkLst>
        </pc:spChg>
        <pc:spChg chg="add mod">
          <ac:chgData name="Fatima Pillosu" userId="a6295d4dc9e22643" providerId="LiveId" clId="{A639B221-95ED-436B-94AC-BA1E98316219}" dt="2024-06-25T02:59:19.399" v="211"/>
          <ac:spMkLst>
            <pc:docMk/>
            <pc:sldMk cId="1380674543" sldId="256"/>
            <ac:spMk id="49" creationId="{1BF944C8-72B7-EE1A-6F7B-CF42B3774EC5}"/>
          </ac:spMkLst>
        </pc:spChg>
        <pc:spChg chg="add mod">
          <ac:chgData name="Fatima Pillosu" userId="a6295d4dc9e22643" providerId="LiveId" clId="{A639B221-95ED-436B-94AC-BA1E98316219}" dt="2024-06-25T02:59:19.399" v="211"/>
          <ac:spMkLst>
            <pc:docMk/>
            <pc:sldMk cId="1380674543" sldId="256"/>
            <ac:spMk id="50" creationId="{E426F851-70D0-C74A-EE11-AF956E60CFE7}"/>
          </ac:spMkLst>
        </pc:spChg>
        <pc:spChg chg="add mod">
          <ac:chgData name="Fatima Pillosu" userId="a6295d4dc9e22643" providerId="LiveId" clId="{A639B221-95ED-436B-94AC-BA1E98316219}" dt="2024-06-25T02:59:19.399" v="211"/>
          <ac:spMkLst>
            <pc:docMk/>
            <pc:sldMk cId="1380674543" sldId="256"/>
            <ac:spMk id="51" creationId="{27EB65F3-73F5-B07A-A818-9796C53071D9}"/>
          </ac:spMkLst>
        </pc:spChg>
        <pc:spChg chg="add mod">
          <ac:chgData name="Fatima Pillosu" userId="a6295d4dc9e22643" providerId="LiveId" clId="{A639B221-95ED-436B-94AC-BA1E98316219}" dt="2024-06-25T02:59:19.399" v="211"/>
          <ac:spMkLst>
            <pc:docMk/>
            <pc:sldMk cId="1380674543" sldId="256"/>
            <ac:spMk id="52" creationId="{F8E8BF63-273E-0C12-2314-78FB9D7EA77C}"/>
          </ac:spMkLst>
        </pc:spChg>
        <pc:spChg chg="add mod">
          <ac:chgData name="Fatima Pillosu" userId="a6295d4dc9e22643" providerId="LiveId" clId="{A639B221-95ED-436B-94AC-BA1E98316219}" dt="2024-06-25T02:59:19.399" v="211"/>
          <ac:spMkLst>
            <pc:docMk/>
            <pc:sldMk cId="1380674543" sldId="256"/>
            <ac:spMk id="53" creationId="{CAD43641-B052-26FD-5C23-957921D8EC51}"/>
          </ac:spMkLst>
        </pc:spChg>
        <pc:spChg chg="add mod">
          <ac:chgData name="Fatima Pillosu" userId="a6295d4dc9e22643" providerId="LiveId" clId="{A639B221-95ED-436B-94AC-BA1E98316219}" dt="2024-06-25T02:59:19.399" v="211"/>
          <ac:spMkLst>
            <pc:docMk/>
            <pc:sldMk cId="1380674543" sldId="256"/>
            <ac:spMk id="54" creationId="{31D547D6-3E3A-6367-A806-E3B56F1B5A30}"/>
          </ac:spMkLst>
        </pc:spChg>
        <pc:spChg chg="add mod">
          <ac:chgData name="Fatima Pillosu" userId="a6295d4dc9e22643" providerId="LiveId" clId="{A639B221-95ED-436B-94AC-BA1E98316219}" dt="2024-06-25T02:59:19.399" v="211"/>
          <ac:spMkLst>
            <pc:docMk/>
            <pc:sldMk cId="1380674543" sldId="256"/>
            <ac:spMk id="55" creationId="{E201E88B-CB14-1D48-CC93-3771BD593147}"/>
          </ac:spMkLst>
        </pc:spChg>
        <pc:spChg chg="add mod">
          <ac:chgData name="Fatima Pillosu" userId="a6295d4dc9e22643" providerId="LiveId" clId="{A639B221-95ED-436B-94AC-BA1E98316219}" dt="2024-06-25T02:59:19.399" v="211"/>
          <ac:spMkLst>
            <pc:docMk/>
            <pc:sldMk cId="1380674543" sldId="256"/>
            <ac:spMk id="56" creationId="{8AF1D376-2A82-A44F-4F2C-5830FEE78451}"/>
          </ac:spMkLst>
        </pc:spChg>
        <pc:spChg chg="add mod">
          <ac:chgData name="Fatima Pillosu" userId="a6295d4dc9e22643" providerId="LiveId" clId="{A639B221-95ED-436B-94AC-BA1E98316219}" dt="2024-06-25T02:59:19.399" v="211"/>
          <ac:spMkLst>
            <pc:docMk/>
            <pc:sldMk cId="1380674543" sldId="256"/>
            <ac:spMk id="57" creationId="{336AAD33-3254-2597-0C5A-D40BACC164CF}"/>
          </ac:spMkLst>
        </pc:spChg>
        <pc:spChg chg="add mod">
          <ac:chgData name="Fatima Pillosu" userId="a6295d4dc9e22643" providerId="LiveId" clId="{A639B221-95ED-436B-94AC-BA1E98316219}" dt="2024-06-25T02:59:19.399" v="211"/>
          <ac:spMkLst>
            <pc:docMk/>
            <pc:sldMk cId="1380674543" sldId="256"/>
            <ac:spMk id="58" creationId="{28538DD9-DAB7-10B4-2328-9112FCBAC9B9}"/>
          </ac:spMkLst>
        </pc:spChg>
        <pc:spChg chg="add mod">
          <ac:chgData name="Fatima Pillosu" userId="a6295d4dc9e22643" providerId="LiveId" clId="{A639B221-95ED-436B-94AC-BA1E98316219}" dt="2024-06-25T02:59:19.399" v="211"/>
          <ac:spMkLst>
            <pc:docMk/>
            <pc:sldMk cId="1380674543" sldId="256"/>
            <ac:spMk id="59" creationId="{EC17B1CC-8CA4-004D-DEE3-B25D56C75213}"/>
          </ac:spMkLst>
        </pc:spChg>
        <pc:spChg chg="add mod">
          <ac:chgData name="Fatima Pillosu" userId="a6295d4dc9e22643" providerId="LiveId" clId="{A639B221-95ED-436B-94AC-BA1E98316219}" dt="2024-06-25T02:59:19.399" v="211"/>
          <ac:spMkLst>
            <pc:docMk/>
            <pc:sldMk cId="1380674543" sldId="256"/>
            <ac:spMk id="60" creationId="{9F366357-E9B2-2CA5-1755-68B795391F73}"/>
          </ac:spMkLst>
        </pc:spChg>
        <pc:spChg chg="add mod">
          <ac:chgData name="Fatima Pillosu" userId="a6295d4dc9e22643" providerId="LiveId" clId="{A639B221-95ED-436B-94AC-BA1E98316219}" dt="2024-06-25T02:59:19.399" v="211"/>
          <ac:spMkLst>
            <pc:docMk/>
            <pc:sldMk cId="1380674543" sldId="256"/>
            <ac:spMk id="61" creationId="{344C4B38-03CB-55F0-EA16-6F4270C3443B}"/>
          </ac:spMkLst>
        </pc:spChg>
        <pc:spChg chg="add mod">
          <ac:chgData name="Fatima Pillosu" userId="a6295d4dc9e22643" providerId="LiveId" clId="{A639B221-95ED-436B-94AC-BA1E98316219}" dt="2024-06-25T02:59:19.399" v="211"/>
          <ac:spMkLst>
            <pc:docMk/>
            <pc:sldMk cId="1380674543" sldId="256"/>
            <ac:spMk id="62" creationId="{30784AA1-49B7-932A-21A6-6E70BE8E78F9}"/>
          </ac:spMkLst>
        </pc:spChg>
        <pc:spChg chg="add mod">
          <ac:chgData name="Fatima Pillosu" userId="a6295d4dc9e22643" providerId="LiveId" clId="{A639B221-95ED-436B-94AC-BA1E98316219}" dt="2024-06-25T02:59:19.399" v="211"/>
          <ac:spMkLst>
            <pc:docMk/>
            <pc:sldMk cId="1380674543" sldId="256"/>
            <ac:spMk id="63" creationId="{BAB5FA82-2A90-06EE-6258-9D203AB1BDB8}"/>
          </ac:spMkLst>
        </pc:spChg>
        <pc:spChg chg="add mod">
          <ac:chgData name="Fatima Pillosu" userId="a6295d4dc9e22643" providerId="LiveId" clId="{A639B221-95ED-436B-94AC-BA1E98316219}" dt="2024-06-25T03:00:31.126" v="221" actId="20577"/>
          <ac:spMkLst>
            <pc:docMk/>
            <pc:sldMk cId="1380674543" sldId="256"/>
            <ac:spMk id="64" creationId="{0CF0744B-6F21-8DAC-A83E-61D8222B0F1B}"/>
          </ac:spMkLst>
        </pc:spChg>
        <pc:picChg chg="add del mod">
          <ac:chgData name="Fatima Pillosu" userId="a6295d4dc9e22643" providerId="LiveId" clId="{A639B221-95ED-436B-94AC-BA1E98316219}" dt="2024-06-25T02:59:08.093" v="210" actId="21"/>
          <ac:picMkLst>
            <pc:docMk/>
            <pc:sldMk cId="1380674543" sldId="256"/>
            <ac:picMk id="2" creationId="{D26D42B5-73FE-CAB1-1164-A632119A173E}"/>
          </ac:picMkLst>
        </pc:picChg>
        <pc:picChg chg="add del mod">
          <ac:chgData name="Fatima Pillosu" userId="a6295d4dc9e22643" providerId="LiveId" clId="{A639B221-95ED-436B-94AC-BA1E98316219}" dt="2024-06-25T02:59:08.093" v="210" actId="21"/>
          <ac:picMkLst>
            <pc:docMk/>
            <pc:sldMk cId="1380674543" sldId="256"/>
            <ac:picMk id="3" creationId="{E9C6D329-88F6-78AE-5643-50A8169BD267}"/>
          </ac:picMkLst>
        </pc:picChg>
        <pc:picChg chg="del mod">
          <ac:chgData name="Fatima Pillosu" userId="a6295d4dc9e22643" providerId="LiveId" clId="{A639B221-95ED-436B-94AC-BA1E98316219}" dt="2024-06-24T16:38:55.818" v="15" actId="21"/>
          <ac:picMkLst>
            <pc:docMk/>
            <pc:sldMk cId="1380674543" sldId="256"/>
            <ac:picMk id="5" creationId="{D26D42B5-73FE-CAB1-1164-A632119A173E}"/>
          </ac:picMkLst>
        </pc:picChg>
        <pc:picChg chg="del mod">
          <ac:chgData name="Fatima Pillosu" userId="a6295d4dc9e22643" providerId="LiveId" clId="{A639B221-95ED-436B-94AC-BA1E98316219}" dt="2024-06-24T16:38:55.818" v="15" actId="21"/>
          <ac:picMkLst>
            <pc:docMk/>
            <pc:sldMk cId="1380674543" sldId="256"/>
            <ac:picMk id="6" creationId="{E9C6D329-88F6-78AE-5643-50A8169BD267}"/>
          </ac:picMkLst>
        </pc:picChg>
        <pc:picChg chg="add mod">
          <ac:chgData name="Fatima Pillosu" userId="a6295d4dc9e22643" providerId="LiveId" clId="{A639B221-95ED-436B-94AC-BA1E98316219}" dt="2024-06-25T02:59:19.399" v="211"/>
          <ac:picMkLst>
            <pc:docMk/>
            <pc:sldMk cId="1380674543" sldId="256"/>
            <ac:picMk id="24" creationId="{D26D42B5-73FE-CAB1-1164-A632119A173E}"/>
          </ac:picMkLst>
        </pc:picChg>
        <pc:picChg chg="add mod">
          <ac:chgData name="Fatima Pillosu" userId="a6295d4dc9e22643" providerId="LiveId" clId="{A639B221-95ED-436B-94AC-BA1E98316219}" dt="2024-06-25T02:59:19.399" v="211"/>
          <ac:picMkLst>
            <pc:docMk/>
            <pc:sldMk cId="1380674543" sldId="256"/>
            <ac:picMk id="25" creationId="{E9C6D329-88F6-78AE-5643-50A8169BD267}"/>
          </ac:picMkLst>
        </pc:picChg>
        <pc:picChg chg="add del mod">
          <ac:chgData name="Fatima Pillosu" userId="a6295d4dc9e22643" providerId="LiveId" clId="{A639B221-95ED-436B-94AC-BA1E98316219}" dt="2024-06-25T02:55:15.251" v="18" actId="21"/>
          <ac:picMkLst>
            <pc:docMk/>
            <pc:sldMk cId="1380674543" sldId="256"/>
            <ac:picMk id="26" creationId="{D26D42B5-73FE-CAB1-1164-A632119A173E}"/>
          </ac:picMkLst>
        </pc:picChg>
        <pc:picChg chg="add del mod">
          <ac:chgData name="Fatima Pillosu" userId="a6295d4dc9e22643" providerId="LiveId" clId="{A639B221-95ED-436B-94AC-BA1E98316219}" dt="2024-06-25T02:55:15.251" v="18" actId="21"/>
          <ac:picMkLst>
            <pc:docMk/>
            <pc:sldMk cId="1380674543" sldId="256"/>
            <ac:picMk id="27" creationId="{E9C6D329-88F6-78AE-5643-50A8169BD26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45B529-B9C3-4050-B7E6-F42472C401DC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5338" y="1143000"/>
            <a:ext cx="27273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DDFFF-F0B3-4BDF-9CD8-D69EC516AF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8493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5338" y="1143000"/>
            <a:ext cx="27273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DDFFF-F0B3-4BDF-9CD8-D69EC516AF7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975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515" y="765909"/>
            <a:ext cx="3519170" cy="1629316"/>
          </a:xfrm>
        </p:spPr>
        <p:txBody>
          <a:bodyPr anchor="b"/>
          <a:lstStyle>
            <a:lvl1pPr algn="ctr"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25" y="2458058"/>
            <a:ext cx="3105150" cy="1129904"/>
          </a:xfrm>
        </p:spPr>
        <p:txBody>
          <a:bodyPr/>
          <a:lstStyle>
            <a:lvl1pPr marL="0" indent="0" algn="ctr">
              <a:buNone/>
              <a:defRPr sz="1087"/>
            </a:lvl1pPr>
            <a:lvl2pPr marL="207020" indent="0" algn="ctr">
              <a:buNone/>
              <a:defRPr sz="906"/>
            </a:lvl2pPr>
            <a:lvl3pPr marL="414040" indent="0" algn="ctr">
              <a:buNone/>
              <a:defRPr sz="815"/>
            </a:lvl3pPr>
            <a:lvl4pPr marL="621060" indent="0" algn="ctr">
              <a:buNone/>
              <a:defRPr sz="724"/>
            </a:lvl4pPr>
            <a:lvl5pPr marL="828081" indent="0" algn="ctr">
              <a:buNone/>
              <a:defRPr sz="724"/>
            </a:lvl5pPr>
            <a:lvl6pPr marL="1035101" indent="0" algn="ctr">
              <a:buNone/>
              <a:defRPr sz="724"/>
            </a:lvl6pPr>
            <a:lvl7pPr marL="1242121" indent="0" algn="ctr">
              <a:buNone/>
              <a:defRPr sz="724"/>
            </a:lvl7pPr>
            <a:lvl8pPr marL="1449141" indent="0" algn="ctr">
              <a:buNone/>
              <a:defRPr sz="724"/>
            </a:lvl8pPr>
            <a:lvl9pPr marL="1656161" indent="0" algn="ctr">
              <a:buNone/>
              <a:defRPr sz="7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BE39-9590-4784-9593-CDA6D4690427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79984-8EAC-42B3-82F8-10A5A6AB32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719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BE39-9590-4784-9593-CDA6D4690427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79984-8EAC-42B3-82F8-10A5A6AB32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168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82" y="1166739"/>
            <a:ext cx="3570923" cy="1946729"/>
          </a:xfrm>
        </p:spPr>
        <p:txBody>
          <a:bodyPr anchor="b"/>
          <a:lstStyle>
            <a:lvl1pPr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82" y="3131884"/>
            <a:ext cx="3570923" cy="1023739"/>
          </a:xfrm>
        </p:spPr>
        <p:txBody>
          <a:bodyPr/>
          <a:lstStyle>
            <a:lvl1pPr marL="0" indent="0">
              <a:buNone/>
              <a:defRPr sz="1087">
                <a:solidFill>
                  <a:schemeClr val="tx1">
                    <a:tint val="82000"/>
                  </a:schemeClr>
                </a:solidFill>
              </a:defRPr>
            </a:lvl1pPr>
            <a:lvl2pPr marL="207020" indent="0">
              <a:buNone/>
              <a:defRPr sz="906">
                <a:solidFill>
                  <a:schemeClr val="tx1">
                    <a:tint val="82000"/>
                  </a:schemeClr>
                </a:solidFill>
              </a:defRPr>
            </a:lvl2pPr>
            <a:lvl3pPr marL="414040" indent="0">
              <a:buNone/>
              <a:defRPr sz="815">
                <a:solidFill>
                  <a:schemeClr val="tx1">
                    <a:tint val="82000"/>
                  </a:schemeClr>
                </a:solidFill>
              </a:defRPr>
            </a:lvl3pPr>
            <a:lvl4pPr marL="621060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4pPr>
            <a:lvl5pPr marL="82808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5pPr>
            <a:lvl6pPr marL="103510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6pPr>
            <a:lvl7pPr marL="124212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7pPr>
            <a:lvl8pPr marL="144914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8pPr>
            <a:lvl9pPr marL="165616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BE39-9590-4784-9593-CDA6D4690427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79984-8EAC-42B3-82F8-10A5A6AB32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030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39" y="1245820"/>
            <a:ext cx="1759585" cy="29693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976" y="1245820"/>
            <a:ext cx="1759585" cy="29693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BE39-9590-4784-9593-CDA6D4690427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79984-8EAC-42B3-82F8-10A5A6AB32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5527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249165"/>
            <a:ext cx="3570923" cy="9045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79" y="1147238"/>
            <a:ext cx="1751498" cy="562244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79" y="1709482"/>
            <a:ext cx="1751498" cy="25143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977" y="1147238"/>
            <a:ext cx="1760124" cy="562244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977" y="1709482"/>
            <a:ext cx="1760124" cy="25143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BE39-9590-4784-9593-CDA6D4690427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79984-8EAC-42B3-82F8-10A5A6AB32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014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BE39-9590-4784-9593-CDA6D4690427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79984-8EAC-42B3-82F8-10A5A6AB32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1614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BE39-9590-4784-9593-CDA6D4690427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79984-8EAC-42B3-82F8-10A5A6AB32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9206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311997"/>
            <a:ext cx="1335322" cy="1091988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124" y="673827"/>
            <a:ext cx="2095976" cy="3325798"/>
          </a:xfrm>
        </p:spPr>
        <p:txBody>
          <a:bodyPr/>
          <a:lstStyle>
            <a:lvl1pPr>
              <a:defRPr sz="1449"/>
            </a:lvl1pPr>
            <a:lvl2pPr>
              <a:defRPr sz="1268"/>
            </a:lvl2pPr>
            <a:lvl3pPr>
              <a:defRPr sz="1087"/>
            </a:lvl3pPr>
            <a:lvl4pPr>
              <a:defRPr sz="906"/>
            </a:lvl4pPr>
            <a:lvl5pPr>
              <a:defRPr sz="906"/>
            </a:lvl5pPr>
            <a:lvl6pPr>
              <a:defRPr sz="906"/>
            </a:lvl6pPr>
            <a:lvl7pPr>
              <a:defRPr sz="906"/>
            </a:lvl7pPr>
            <a:lvl8pPr>
              <a:defRPr sz="906"/>
            </a:lvl8pPr>
            <a:lvl9pPr>
              <a:defRPr sz="9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403985"/>
            <a:ext cx="1335322" cy="2601056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BE39-9590-4784-9593-CDA6D4690427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79984-8EAC-42B3-82F8-10A5A6AB32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5169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311997"/>
            <a:ext cx="1335322" cy="1091988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124" y="673827"/>
            <a:ext cx="2095976" cy="3325798"/>
          </a:xfrm>
        </p:spPr>
        <p:txBody>
          <a:bodyPr anchor="t"/>
          <a:lstStyle>
            <a:lvl1pPr marL="0" indent="0">
              <a:buNone/>
              <a:defRPr sz="1449"/>
            </a:lvl1pPr>
            <a:lvl2pPr marL="207020" indent="0">
              <a:buNone/>
              <a:defRPr sz="1268"/>
            </a:lvl2pPr>
            <a:lvl3pPr marL="414040" indent="0">
              <a:buNone/>
              <a:defRPr sz="1087"/>
            </a:lvl3pPr>
            <a:lvl4pPr marL="621060" indent="0">
              <a:buNone/>
              <a:defRPr sz="906"/>
            </a:lvl4pPr>
            <a:lvl5pPr marL="828081" indent="0">
              <a:buNone/>
              <a:defRPr sz="906"/>
            </a:lvl5pPr>
            <a:lvl6pPr marL="1035101" indent="0">
              <a:buNone/>
              <a:defRPr sz="906"/>
            </a:lvl6pPr>
            <a:lvl7pPr marL="1242121" indent="0">
              <a:buNone/>
              <a:defRPr sz="906"/>
            </a:lvl7pPr>
            <a:lvl8pPr marL="1449141" indent="0">
              <a:buNone/>
              <a:defRPr sz="906"/>
            </a:lvl8pPr>
            <a:lvl9pPr marL="1656161" indent="0">
              <a:buNone/>
              <a:defRPr sz="9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403985"/>
            <a:ext cx="1335322" cy="2601056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BE39-9590-4784-9593-CDA6D4690427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79984-8EAC-42B3-82F8-10A5A6AB32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418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BE39-9590-4784-9593-CDA6D4690427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79984-8EAC-42B3-82F8-10A5A6AB32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3453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831" y="249164"/>
            <a:ext cx="892731" cy="39660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39" y="249164"/>
            <a:ext cx="2626439" cy="39660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BE39-9590-4784-9593-CDA6D4690427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79984-8EAC-42B3-82F8-10A5A6AB32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035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39" y="249165"/>
            <a:ext cx="3570923" cy="904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39" y="1245820"/>
            <a:ext cx="3570923" cy="2969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39" y="4337621"/>
            <a:ext cx="931545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08BE39-9590-4784-9593-CDA6D4690427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441" y="4337621"/>
            <a:ext cx="1397318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4016" y="4337621"/>
            <a:ext cx="931545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179984-8EAC-42B3-82F8-10A5A6AB32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2413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414040" rtl="0" eaLnBrk="1" latinLnBrk="0" hangingPunct="1">
        <a:lnSpc>
          <a:spcPct val="90000"/>
        </a:lnSpc>
        <a:spcBef>
          <a:spcPct val="0"/>
        </a:spcBef>
        <a:buNone/>
        <a:defRPr sz="1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510" indent="-103510" algn="l" defTabSz="414040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268" kern="1200">
          <a:solidFill>
            <a:schemeClr val="tx1"/>
          </a:solidFill>
          <a:latin typeface="+mn-lt"/>
          <a:ea typeface="+mn-ea"/>
          <a:cs typeface="+mn-cs"/>
        </a:defRPr>
      </a:lvl1pPr>
      <a:lvl2pPr marL="31053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2pPr>
      <a:lvl3pPr marL="51755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906" kern="1200">
          <a:solidFill>
            <a:schemeClr val="tx1"/>
          </a:solidFill>
          <a:latin typeface="+mn-lt"/>
          <a:ea typeface="+mn-ea"/>
          <a:cs typeface="+mn-cs"/>
        </a:defRPr>
      </a:lvl3pPr>
      <a:lvl4pPr marL="7245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93159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13861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34563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55265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7596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1pPr>
      <a:lvl2pPr marL="20702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2pPr>
      <a:lvl3pPr marL="41404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3pPr>
      <a:lvl4pPr marL="62106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82808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03510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24212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44914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65616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21" descr="A map of the united states&#10;&#10;Description automatically generated">
            <a:extLst>
              <a:ext uri="{FF2B5EF4-FFF2-40B4-BE49-F238E27FC236}">
                <a16:creationId xmlns:a16="http://schemas.microsoft.com/office/drawing/2014/main" id="{E9C6D329-88F6-78AE-5643-50A8169BD26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66" t="22742" r="11323" b="73834"/>
          <a:stretch/>
        </p:blipFill>
        <p:spPr>
          <a:xfrm>
            <a:off x="666100" y="596299"/>
            <a:ext cx="2808000" cy="87881"/>
          </a:xfrm>
          <a:prstGeom prst="rect">
            <a:avLst/>
          </a:prstGeom>
        </p:spPr>
      </p:pic>
      <p:sp>
        <p:nvSpPr>
          <p:cNvPr id="4" name="TextBox 228">
            <a:extLst>
              <a:ext uri="{FF2B5EF4-FFF2-40B4-BE49-F238E27FC236}">
                <a16:creationId xmlns:a16="http://schemas.microsoft.com/office/drawing/2014/main" id="{F8E8BF63-273E-0C12-2314-78FB9D7EA77C}"/>
              </a:ext>
            </a:extLst>
          </p:cNvPr>
          <p:cNvSpPr txBox="1"/>
          <p:nvPr/>
        </p:nvSpPr>
        <p:spPr>
          <a:xfrm>
            <a:off x="3273496" y="416829"/>
            <a:ext cx="354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100</a:t>
            </a:r>
          </a:p>
        </p:txBody>
      </p:sp>
      <p:sp>
        <p:nvSpPr>
          <p:cNvPr id="5" name="TextBox 229">
            <a:extLst>
              <a:ext uri="{FF2B5EF4-FFF2-40B4-BE49-F238E27FC236}">
                <a16:creationId xmlns:a16="http://schemas.microsoft.com/office/drawing/2014/main" id="{31D547D6-3E3A-6367-A806-E3B56F1B5A30}"/>
              </a:ext>
            </a:extLst>
          </p:cNvPr>
          <p:cNvSpPr txBox="1"/>
          <p:nvPr/>
        </p:nvSpPr>
        <p:spPr>
          <a:xfrm>
            <a:off x="2719764" y="416829"/>
            <a:ext cx="354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80</a:t>
            </a:r>
          </a:p>
        </p:txBody>
      </p:sp>
      <p:sp>
        <p:nvSpPr>
          <p:cNvPr id="6" name="TextBox 230">
            <a:extLst>
              <a:ext uri="{FF2B5EF4-FFF2-40B4-BE49-F238E27FC236}">
                <a16:creationId xmlns:a16="http://schemas.microsoft.com/office/drawing/2014/main" id="{8AF1D376-2A82-A44F-4F2C-5830FEE78451}"/>
              </a:ext>
            </a:extLst>
          </p:cNvPr>
          <p:cNvSpPr txBox="1"/>
          <p:nvPr/>
        </p:nvSpPr>
        <p:spPr>
          <a:xfrm>
            <a:off x="2166030" y="416829"/>
            <a:ext cx="354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60</a:t>
            </a:r>
          </a:p>
        </p:txBody>
      </p:sp>
      <p:sp>
        <p:nvSpPr>
          <p:cNvPr id="7" name="TextBox 231">
            <a:extLst>
              <a:ext uri="{FF2B5EF4-FFF2-40B4-BE49-F238E27FC236}">
                <a16:creationId xmlns:a16="http://schemas.microsoft.com/office/drawing/2014/main" id="{28538DD9-DAB7-10B4-2328-9112FCBAC9B9}"/>
              </a:ext>
            </a:extLst>
          </p:cNvPr>
          <p:cNvSpPr txBox="1"/>
          <p:nvPr/>
        </p:nvSpPr>
        <p:spPr>
          <a:xfrm>
            <a:off x="1612296" y="416829"/>
            <a:ext cx="354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</a:p>
        </p:txBody>
      </p:sp>
      <p:sp>
        <p:nvSpPr>
          <p:cNvPr id="8" name="TextBox 232">
            <a:extLst>
              <a:ext uri="{FF2B5EF4-FFF2-40B4-BE49-F238E27FC236}">
                <a16:creationId xmlns:a16="http://schemas.microsoft.com/office/drawing/2014/main" id="{9F366357-E9B2-2CA5-1755-68B795391F73}"/>
              </a:ext>
            </a:extLst>
          </p:cNvPr>
          <p:cNvSpPr txBox="1"/>
          <p:nvPr/>
        </p:nvSpPr>
        <p:spPr>
          <a:xfrm>
            <a:off x="1058562" y="416829"/>
            <a:ext cx="354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20</a:t>
            </a:r>
          </a:p>
        </p:txBody>
      </p:sp>
      <p:sp>
        <p:nvSpPr>
          <p:cNvPr id="9" name="TextBox 233">
            <a:extLst>
              <a:ext uri="{FF2B5EF4-FFF2-40B4-BE49-F238E27FC236}">
                <a16:creationId xmlns:a16="http://schemas.microsoft.com/office/drawing/2014/main" id="{344C4B38-03CB-55F0-EA16-6F4270C3443B}"/>
              </a:ext>
            </a:extLst>
          </p:cNvPr>
          <p:cNvSpPr txBox="1"/>
          <p:nvPr/>
        </p:nvSpPr>
        <p:spPr>
          <a:xfrm>
            <a:off x="504828" y="416829"/>
            <a:ext cx="354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</a:p>
        </p:txBody>
      </p:sp>
      <p:sp>
        <p:nvSpPr>
          <p:cNvPr id="10" name="TextBox 251">
            <a:extLst>
              <a:ext uri="{FF2B5EF4-FFF2-40B4-BE49-F238E27FC236}">
                <a16:creationId xmlns:a16="http://schemas.microsoft.com/office/drawing/2014/main" id="{3E807561-1BE6-323C-01CD-ACB63198B423}"/>
              </a:ext>
            </a:extLst>
          </p:cNvPr>
          <p:cNvSpPr txBox="1"/>
          <p:nvPr/>
        </p:nvSpPr>
        <p:spPr>
          <a:xfrm>
            <a:off x="-206842" y="876131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11" name="TextBox 252">
            <a:extLst>
              <a:ext uri="{FF2B5EF4-FFF2-40B4-BE49-F238E27FC236}">
                <a16:creationId xmlns:a16="http://schemas.microsoft.com/office/drawing/2014/main" id="{36CCD4FD-C539-D5EE-73D0-29235DA41DB6}"/>
              </a:ext>
            </a:extLst>
          </p:cNvPr>
          <p:cNvSpPr txBox="1"/>
          <p:nvPr/>
        </p:nvSpPr>
        <p:spPr>
          <a:xfrm>
            <a:off x="-206842" y="1266444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12" name="TextBox 253">
            <a:extLst>
              <a:ext uri="{FF2B5EF4-FFF2-40B4-BE49-F238E27FC236}">
                <a16:creationId xmlns:a16="http://schemas.microsoft.com/office/drawing/2014/main" id="{E464C751-1730-9A7E-ECC2-2153B2204BBA}"/>
              </a:ext>
            </a:extLst>
          </p:cNvPr>
          <p:cNvSpPr txBox="1"/>
          <p:nvPr/>
        </p:nvSpPr>
        <p:spPr>
          <a:xfrm>
            <a:off x="-206842" y="1593794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13" name="TextBox 254">
            <a:extLst>
              <a:ext uri="{FF2B5EF4-FFF2-40B4-BE49-F238E27FC236}">
                <a16:creationId xmlns:a16="http://schemas.microsoft.com/office/drawing/2014/main" id="{99BDB8A4-0494-689D-2507-94CDCEB8D0C2}"/>
              </a:ext>
            </a:extLst>
          </p:cNvPr>
          <p:cNvSpPr txBox="1"/>
          <p:nvPr/>
        </p:nvSpPr>
        <p:spPr>
          <a:xfrm>
            <a:off x="265482" y="4509909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120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14" name="TextBox 255">
            <a:extLst>
              <a:ext uri="{FF2B5EF4-FFF2-40B4-BE49-F238E27FC236}">
                <a16:creationId xmlns:a16="http://schemas.microsoft.com/office/drawing/2014/main" id="{22C4AD5E-E154-1EAD-C284-141D4E15EB00}"/>
              </a:ext>
            </a:extLst>
          </p:cNvPr>
          <p:cNvSpPr txBox="1"/>
          <p:nvPr/>
        </p:nvSpPr>
        <p:spPr>
          <a:xfrm>
            <a:off x="811484" y="4509909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15" name="TextBox 256">
            <a:extLst>
              <a:ext uri="{FF2B5EF4-FFF2-40B4-BE49-F238E27FC236}">
                <a16:creationId xmlns:a16="http://schemas.microsoft.com/office/drawing/2014/main" id="{64644FAA-9682-8175-4D83-E0FAEBF5AECF}"/>
              </a:ext>
            </a:extLst>
          </p:cNvPr>
          <p:cNvSpPr txBox="1"/>
          <p:nvPr/>
        </p:nvSpPr>
        <p:spPr>
          <a:xfrm>
            <a:off x="1352143" y="4509909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80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16" name="TextBox 260">
            <a:extLst>
              <a:ext uri="{FF2B5EF4-FFF2-40B4-BE49-F238E27FC236}">
                <a16:creationId xmlns:a16="http://schemas.microsoft.com/office/drawing/2014/main" id="{59215346-0A39-CC39-D2D8-603954054EC6}"/>
              </a:ext>
            </a:extLst>
          </p:cNvPr>
          <p:cNvSpPr txBox="1"/>
          <p:nvPr/>
        </p:nvSpPr>
        <p:spPr>
          <a:xfrm>
            <a:off x="781695" y="416829"/>
            <a:ext cx="354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</a:t>
            </a:r>
          </a:p>
        </p:txBody>
      </p:sp>
      <p:sp>
        <p:nvSpPr>
          <p:cNvPr id="17" name="TextBox 261">
            <a:extLst>
              <a:ext uri="{FF2B5EF4-FFF2-40B4-BE49-F238E27FC236}">
                <a16:creationId xmlns:a16="http://schemas.microsoft.com/office/drawing/2014/main" id="{C7F77EE4-03F2-CE29-7AAC-D2E58CAD0D6F}"/>
              </a:ext>
            </a:extLst>
          </p:cNvPr>
          <p:cNvSpPr txBox="1"/>
          <p:nvPr/>
        </p:nvSpPr>
        <p:spPr>
          <a:xfrm>
            <a:off x="1335429" y="416829"/>
            <a:ext cx="354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30</a:t>
            </a:r>
          </a:p>
        </p:txBody>
      </p:sp>
      <p:sp>
        <p:nvSpPr>
          <p:cNvPr id="18" name="TextBox 262">
            <a:extLst>
              <a:ext uri="{FF2B5EF4-FFF2-40B4-BE49-F238E27FC236}">
                <a16:creationId xmlns:a16="http://schemas.microsoft.com/office/drawing/2014/main" id="{858257CA-1ABF-6E30-7CB5-A356C4E21C51}"/>
              </a:ext>
            </a:extLst>
          </p:cNvPr>
          <p:cNvSpPr txBox="1"/>
          <p:nvPr/>
        </p:nvSpPr>
        <p:spPr>
          <a:xfrm>
            <a:off x="1889163" y="416829"/>
            <a:ext cx="354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</a:t>
            </a:r>
          </a:p>
        </p:txBody>
      </p:sp>
      <p:sp>
        <p:nvSpPr>
          <p:cNvPr id="19" name="TextBox 263">
            <a:extLst>
              <a:ext uri="{FF2B5EF4-FFF2-40B4-BE49-F238E27FC236}">
                <a16:creationId xmlns:a16="http://schemas.microsoft.com/office/drawing/2014/main" id="{C9DC7499-5DE0-F436-0A8B-A070DEA8096C}"/>
              </a:ext>
            </a:extLst>
          </p:cNvPr>
          <p:cNvSpPr txBox="1"/>
          <p:nvPr/>
        </p:nvSpPr>
        <p:spPr>
          <a:xfrm>
            <a:off x="2442897" y="416829"/>
            <a:ext cx="354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70</a:t>
            </a:r>
          </a:p>
        </p:txBody>
      </p:sp>
      <p:sp>
        <p:nvSpPr>
          <p:cNvPr id="20" name="TextBox 264">
            <a:extLst>
              <a:ext uri="{FF2B5EF4-FFF2-40B4-BE49-F238E27FC236}">
                <a16:creationId xmlns:a16="http://schemas.microsoft.com/office/drawing/2014/main" id="{ECD1FCB4-C01C-4739-8CFD-EEF0675DC2CE}"/>
              </a:ext>
            </a:extLst>
          </p:cNvPr>
          <p:cNvSpPr txBox="1"/>
          <p:nvPr/>
        </p:nvSpPr>
        <p:spPr>
          <a:xfrm>
            <a:off x="2996631" y="416829"/>
            <a:ext cx="354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90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E8FD3D-C79B-D426-8AE9-82F68C21C708}"/>
              </a:ext>
            </a:extLst>
          </p:cNvPr>
          <p:cNvSpPr txBox="1"/>
          <p:nvPr/>
        </p:nvSpPr>
        <p:spPr>
          <a:xfrm>
            <a:off x="-83151" y="-70934"/>
            <a:ext cx="40423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Percentage of soil maximum saturation (ERA5)</a:t>
            </a:r>
          </a:p>
          <a:p>
            <a:r>
              <a:rPr lang="en-US" sz="10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Dynamic Field (VT: 2021-09-01 at 00 UTC)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FA82F6-2E04-BEE1-0526-52932A1FDFD9}"/>
              </a:ext>
            </a:extLst>
          </p:cNvPr>
          <p:cNvSpPr txBox="1"/>
          <p:nvPr/>
        </p:nvSpPr>
        <p:spPr>
          <a:xfrm>
            <a:off x="2126713" y="686757"/>
            <a:ext cx="2124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b) FC: 2021-08-31 at 00 UTC (t+24) – Day 1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63EF7E-EE96-2362-62E6-452A3D06E3EA}"/>
              </a:ext>
            </a:extLst>
          </p:cNvPr>
          <p:cNvSpPr txBox="1"/>
          <p:nvPr/>
        </p:nvSpPr>
        <p:spPr>
          <a:xfrm>
            <a:off x="-74570" y="686757"/>
            <a:ext cx="2124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a) Reanalysis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E40E72-71AE-748D-E62D-0CE5A4BC830D}"/>
              </a:ext>
            </a:extLst>
          </p:cNvPr>
          <p:cNvSpPr txBox="1"/>
          <p:nvPr/>
        </p:nvSpPr>
        <p:spPr>
          <a:xfrm>
            <a:off x="-74570" y="1987812"/>
            <a:ext cx="2124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c) FC: 2021-08-30 at 00 UTC (t+48) – Day 2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23FFA6-7F3C-466D-8FF0-FCF8A6EB6A16}"/>
              </a:ext>
            </a:extLst>
          </p:cNvPr>
          <p:cNvSpPr txBox="1"/>
          <p:nvPr/>
        </p:nvSpPr>
        <p:spPr>
          <a:xfrm>
            <a:off x="-74571" y="3298012"/>
            <a:ext cx="2189221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e) FC: 2021-08-28 at 00 UTC (t+96) – Day 4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7627DE-C47B-FDBC-6171-047EAAE6249A}"/>
              </a:ext>
            </a:extLst>
          </p:cNvPr>
          <p:cNvSpPr txBox="1"/>
          <p:nvPr/>
        </p:nvSpPr>
        <p:spPr>
          <a:xfrm>
            <a:off x="2126713" y="1985351"/>
            <a:ext cx="2247127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d) FC: 2021-08-29 at 00 UTC (t+72) – Day 3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C38C60-0BE9-A9A4-4473-582A0732B605}"/>
              </a:ext>
            </a:extLst>
          </p:cNvPr>
          <p:cNvSpPr txBox="1"/>
          <p:nvPr/>
        </p:nvSpPr>
        <p:spPr>
          <a:xfrm>
            <a:off x="2126713" y="3293090"/>
            <a:ext cx="218922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f) FC: 2021-08-27 at 00 UTC (t+120) – Day 5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" name="TextBox 262">
            <a:extLst>
              <a:ext uri="{FF2B5EF4-FFF2-40B4-BE49-F238E27FC236}">
                <a16:creationId xmlns:a16="http://schemas.microsoft.com/office/drawing/2014/main" id="{BE2D46F5-F0A2-2152-17F3-89BB20BFC065}"/>
              </a:ext>
            </a:extLst>
          </p:cNvPr>
          <p:cNvSpPr txBox="1"/>
          <p:nvPr/>
        </p:nvSpPr>
        <p:spPr>
          <a:xfrm>
            <a:off x="1893023" y="293935"/>
            <a:ext cx="354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[%]</a:t>
            </a:r>
          </a:p>
        </p:txBody>
      </p:sp>
      <p:pic>
        <p:nvPicPr>
          <p:cNvPr id="29" name="Picture 28" descr="A map of the united states&#10;&#10;AI-generated content may be incorrect.">
            <a:extLst>
              <a:ext uri="{FF2B5EF4-FFF2-40B4-BE49-F238E27FC236}">
                <a16:creationId xmlns:a16="http://schemas.microsoft.com/office/drawing/2014/main" id="{1AB91790-241D-C822-350D-3F1D0FD806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5" t="28415" r="7292" b="4718"/>
          <a:stretch/>
        </p:blipFill>
        <p:spPr>
          <a:xfrm>
            <a:off x="2203283" y="889159"/>
            <a:ext cx="1919393" cy="1062000"/>
          </a:xfrm>
          <a:prstGeom prst="rect">
            <a:avLst/>
          </a:prstGeom>
        </p:spPr>
      </p:pic>
      <p:pic>
        <p:nvPicPr>
          <p:cNvPr id="30" name="Picture 29" descr="A map of the united states&#10;&#10;AI-generated content may be incorrect.">
            <a:extLst>
              <a:ext uri="{FF2B5EF4-FFF2-40B4-BE49-F238E27FC236}">
                <a16:creationId xmlns:a16="http://schemas.microsoft.com/office/drawing/2014/main" id="{7D7D65BD-35E5-4272-9263-80296BFF3D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5" t="28415" r="7292" b="4718"/>
          <a:stretch/>
        </p:blipFill>
        <p:spPr>
          <a:xfrm>
            <a:off x="255209" y="2191426"/>
            <a:ext cx="1919393" cy="1062000"/>
          </a:xfrm>
          <a:prstGeom prst="rect">
            <a:avLst/>
          </a:prstGeom>
        </p:spPr>
      </p:pic>
      <p:pic>
        <p:nvPicPr>
          <p:cNvPr id="31" name="Picture 30" descr="A map of the united states&#10;&#10;AI-generated content may be incorrect.">
            <a:extLst>
              <a:ext uri="{FF2B5EF4-FFF2-40B4-BE49-F238E27FC236}">
                <a16:creationId xmlns:a16="http://schemas.microsoft.com/office/drawing/2014/main" id="{89912CF2-DF84-DDE8-8A2B-98DD5F581B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5" t="28415" r="7292" b="4718"/>
          <a:stretch/>
        </p:blipFill>
        <p:spPr>
          <a:xfrm>
            <a:off x="2213208" y="2195375"/>
            <a:ext cx="1919393" cy="1062000"/>
          </a:xfrm>
          <a:prstGeom prst="rect">
            <a:avLst/>
          </a:prstGeom>
        </p:spPr>
      </p:pic>
      <p:pic>
        <p:nvPicPr>
          <p:cNvPr id="32" name="Picture 31" descr="A map of the united states&#10;&#10;AI-generated content may be incorrect.">
            <a:extLst>
              <a:ext uri="{FF2B5EF4-FFF2-40B4-BE49-F238E27FC236}">
                <a16:creationId xmlns:a16="http://schemas.microsoft.com/office/drawing/2014/main" id="{D99FD916-11FA-2202-E6F8-815B3C1FF0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5" t="28415" r="7292" b="4718"/>
          <a:stretch/>
        </p:blipFill>
        <p:spPr>
          <a:xfrm>
            <a:off x="255209" y="3498485"/>
            <a:ext cx="1919393" cy="1062000"/>
          </a:xfrm>
          <a:prstGeom prst="rect">
            <a:avLst/>
          </a:prstGeom>
        </p:spPr>
      </p:pic>
      <p:pic>
        <p:nvPicPr>
          <p:cNvPr id="33" name="Picture 32" descr="A map of the united states&#10;&#10;AI-generated content may be incorrect.">
            <a:extLst>
              <a:ext uri="{FF2B5EF4-FFF2-40B4-BE49-F238E27FC236}">
                <a16:creationId xmlns:a16="http://schemas.microsoft.com/office/drawing/2014/main" id="{F3A3B378-28A8-1E3A-0B33-C9B2790CEF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5" t="28415" r="7292" b="4718"/>
          <a:stretch/>
        </p:blipFill>
        <p:spPr>
          <a:xfrm>
            <a:off x="2213208" y="3498485"/>
            <a:ext cx="1919393" cy="1062000"/>
          </a:xfrm>
          <a:prstGeom prst="rect">
            <a:avLst/>
          </a:prstGeom>
        </p:spPr>
      </p:pic>
      <p:pic>
        <p:nvPicPr>
          <p:cNvPr id="34" name="Picture 33" descr="A map of the united states&#10;&#10;AI-generated content may be incorrect.">
            <a:extLst>
              <a:ext uri="{FF2B5EF4-FFF2-40B4-BE49-F238E27FC236}">
                <a16:creationId xmlns:a16="http://schemas.microsoft.com/office/drawing/2014/main" id="{484C5785-0B7E-3E8A-8CD3-3BBB01A73B1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5" t="28415" r="7292" b="4718"/>
          <a:stretch/>
        </p:blipFill>
        <p:spPr>
          <a:xfrm>
            <a:off x="255209" y="889159"/>
            <a:ext cx="1919393" cy="1062000"/>
          </a:xfrm>
          <a:prstGeom prst="rect">
            <a:avLst/>
          </a:prstGeom>
        </p:spPr>
      </p:pic>
      <p:sp>
        <p:nvSpPr>
          <p:cNvPr id="35" name="TextBox 251">
            <a:extLst>
              <a:ext uri="{FF2B5EF4-FFF2-40B4-BE49-F238E27FC236}">
                <a16:creationId xmlns:a16="http://schemas.microsoft.com/office/drawing/2014/main" id="{A5919868-09EE-8604-212A-45C2257DED69}"/>
              </a:ext>
            </a:extLst>
          </p:cNvPr>
          <p:cNvSpPr txBox="1"/>
          <p:nvPr/>
        </p:nvSpPr>
        <p:spPr>
          <a:xfrm>
            <a:off x="-206842" y="2175398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36" name="TextBox 252">
            <a:extLst>
              <a:ext uri="{FF2B5EF4-FFF2-40B4-BE49-F238E27FC236}">
                <a16:creationId xmlns:a16="http://schemas.microsoft.com/office/drawing/2014/main" id="{F3AA8C12-1DE2-73BD-E0CE-11195BFD4597}"/>
              </a:ext>
            </a:extLst>
          </p:cNvPr>
          <p:cNvSpPr txBox="1"/>
          <p:nvPr/>
        </p:nvSpPr>
        <p:spPr>
          <a:xfrm>
            <a:off x="-206842" y="2568357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37" name="TextBox 253">
            <a:extLst>
              <a:ext uri="{FF2B5EF4-FFF2-40B4-BE49-F238E27FC236}">
                <a16:creationId xmlns:a16="http://schemas.microsoft.com/office/drawing/2014/main" id="{5B2999F4-224B-EE3A-3C5A-1D2142F0B985}"/>
              </a:ext>
            </a:extLst>
          </p:cNvPr>
          <p:cNvSpPr txBox="1"/>
          <p:nvPr/>
        </p:nvSpPr>
        <p:spPr>
          <a:xfrm>
            <a:off x="-206842" y="2901009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38" name="TextBox 251">
            <a:extLst>
              <a:ext uri="{FF2B5EF4-FFF2-40B4-BE49-F238E27FC236}">
                <a16:creationId xmlns:a16="http://schemas.microsoft.com/office/drawing/2014/main" id="{79A634CC-3B50-D4D9-1A80-BC7AA20DCC80}"/>
              </a:ext>
            </a:extLst>
          </p:cNvPr>
          <p:cNvSpPr txBox="1"/>
          <p:nvPr/>
        </p:nvSpPr>
        <p:spPr>
          <a:xfrm>
            <a:off x="-206842" y="3484551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39" name="TextBox 252">
            <a:extLst>
              <a:ext uri="{FF2B5EF4-FFF2-40B4-BE49-F238E27FC236}">
                <a16:creationId xmlns:a16="http://schemas.microsoft.com/office/drawing/2014/main" id="{CB4C159A-001F-4328-780D-BB631087509E}"/>
              </a:ext>
            </a:extLst>
          </p:cNvPr>
          <p:cNvSpPr txBox="1"/>
          <p:nvPr/>
        </p:nvSpPr>
        <p:spPr>
          <a:xfrm>
            <a:off x="-206842" y="3872214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40" name="TextBox 253">
            <a:extLst>
              <a:ext uri="{FF2B5EF4-FFF2-40B4-BE49-F238E27FC236}">
                <a16:creationId xmlns:a16="http://schemas.microsoft.com/office/drawing/2014/main" id="{7844C7F2-50D0-ACF1-94C0-5E5E5040A925}"/>
              </a:ext>
            </a:extLst>
          </p:cNvPr>
          <p:cNvSpPr txBox="1"/>
          <p:nvPr/>
        </p:nvSpPr>
        <p:spPr>
          <a:xfrm>
            <a:off x="-206842" y="4207516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41" name="TextBox 254">
            <a:extLst>
              <a:ext uri="{FF2B5EF4-FFF2-40B4-BE49-F238E27FC236}">
                <a16:creationId xmlns:a16="http://schemas.microsoft.com/office/drawing/2014/main" id="{DAC4FAE2-8503-EC27-9E0D-540A810A3AEB}"/>
              </a:ext>
            </a:extLst>
          </p:cNvPr>
          <p:cNvSpPr txBox="1"/>
          <p:nvPr/>
        </p:nvSpPr>
        <p:spPr>
          <a:xfrm>
            <a:off x="2221203" y="4509909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120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42" name="TextBox 255">
            <a:extLst>
              <a:ext uri="{FF2B5EF4-FFF2-40B4-BE49-F238E27FC236}">
                <a16:creationId xmlns:a16="http://schemas.microsoft.com/office/drawing/2014/main" id="{CCF25D72-1C70-2A13-384B-14BB3F149702}"/>
              </a:ext>
            </a:extLst>
          </p:cNvPr>
          <p:cNvSpPr txBox="1"/>
          <p:nvPr/>
        </p:nvSpPr>
        <p:spPr>
          <a:xfrm>
            <a:off x="2767207" y="4509909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43" name="TextBox 256">
            <a:extLst>
              <a:ext uri="{FF2B5EF4-FFF2-40B4-BE49-F238E27FC236}">
                <a16:creationId xmlns:a16="http://schemas.microsoft.com/office/drawing/2014/main" id="{AE7F3354-D007-A24B-43A1-C4386F467A9C}"/>
              </a:ext>
            </a:extLst>
          </p:cNvPr>
          <p:cNvSpPr txBox="1"/>
          <p:nvPr/>
        </p:nvSpPr>
        <p:spPr>
          <a:xfrm>
            <a:off x="3315817" y="4509909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80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1380674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159</Words>
  <Application>Microsoft Office PowerPoint</Application>
  <PresentationFormat>Custom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Pillosu</dc:creator>
  <cp:lastModifiedBy>Fatima Pillosu</cp:lastModifiedBy>
  <cp:revision>1</cp:revision>
  <dcterms:created xsi:type="dcterms:W3CDTF">2024-06-24T16:28:19Z</dcterms:created>
  <dcterms:modified xsi:type="dcterms:W3CDTF">2025-07-14T21:35:43Z</dcterms:modified>
</cp:coreProperties>
</file>